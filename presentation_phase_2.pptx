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0" r:id="rId4"/>
    <p:sldId id="259" r:id="rId5"/>
    <p:sldId id="261" r:id="rId6"/>
    <p:sldId id="262" r:id="rId7"/>
    <p:sldId id="271" r:id="rId8"/>
    <p:sldId id="263" r:id="rId9"/>
    <p:sldId id="265" r:id="rId10"/>
    <p:sldId id="264"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B7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04" d="100"/>
          <a:sy n="104" d="100"/>
        </p:scale>
        <p:origin x="232"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5B5C4-2BA5-EC47-6961-E89E3FBBBE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8D08C5-139B-70C5-C4D6-6544DBA060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EECFE0-90DE-35FB-95FB-CC439340E9CE}"/>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5" name="Footer Placeholder 4">
            <a:extLst>
              <a:ext uri="{FF2B5EF4-FFF2-40B4-BE49-F238E27FC236}">
                <a16:creationId xmlns:a16="http://schemas.microsoft.com/office/drawing/2014/main" id="{49802099-99F3-FA48-12AE-8FFB72203A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F8F9A5-D4AF-8798-EEC1-FAA0018EA430}"/>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2048426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0F2DD-D01B-5CB9-FF91-22B5FC4DE4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CB98B0-E666-31F8-A943-F16AF5426B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F28A2D-C4C4-7B10-BFF9-EE6F5712BC5F}"/>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5" name="Footer Placeholder 4">
            <a:extLst>
              <a:ext uri="{FF2B5EF4-FFF2-40B4-BE49-F238E27FC236}">
                <a16:creationId xmlns:a16="http://schemas.microsoft.com/office/drawing/2014/main" id="{AC64777F-BFC1-B5E7-37BE-A61643A6D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C0269D-718B-54B4-64EE-30A5E740FE95}"/>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2117518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D9AF0-4C8C-4159-FB33-B3AB3D4A22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316B3B-6CA1-6494-6E25-EAE32500C9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FEB600-BFD7-38A7-F4B0-E43A93899CBB}"/>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5" name="Footer Placeholder 4">
            <a:extLst>
              <a:ext uri="{FF2B5EF4-FFF2-40B4-BE49-F238E27FC236}">
                <a16:creationId xmlns:a16="http://schemas.microsoft.com/office/drawing/2014/main" id="{D21ACA14-3446-3A1A-50A8-BE5B10951E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C3BCFE-52EA-131F-9259-7D59D21357E8}"/>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439567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205B4-8C08-C472-C03E-3FD2FFDA71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CFFEDC-EDFB-57E0-E412-AB78A875A6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CCD61D-F7A5-2A72-05EB-BC2292BEF3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6D6061-269A-9509-16A3-157F475E7B53}"/>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6" name="Footer Placeholder 5">
            <a:extLst>
              <a:ext uri="{FF2B5EF4-FFF2-40B4-BE49-F238E27FC236}">
                <a16:creationId xmlns:a16="http://schemas.microsoft.com/office/drawing/2014/main" id="{D94BF194-273F-5E64-40EA-815752A04A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8BA6CB-8875-2D3E-E888-BDB0C38F08A3}"/>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2368779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B755B-8E26-CD31-2996-D0166F1464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7CA147-E6FE-9D91-FE0B-64109B1821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DC8AB1-051C-EB21-4907-75C2F07C1E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FD0D68-36BF-59F0-2210-82162360DC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38C957-D657-1856-159F-F26BE47BA9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43205F-BA04-6F5B-66F8-53E880CBCF70}"/>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8" name="Footer Placeholder 7">
            <a:extLst>
              <a:ext uri="{FF2B5EF4-FFF2-40B4-BE49-F238E27FC236}">
                <a16:creationId xmlns:a16="http://schemas.microsoft.com/office/drawing/2014/main" id="{E18CD0D1-5BB4-EC86-56DC-243DF34E36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8D4792-FB78-EFB3-9B88-4DA26118684B}"/>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2051297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9099-7230-CEDC-C6E3-53F68DCB0C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8E0AA0-40FD-0316-4F28-985A980894E0}"/>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4" name="Footer Placeholder 3">
            <a:extLst>
              <a:ext uri="{FF2B5EF4-FFF2-40B4-BE49-F238E27FC236}">
                <a16:creationId xmlns:a16="http://schemas.microsoft.com/office/drawing/2014/main" id="{47760482-516F-5449-36E3-7B945AD64E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C63EA2-FCCF-4AB6-70F7-3FBF66742131}"/>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1007304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C2062C-BBF0-1AD1-04B8-4C08AB9AC6E8}"/>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3" name="Footer Placeholder 2">
            <a:extLst>
              <a:ext uri="{FF2B5EF4-FFF2-40B4-BE49-F238E27FC236}">
                <a16:creationId xmlns:a16="http://schemas.microsoft.com/office/drawing/2014/main" id="{8BC6AE71-101F-0176-B6AB-061BEAA51F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98780F-3AEE-834D-DCD1-AA4B35D8D3E2}"/>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1390038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D7D39-1216-C698-AC56-21D6C702C8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F25879-D5EE-2CFD-4830-E8BDDBFFD4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1B2186-8D43-57A8-B6C2-4FF5AEF3B2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671946-45C0-1298-0CA7-975A5EBC2754}"/>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6" name="Footer Placeholder 5">
            <a:extLst>
              <a:ext uri="{FF2B5EF4-FFF2-40B4-BE49-F238E27FC236}">
                <a16:creationId xmlns:a16="http://schemas.microsoft.com/office/drawing/2014/main" id="{240482BE-5FD4-2724-A83E-9ED0107933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81C8F0-0815-4D82-0C4B-F66C111BFC04}"/>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3330127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87132-9A01-7AF6-08EE-2583DE00D1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AC95E3-9912-6FDD-4133-0960EDC6848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FEFEB3-B05A-E680-5C1E-BECC8F51CA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DF7A77-D3C8-8F6D-9807-B36F5CBDB696}"/>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6" name="Footer Placeholder 5">
            <a:extLst>
              <a:ext uri="{FF2B5EF4-FFF2-40B4-BE49-F238E27FC236}">
                <a16:creationId xmlns:a16="http://schemas.microsoft.com/office/drawing/2014/main" id="{D998AE7E-A868-DD5D-EB14-B5744D826F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A7C995-25D8-EFBF-92AE-05D6A0284235}"/>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4150779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A49B2-FC1A-649B-9C45-DA0BE372727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52908A-0A5F-93A7-6897-A7DC66C8E7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6D8D80-33E1-5D37-CDF4-7BFF794391EA}"/>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5" name="Footer Placeholder 4">
            <a:extLst>
              <a:ext uri="{FF2B5EF4-FFF2-40B4-BE49-F238E27FC236}">
                <a16:creationId xmlns:a16="http://schemas.microsoft.com/office/drawing/2014/main" id="{1DB4D59C-B7E7-9859-0885-15E465D90B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6E8A52-90BA-7E1F-ABCE-7B9B1107B936}"/>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543881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80C3E9-BB76-6861-0639-16DDC89A3C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C78209-7BCD-2798-4FD3-2E41902837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280C02-2E16-820E-3A0E-C5587EFF7886}"/>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5" name="Footer Placeholder 4">
            <a:extLst>
              <a:ext uri="{FF2B5EF4-FFF2-40B4-BE49-F238E27FC236}">
                <a16:creationId xmlns:a16="http://schemas.microsoft.com/office/drawing/2014/main" id="{321A45A1-F3ED-0424-73D7-09CF751398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E5F407-E0C1-1CF5-D97C-46382C10934C}"/>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1079142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91C208-FD2C-91F1-1A6C-01364E30E8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399CDC-DD1B-A867-7AC2-CBDE12433F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C5C9F8-8B35-7BC5-9CDE-D8756E1DDF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F4B268-46BE-4B4A-8EA7-EE881EAAFE69}" type="datetimeFigureOut">
              <a:rPr lang="en-US" smtClean="0"/>
              <a:t>10/20/26</a:t>
            </a:fld>
            <a:endParaRPr lang="en-US"/>
          </a:p>
        </p:txBody>
      </p:sp>
      <p:sp>
        <p:nvSpPr>
          <p:cNvPr id="5" name="Footer Placeholder 4">
            <a:extLst>
              <a:ext uri="{FF2B5EF4-FFF2-40B4-BE49-F238E27FC236}">
                <a16:creationId xmlns:a16="http://schemas.microsoft.com/office/drawing/2014/main" id="{FD08C42D-B748-BD36-A19A-8FA1C0949C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404237-3342-B1E3-3612-B144FFCAAD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B5A500-FC81-6C4C-A5C6-7ECD66B7C545}" type="slidenum">
              <a:rPr lang="en-US" smtClean="0"/>
              <a:t>‹#›</a:t>
            </a:fld>
            <a:endParaRPr lang="en-US"/>
          </a:p>
        </p:txBody>
      </p:sp>
    </p:spTree>
    <p:extLst>
      <p:ext uri="{BB962C8B-B14F-4D97-AF65-F5344CB8AC3E}">
        <p14:creationId xmlns:p14="http://schemas.microsoft.com/office/powerpoint/2010/main" val="1874931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48E3A8-836E-29D4-F260-D5535C8483FB}"/>
              </a:ext>
            </a:extLst>
          </p:cNvPr>
          <p:cNvPicPr>
            <a:picLocks noChangeAspect="1"/>
          </p:cNvPicPr>
          <p:nvPr/>
        </p:nvPicPr>
        <p:blipFill>
          <a:blip r:embed="rId2">
            <a:alphaModFix amt="50000"/>
          </a:blip>
          <a:srcRect/>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346E2DA3-8448-B2DF-5FE5-1D30B4D9BF26}"/>
              </a:ext>
            </a:extLst>
          </p:cNvPr>
          <p:cNvSpPr>
            <a:spLocks noGrp="1"/>
          </p:cNvSpPr>
          <p:nvPr>
            <p:ph type="ctrTitle"/>
          </p:nvPr>
        </p:nvSpPr>
        <p:spPr>
          <a:xfrm>
            <a:off x="1524000" y="1122362"/>
            <a:ext cx="9144000" cy="2900518"/>
          </a:xfrm>
        </p:spPr>
        <p:txBody>
          <a:bodyPr>
            <a:normAutofit/>
          </a:bodyPr>
          <a:lstStyle/>
          <a:p>
            <a:r>
              <a:rPr lang="en-US">
                <a:solidFill>
                  <a:srgbClr val="FFFFFF"/>
                </a:solidFill>
              </a:rPr>
              <a:t>Yellow Taxi vs Rideshare</a:t>
            </a:r>
          </a:p>
        </p:txBody>
      </p:sp>
      <p:sp>
        <p:nvSpPr>
          <p:cNvPr id="3" name="Subtitle 2">
            <a:extLst>
              <a:ext uri="{FF2B5EF4-FFF2-40B4-BE49-F238E27FC236}">
                <a16:creationId xmlns:a16="http://schemas.microsoft.com/office/drawing/2014/main" id="{19EDAC3C-C4A7-8AE4-DD5F-BCB08CB4155D}"/>
              </a:ext>
            </a:extLst>
          </p:cNvPr>
          <p:cNvSpPr>
            <a:spLocks noGrp="1"/>
          </p:cNvSpPr>
          <p:nvPr>
            <p:ph type="subTitle" idx="1"/>
          </p:nvPr>
        </p:nvSpPr>
        <p:spPr>
          <a:xfrm>
            <a:off x="1524000" y="4159404"/>
            <a:ext cx="9144000" cy="1098395"/>
          </a:xfrm>
        </p:spPr>
        <p:txBody>
          <a:bodyPr>
            <a:normAutofit/>
          </a:bodyPr>
          <a:lstStyle/>
          <a:p>
            <a:r>
              <a:rPr lang="en-US">
                <a:solidFill>
                  <a:srgbClr val="FFFFFF"/>
                </a:solidFill>
              </a:rPr>
              <a:t>Hwimyeong Baek</a:t>
            </a:r>
          </a:p>
          <a:p>
            <a:r>
              <a:rPr lang="en-US">
                <a:solidFill>
                  <a:srgbClr val="FFFFFF"/>
                </a:solidFill>
              </a:rPr>
              <a:t>Colin Seiler</a:t>
            </a:r>
          </a:p>
        </p:txBody>
      </p:sp>
    </p:spTree>
    <p:extLst>
      <p:ext uri="{BB962C8B-B14F-4D97-AF65-F5344CB8AC3E}">
        <p14:creationId xmlns:p14="http://schemas.microsoft.com/office/powerpoint/2010/main" val="357297702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8D40853-E62E-AA60-4279-7F1E21F3D6B5}"/>
              </a:ext>
            </a:extLst>
          </p:cNvPr>
          <p:cNvSpPr>
            <a:spLocks noGrp="1"/>
          </p:cNvSpPr>
          <p:nvPr>
            <p:ph type="title"/>
          </p:nvPr>
        </p:nvSpPr>
        <p:spPr>
          <a:xfrm>
            <a:off x="1137034" y="609600"/>
            <a:ext cx="4784796" cy="1330840"/>
          </a:xfrm>
        </p:spPr>
        <p:txBody>
          <a:bodyPr vert="horz" lIns="91440" tIns="45720" rIns="91440" bIns="45720" rtlCol="0" anchor="ctr">
            <a:normAutofit/>
          </a:bodyPr>
          <a:lstStyle/>
          <a:p>
            <a:r>
              <a:rPr lang="en-US" kern="1200">
                <a:solidFill>
                  <a:schemeClr val="tx1"/>
                </a:solidFill>
                <a:latin typeface="+mj-lt"/>
                <a:ea typeface="+mj-ea"/>
                <a:cs typeface="+mj-cs"/>
              </a:rPr>
              <a:t>Research Problem and Project Recap</a:t>
            </a:r>
          </a:p>
        </p:txBody>
      </p:sp>
      <p:sp>
        <p:nvSpPr>
          <p:cNvPr id="3" name="Content Placeholder 2">
            <a:extLst>
              <a:ext uri="{FF2B5EF4-FFF2-40B4-BE49-F238E27FC236}">
                <a16:creationId xmlns:a16="http://schemas.microsoft.com/office/drawing/2014/main" id="{C6685C64-59B5-DD03-7D62-1C956CA8DA58}"/>
              </a:ext>
            </a:extLst>
          </p:cNvPr>
          <p:cNvSpPr>
            <a:spLocks noGrp="1"/>
          </p:cNvSpPr>
          <p:nvPr>
            <p:ph sz="half" idx="1"/>
          </p:nvPr>
        </p:nvSpPr>
        <p:spPr>
          <a:xfrm>
            <a:off x="1137034" y="2194102"/>
            <a:ext cx="4438036" cy="3908585"/>
          </a:xfrm>
        </p:spPr>
        <p:txBody>
          <a:bodyPr vert="horz" lIns="91440" tIns="45720" rIns="91440" bIns="45720" rtlCol="0">
            <a:normAutofit/>
          </a:bodyPr>
          <a:lstStyle/>
          <a:p>
            <a:pPr marL="0" indent="0">
              <a:buNone/>
            </a:pPr>
            <a:r>
              <a:rPr lang="en-US" sz="2000" dirty="0"/>
              <a:t>Compare Cost and Availability of Taxis vs Rideshare Services</a:t>
            </a:r>
          </a:p>
          <a:p>
            <a:pPr marL="0"/>
            <a:endParaRPr lang="en-US" sz="2000" dirty="0"/>
          </a:p>
          <a:p>
            <a:pPr marL="0" indent="0">
              <a:buNone/>
            </a:pPr>
            <a:r>
              <a:rPr lang="en-US" sz="2000" b="1" dirty="0"/>
              <a:t>Three Research Objectives:</a:t>
            </a:r>
          </a:p>
          <a:p>
            <a:r>
              <a:rPr lang="en-US" sz="2000" dirty="0"/>
              <a:t>Test hot-button area usage (MSG, Penn, LGA/JFK/EWR)</a:t>
            </a:r>
          </a:p>
          <a:p>
            <a:r>
              <a:rPr lang="en-US" sz="2000" dirty="0"/>
              <a:t>Neighborhood Popularity and Cost</a:t>
            </a:r>
          </a:p>
          <a:p>
            <a:r>
              <a:rPr lang="en-US" sz="2000" dirty="0"/>
              <a:t>Down-the-line predictive fare-comparison tool across Taxi, Uber, and Lyft</a:t>
            </a:r>
          </a:p>
        </p:txBody>
      </p:sp>
      <p:graphicFrame>
        <p:nvGraphicFramePr>
          <p:cNvPr id="5" name="Content Placeholder 4">
            <a:extLst>
              <a:ext uri="{FF2B5EF4-FFF2-40B4-BE49-F238E27FC236}">
                <a16:creationId xmlns:a16="http://schemas.microsoft.com/office/drawing/2014/main" id="{92F86004-58F7-E745-F569-ACCFFC93C7E9}"/>
              </a:ext>
            </a:extLst>
          </p:cNvPr>
          <p:cNvGraphicFramePr>
            <a:graphicFrameLocks noGrp="1"/>
          </p:cNvGraphicFramePr>
          <p:nvPr>
            <p:ph sz="half" idx="2"/>
            <p:extLst>
              <p:ext uri="{D42A27DB-BD31-4B8C-83A1-F6EECF244321}">
                <p14:modId xmlns:p14="http://schemas.microsoft.com/office/powerpoint/2010/main" val="4081978871"/>
              </p:ext>
            </p:extLst>
          </p:nvPr>
        </p:nvGraphicFramePr>
        <p:xfrm>
          <a:off x="6880610" y="1816352"/>
          <a:ext cx="4737651" cy="3247515"/>
        </p:xfrm>
        <a:graphic>
          <a:graphicData uri="http://schemas.openxmlformats.org/drawingml/2006/table">
            <a:tbl>
              <a:tblPr firstRow="1" bandRow="1">
                <a:tableStyleId>{5C22544A-7EE6-4342-B048-85BDC9FD1C3A}</a:tableStyleId>
              </a:tblPr>
              <a:tblGrid>
                <a:gridCol w="1641391">
                  <a:extLst>
                    <a:ext uri="{9D8B030D-6E8A-4147-A177-3AD203B41FA5}">
                      <a16:colId xmlns:a16="http://schemas.microsoft.com/office/drawing/2014/main" val="1820181534"/>
                    </a:ext>
                  </a:extLst>
                </a:gridCol>
                <a:gridCol w="1285304">
                  <a:extLst>
                    <a:ext uri="{9D8B030D-6E8A-4147-A177-3AD203B41FA5}">
                      <a16:colId xmlns:a16="http://schemas.microsoft.com/office/drawing/2014/main" val="2079523166"/>
                    </a:ext>
                  </a:extLst>
                </a:gridCol>
                <a:gridCol w="1810956">
                  <a:extLst>
                    <a:ext uri="{9D8B030D-6E8A-4147-A177-3AD203B41FA5}">
                      <a16:colId xmlns:a16="http://schemas.microsoft.com/office/drawing/2014/main" val="1148234815"/>
                    </a:ext>
                  </a:extLst>
                </a:gridCol>
              </a:tblGrid>
              <a:tr h="537183">
                <a:tc>
                  <a:txBody>
                    <a:bodyPr/>
                    <a:lstStyle/>
                    <a:p>
                      <a:endParaRPr lang="en-US" sz="2400"/>
                    </a:p>
                  </a:txBody>
                  <a:tcPr marL="122087" marR="122087" marT="61043" marB="61043">
                    <a:solidFill>
                      <a:srgbClr val="F7B731"/>
                    </a:solidFill>
                  </a:tcPr>
                </a:tc>
                <a:tc>
                  <a:txBody>
                    <a:bodyPr/>
                    <a:lstStyle/>
                    <a:p>
                      <a:pPr algn="r"/>
                      <a:r>
                        <a:rPr lang="en-US" sz="2400"/>
                        <a:t>Taxi</a:t>
                      </a:r>
                    </a:p>
                  </a:txBody>
                  <a:tcPr marL="122087" marR="122087" marT="61043" marB="61043" anchor="ctr">
                    <a:solidFill>
                      <a:srgbClr val="F7B731"/>
                    </a:solidFill>
                  </a:tcPr>
                </a:tc>
                <a:tc>
                  <a:txBody>
                    <a:bodyPr/>
                    <a:lstStyle/>
                    <a:p>
                      <a:pPr algn="r"/>
                      <a:r>
                        <a:rPr lang="en-US" sz="2400"/>
                        <a:t>Rideshare</a:t>
                      </a:r>
                    </a:p>
                  </a:txBody>
                  <a:tcPr marL="122087" marR="122087" marT="61043" marB="61043" anchor="ctr">
                    <a:solidFill>
                      <a:srgbClr val="F7B731"/>
                    </a:solidFill>
                  </a:tcPr>
                </a:tc>
                <a:extLst>
                  <a:ext uri="{0D108BD9-81ED-4DB2-BD59-A6C34878D82A}">
                    <a16:rowId xmlns:a16="http://schemas.microsoft.com/office/drawing/2014/main" val="3392328077"/>
                  </a:ext>
                </a:extLst>
              </a:tr>
              <a:tr h="903444">
                <a:tc>
                  <a:txBody>
                    <a:bodyPr/>
                    <a:lstStyle/>
                    <a:p>
                      <a:r>
                        <a:rPr lang="en-US" sz="2400"/>
                        <a:t>Avg Filesize</a:t>
                      </a:r>
                    </a:p>
                  </a:txBody>
                  <a:tcPr marL="122087" marR="122087" marT="61043" marB="61043" anchor="ctr"/>
                </a:tc>
                <a:tc>
                  <a:txBody>
                    <a:bodyPr/>
                    <a:lstStyle/>
                    <a:p>
                      <a:pPr algn="r"/>
                      <a:r>
                        <a:rPr lang="en-US" sz="2400"/>
                        <a:t>30-60 MB</a:t>
                      </a:r>
                    </a:p>
                  </a:txBody>
                  <a:tcPr marL="122087" marR="122087" marT="61043" marB="61043" anchor="ctr"/>
                </a:tc>
                <a:tc>
                  <a:txBody>
                    <a:bodyPr/>
                    <a:lstStyle/>
                    <a:p>
                      <a:pPr algn="r"/>
                      <a:r>
                        <a:rPr lang="en-US" sz="2400"/>
                        <a:t>500 MB</a:t>
                      </a:r>
                    </a:p>
                  </a:txBody>
                  <a:tcPr marL="122087" marR="122087" marT="61043" marB="61043" anchor="ctr"/>
                </a:tc>
                <a:extLst>
                  <a:ext uri="{0D108BD9-81ED-4DB2-BD59-A6C34878D82A}">
                    <a16:rowId xmlns:a16="http://schemas.microsoft.com/office/drawing/2014/main" val="4096982485"/>
                  </a:ext>
                </a:extLst>
              </a:tr>
              <a:tr h="903444">
                <a:tc>
                  <a:txBody>
                    <a:bodyPr/>
                    <a:lstStyle/>
                    <a:p>
                      <a:r>
                        <a:rPr lang="en-US" sz="2400"/>
                        <a:t>Avg Row Count</a:t>
                      </a:r>
                    </a:p>
                  </a:txBody>
                  <a:tcPr marL="122087" marR="122087" marT="61043" marB="61043" anchor="ctr"/>
                </a:tc>
                <a:tc>
                  <a:txBody>
                    <a:bodyPr/>
                    <a:lstStyle/>
                    <a:p>
                      <a:pPr algn="r"/>
                      <a:r>
                        <a:rPr lang="en-US" sz="2400"/>
                        <a:t>5 Million</a:t>
                      </a:r>
                    </a:p>
                  </a:txBody>
                  <a:tcPr marL="122087" marR="122087" marT="61043" marB="61043" anchor="ctr"/>
                </a:tc>
                <a:tc>
                  <a:txBody>
                    <a:bodyPr/>
                    <a:lstStyle/>
                    <a:p>
                      <a:pPr algn="r"/>
                      <a:r>
                        <a:rPr lang="en-US" sz="2400"/>
                        <a:t>18 Million</a:t>
                      </a:r>
                    </a:p>
                  </a:txBody>
                  <a:tcPr marL="122087" marR="122087" marT="61043" marB="61043" anchor="ctr"/>
                </a:tc>
                <a:extLst>
                  <a:ext uri="{0D108BD9-81ED-4DB2-BD59-A6C34878D82A}">
                    <a16:rowId xmlns:a16="http://schemas.microsoft.com/office/drawing/2014/main" val="2668213875"/>
                  </a:ext>
                </a:extLst>
              </a:tr>
              <a:tr h="903444">
                <a:tc>
                  <a:txBody>
                    <a:bodyPr/>
                    <a:lstStyle/>
                    <a:p>
                      <a:r>
                        <a:rPr lang="en-US" sz="2400"/>
                        <a:t>Total Filesize</a:t>
                      </a:r>
                    </a:p>
                  </a:txBody>
                  <a:tcPr marL="122087" marR="122087" marT="61043" marB="61043" anchor="ctr"/>
                </a:tc>
                <a:tc>
                  <a:txBody>
                    <a:bodyPr/>
                    <a:lstStyle/>
                    <a:p>
                      <a:pPr algn="r"/>
                      <a:r>
                        <a:rPr lang="en-US" sz="2400"/>
                        <a:t>4.5 GB</a:t>
                      </a:r>
                    </a:p>
                  </a:txBody>
                  <a:tcPr marL="122087" marR="122087" marT="61043" marB="61043" anchor="ctr"/>
                </a:tc>
                <a:tc>
                  <a:txBody>
                    <a:bodyPr/>
                    <a:lstStyle/>
                    <a:p>
                      <a:pPr algn="r"/>
                      <a:r>
                        <a:rPr lang="en-US" sz="2400"/>
                        <a:t>45 GB</a:t>
                      </a:r>
                    </a:p>
                  </a:txBody>
                  <a:tcPr marL="122087" marR="122087" marT="61043" marB="61043" anchor="ctr"/>
                </a:tc>
                <a:extLst>
                  <a:ext uri="{0D108BD9-81ED-4DB2-BD59-A6C34878D82A}">
                    <a16:rowId xmlns:a16="http://schemas.microsoft.com/office/drawing/2014/main" val="3277233163"/>
                  </a:ext>
                </a:extLst>
              </a:tr>
            </a:tbl>
          </a:graphicData>
        </a:graphic>
      </p:graphicFrame>
    </p:spTree>
    <p:extLst>
      <p:ext uri="{BB962C8B-B14F-4D97-AF65-F5344CB8AC3E}">
        <p14:creationId xmlns:p14="http://schemas.microsoft.com/office/powerpoint/2010/main" val="4026526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9F2931-70EC-414E-8957-39CC893D90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8FFBE11-4B3E-48D7-94D4-2EC8CC9FE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479720"/>
            <a:ext cx="12192000" cy="3378280"/>
          </a:xfrm>
          <a:custGeom>
            <a:avLst/>
            <a:gdLst>
              <a:gd name="connsiteX0" fmla="*/ 0 w 12192000"/>
              <a:gd name="connsiteY0" fmla="*/ 0 h 3378280"/>
              <a:gd name="connsiteX1" fmla="*/ 13973 w 12192000"/>
              <a:gd name="connsiteY1" fmla="*/ 3431 h 3378280"/>
              <a:gd name="connsiteX2" fmla="*/ 86774 w 12192000"/>
              <a:gd name="connsiteY2" fmla="*/ 43536 h 3378280"/>
              <a:gd name="connsiteX3" fmla="*/ 229780 w 12192000"/>
              <a:gd name="connsiteY3" fmla="*/ 145557 h 3378280"/>
              <a:gd name="connsiteX4" fmla="*/ 302639 w 12192000"/>
              <a:gd name="connsiteY4" fmla="*/ 203425 h 3378280"/>
              <a:gd name="connsiteX5" fmla="*/ 348081 w 12192000"/>
              <a:gd name="connsiteY5" fmla="*/ 187174 h 3378280"/>
              <a:gd name="connsiteX6" fmla="*/ 436950 w 12192000"/>
              <a:gd name="connsiteY6" fmla="*/ 184066 h 3378280"/>
              <a:gd name="connsiteX7" fmla="*/ 501693 w 12192000"/>
              <a:gd name="connsiteY7" fmla="*/ 233225 h 3378280"/>
              <a:gd name="connsiteX8" fmla="*/ 557201 w 12192000"/>
              <a:gd name="connsiteY8" fmla="*/ 312390 h 3378280"/>
              <a:gd name="connsiteX9" fmla="*/ 617648 w 12192000"/>
              <a:gd name="connsiteY9" fmla="*/ 333897 h 3378280"/>
              <a:gd name="connsiteX10" fmla="*/ 692332 w 12192000"/>
              <a:gd name="connsiteY10" fmla="*/ 386327 h 3378280"/>
              <a:gd name="connsiteX11" fmla="*/ 802009 w 12192000"/>
              <a:gd name="connsiteY11" fmla="*/ 419027 h 3378280"/>
              <a:gd name="connsiteX12" fmla="*/ 914003 w 12192000"/>
              <a:gd name="connsiteY12" fmla="*/ 475419 h 3378280"/>
              <a:gd name="connsiteX13" fmla="*/ 938561 w 12192000"/>
              <a:gd name="connsiteY13" fmla="*/ 472887 h 3378280"/>
              <a:gd name="connsiteX14" fmla="*/ 1035683 w 12192000"/>
              <a:gd name="connsiteY14" fmla="*/ 486697 h 3378280"/>
              <a:gd name="connsiteX15" fmla="*/ 1035757 w 12192000"/>
              <a:gd name="connsiteY15" fmla="*/ 486731 h 3378280"/>
              <a:gd name="connsiteX16" fmla="*/ 1074336 w 12192000"/>
              <a:gd name="connsiteY16" fmla="*/ 494465 h 3378280"/>
              <a:gd name="connsiteX17" fmla="*/ 1285084 w 12192000"/>
              <a:gd name="connsiteY17" fmla="*/ 589112 h 3378280"/>
              <a:gd name="connsiteX18" fmla="*/ 1409116 w 12192000"/>
              <a:gd name="connsiteY18" fmla="*/ 656332 h 3378280"/>
              <a:gd name="connsiteX19" fmla="*/ 1533725 w 12192000"/>
              <a:gd name="connsiteY19" fmla="*/ 699179 h 3378280"/>
              <a:gd name="connsiteX20" fmla="*/ 1636242 w 12192000"/>
              <a:gd name="connsiteY20" fmla="*/ 741533 h 3378280"/>
              <a:gd name="connsiteX21" fmla="*/ 1704848 w 12192000"/>
              <a:gd name="connsiteY21" fmla="*/ 770749 h 3378280"/>
              <a:gd name="connsiteX22" fmla="*/ 1718292 w 12192000"/>
              <a:gd name="connsiteY22" fmla="*/ 781051 h 3378280"/>
              <a:gd name="connsiteX23" fmla="*/ 1720835 w 12192000"/>
              <a:gd name="connsiteY23" fmla="*/ 781117 h 3378280"/>
              <a:gd name="connsiteX24" fmla="*/ 1753341 w 12192000"/>
              <a:gd name="connsiteY24" fmla="*/ 800301 h 3378280"/>
              <a:gd name="connsiteX25" fmla="*/ 1775454 w 12192000"/>
              <a:gd name="connsiteY25" fmla="*/ 815182 h 3378280"/>
              <a:gd name="connsiteX26" fmla="*/ 1781011 w 12192000"/>
              <a:gd name="connsiteY26" fmla="*/ 816068 h 3378280"/>
              <a:gd name="connsiteX27" fmla="*/ 1817738 w 12192000"/>
              <a:gd name="connsiteY27" fmla="*/ 834926 h 3378280"/>
              <a:gd name="connsiteX28" fmla="*/ 1830702 w 12192000"/>
              <a:gd name="connsiteY28" fmla="*/ 836485 h 3378280"/>
              <a:gd name="connsiteX29" fmla="*/ 1853950 w 12192000"/>
              <a:gd name="connsiteY29" fmla="*/ 841519 h 3378280"/>
              <a:gd name="connsiteX30" fmla="*/ 1915890 w 12192000"/>
              <a:gd name="connsiteY30" fmla="*/ 841983 h 3378280"/>
              <a:gd name="connsiteX31" fmla="*/ 1960900 w 12192000"/>
              <a:gd name="connsiteY31" fmla="*/ 865789 h 3378280"/>
              <a:gd name="connsiteX32" fmla="*/ 1961217 w 12192000"/>
              <a:gd name="connsiteY32" fmla="*/ 865662 h 3378280"/>
              <a:gd name="connsiteX33" fmla="*/ 1969825 w 12192000"/>
              <a:gd name="connsiteY33" fmla="*/ 869049 h 3378280"/>
              <a:gd name="connsiteX34" fmla="*/ 1975234 w 12192000"/>
              <a:gd name="connsiteY34" fmla="*/ 872329 h 3378280"/>
              <a:gd name="connsiteX35" fmla="*/ 1990485 w 12192000"/>
              <a:gd name="connsiteY35" fmla="*/ 879288 h 3378280"/>
              <a:gd name="connsiteX36" fmla="*/ 1996793 w 12192000"/>
              <a:gd name="connsiteY36" fmla="*/ 880361 h 3378280"/>
              <a:gd name="connsiteX37" fmla="*/ 2055091 w 12192000"/>
              <a:gd name="connsiteY37" fmla="*/ 872818 h 3378280"/>
              <a:gd name="connsiteX38" fmla="*/ 2165143 w 12192000"/>
              <a:gd name="connsiteY38" fmla="*/ 892293 h 3378280"/>
              <a:gd name="connsiteX39" fmla="*/ 2274196 w 12192000"/>
              <a:gd name="connsiteY39" fmla="*/ 914768 h 3378280"/>
              <a:gd name="connsiteX40" fmla="*/ 2383986 w 12192000"/>
              <a:gd name="connsiteY40" fmla="*/ 934891 h 3378280"/>
              <a:gd name="connsiteX41" fmla="*/ 2420278 w 12192000"/>
              <a:gd name="connsiteY41" fmla="*/ 933890 h 3378280"/>
              <a:gd name="connsiteX42" fmla="*/ 2426203 w 12192000"/>
              <a:gd name="connsiteY42" fmla="*/ 933891 h 3378280"/>
              <a:gd name="connsiteX43" fmla="*/ 2448674 w 12192000"/>
              <a:gd name="connsiteY43" fmla="*/ 941056 h 3378280"/>
              <a:gd name="connsiteX44" fmla="*/ 2457640 w 12192000"/>
              <a:gd name="connsiteY44" fmla="*/ 943105 h 3378280"/>
              <a:gd name="connsiteX45" fmla="*/ 2457852 w 12192000"/>
              <a:gd name="connsiteY45" fmla="*/ 942912 h 3378280"/>
              <a:gd name="connsiteX46" fmla="*/ 2466265 w 12192000"/>
              <a:gd name="connsiteY46" fmla="*/ 945310 h 3378280"/>
              <a:gd name="connsiteX47" fmla="*/ 2507496 w 12192000"/>
              <a:gd name="connsiteY47" fmla="*/ 960111 h 3378280"/>
              <a:gd name="connsiteX48" fmla="*/ 2561127 w 12192000"/>
              <a:gd name="connsiteY48" fmla="*/ 949411 h 3378280"/>
              <a:gd name="connsiteX49" fmla="*/ 2583467 w 12192000"/>
              <a:gd name="connsiteY49" fmla="*/ 950570 h 3378280"/>
              <a:gd name="connsiteX50" fmla="*/ 2595361 w 12192000"/>
              <a:gd name="connsiteY50" fmla="*/ 949884 h 3378280"/>
              <a:gd name="connsiteX51" fmla="*/ 2596075 w 12192000"/>
              <a:gd name="connsiteY51" fmla="*/ 949000 h 3378280"/>
              <a:gd name="connsiteX52" fmla="*/ 2666638 w 12192000"/>
              <a:gd name="connsiteY52" fmla="*/ 975095 h 3378280"/>
              <a:gd name="connsiteX53" fmla="*/ 2703393 w 12192000"/>
              <a:gd name="connsiteY53" fmla="*/ 989635 h 3378280"/>
              <a:gd name="connsiteX54" fmla="*/ 2705616 w 12192000"/>
              <a:gd name="connsiteY54" fmla="*/ 989244 h 3378280"/>
              <a:gd name="connsiteX55" fmla="*/ 2721898 w 12192000"/>
              <a:gd name="connsiteY55" fmla="*/ 997777 h 3378280"/>
              <a:gd name="connsiteX56" fmla="*/ 2735669 w 12192000"/>
              <a:gd name="connsiteY56" fmla="*/ 1009612 h 3378280"/>
              <a:gd name="connsiteX57" fmla="*/ 2857526 w 12192000"/>
              <a:gd name="connsiteY57" fmla="*/ 1030627 h 3378280"/>
              <a:gd name="connsiteX58" fmla="*/ 3021918 w 12192000"/>
              <a:gd name="connsiteY58" fmla="*/ 1088093 h 3378280"/>
              <a:gd name="connsiteX59" fmla="*/ 3155458 w 12192000"/>
              <a:gd name="connsiteY59" fmla="*/ 1121618 h 3378280"/>
              <a:gd name="connsiteX60" fmla="*/ 3328229 w 12192000"/>
              <a:gd name="connsiteY60" fmla="*/ 1155903 h 3378280"/>
              <a:gd name="connsiteX61" fmla="*/ 3448440 w 12192000"/>
              <a:gd name="connsiteY61" fmla="*/ 1184343 h 3378280"/>
              <a:gd name="connsiteX62" fmla="*/ 3499287 w 12192000"/>
              <a:gd name="connsiteY62" fmla="*/ 1209472 h 3378280"/>
              <a:gd name="connsiteX63" fmla="*/ 3520027 w 12192000"/>
              <a:gd name="connsiteY63" fmla="*/ 1207338 h 3378280"/>
              <a:gd name="connsiteX64" fmla="*/ 3523594 w 12192000"/>
              <a:gd name="connsiteY64" fmla="*/ 1206755 h 3378280"/>
              <a:gd name="connsiteX65" fmla="*/ 3538013 w 12192000"/>
              <a:gd name="connsiteY65" fmla="*/ 1209066 h 3378280"/>
              <a:gd name="connsiteX66" fmla="*/ 3541918 w 12192000"/>
              <a:gd name="connsiteY66" fmla="*/ 1203922 h 3378280"/>
              <a:gd name="connsiteX67" fmla="*/ 3590082 w 12192000"/>
              <a:gd name="connsiteY67" fmla="*/ 1209115 h 3378280"/>
              <a:gd name="connsiteX68" fmla="*/ 3716445 w 12192000"/>
              <a:gd name="connsiteY68" fmla="*/ 1243431 h 3378280"/>
              <a:gd name="connsiteX69" fmla="*/ 3792028 w 12192000"/>
              <a:gd name="connsiteY69" fmla="*/ 1260288 h 3378280"/>
              <a:gd name="connsiteX70" fmla="*/ 3820707 w 12192000"/>
              <a:gd name="connsiteY70" fmla="*/ 1260924 h 3378280"/>
              <a:gd name="connsiteX71" fmla="*/ 3860784 w 12192000"/>
              <a:gd name="connsiteY71" fmla="*/ 1265692 h 3378280"/>
              <a:gd name="connsiteX72" fmla="*/ 3997310 w 12192000"/>
              <a:gd name="connsiteY72" fmla="*/ 1281176 h 3378280"/>
              <a:gd name="connsiteX73" fmla="*/ 4040665 w 12192000"/>
              <a:gd name="connsiteY73" fmla="*/ 1291934 h 3378280"/>
              <a:gd name="connsiteX74" fmla="*/ 4046831 w 12192000"/>
              <a:gd name="connsiteY74" fmla="*/ 1293910 h 3378280"/>
              <a:gd name="connsiteX75" fmla="*/ 4095847 w 12192000"/>
              <a:gd name="connsiteY75" fmla="*/ 1316851 h 3378280"/>
              <a:gd name="connsiteX76" fmla="*/ 4101945 w 12192000"/>
              <a:gd name="connsiteY76" fmla="*/ 1313869 h 3378280"/>
              <a:gd name="connsiteX77" fmla="*/ 4119420 w 12192000"/>
              <a:gd name="connsiteY77" fmla="*/ 1313965 h 3378280"/>
              <a:gd name="connsiteX78" fmla="*/ 4131728 w 12192000"/>
              <a:gd name="connsiteY78" fmla="*/ 1322978 h 3378280"/>
              <a:gd name="connsiteX79" fmla="*/ 4193827 w 12192000"/>
              <a:gd name="connsiteY79" fmla="*/ 1350222 h 3378280"/>
              <a:gd name="connsiteX80" fmla="*/ 4286157 w 12192000"/>
              <a:gd name="connsiteY80" fmla="*/ 1385101 h 3378280"/>
              <a:gd name="connsiteX81" fmla="*/ 4298907 w 12192000"/>
              <a:gd name="connsiteY81" fmla="*/ 1394396 h 3378280"/>
              <a:gd name="connsiteX82" fmla="*/ 4323224 w 12192000"/>
              <a:gd name="connsiteY82" fmla="*/ 1403133 h 3378280"/>
              <a:gd name="connsiteX83" fmla="*/ 4404439 w 12192000"/>
              <a:gd name="connsiteY83" fmla="*/ 1417252 h 3378280"/>
              <a:gd name="connsiteX84" fmla="*/ 4423989 w 12192000"/>
              <a:gd name="connsiteY84" fmla="*/ 1410448 h 3378280"/>
              <a:gd name="connsiteX85" fmla="*/ 4427300 w 12192000"/>
              <a:gd name="connsiteY85" fmla="*/ 1409068 h 3378280"/>
              <a:gd name="connsiteX86" fmla="*/ 4441847 w 12192000"/>
              <a:gd name="connsiteY86" fmla="*/ 1408029 h 3378280"/>
              <a:gd name="connsiteX87" fmla="*/ 4444331 w 12192000"/>
              <a:gd name="connsiteY87" fmla="*/ 1402133 h 3378280"/>
              <a:gd name="connsiteX88" fmla="*/ 4492293 w 12192000"/>
              <a:gd name="connsiteY88" fmla="*/ 1396205 h 3378280"/>
              <a:gd name="connsiteX89" fmla="*/ 4623335 w 12192000"/>
              <a:gd name="connsiteY89" fmla="*/ 1400793 h 3378280"/>
              <a:gd name="connsiteX90" fmla="*/ 4700790 w 12192000"/>
              <a:gd name="connsiteY90" fmla="*/ 1399970 h 3378280"/>
              <a:gd name="connsiteX91" fmla="*/ 4728732 w 12192000"/>
              <a:gd name="connsiteY91" fmla="*/ 1394050 h 3378280"/>
              <a:gd name="connsiteX92" fmla="*/ 4768749 w 12192000"/>
              <a:gd name="connsiteY92" fmla="*/ 1389553 h 3378280"/>
              <a:gd name="connsiteX93" fmla="*/ 4838227 w 12192000"/>
              <a:gd name="connsiteY93" fmla="*/ 1377273 h 3378280"/>
              <a:gd name="connsiteX94" fmla="*/ 4904889 w 12192000"/>
              <a:gd name="connsiteY94" fmla="*/ 1373499 h 3378280"/>
              <a:gd name="connsiteX95" fmla="*/ 4949597 w 12192000"/>
              <a:gd name="connsiteY95" fmla="*/ 1374085 h 3378280"/>
              <a:gd name="connsiteX96" fmla="*/ 4956064 w 12192000"/>
              <a:gd name="connsiteY96" fmla="*/ 1374603 h 3378280"/>
              <a:gd name="connsiteX97" fmla="*/ 5009322 w 12192000"/>
              <a:gd name="connsiteY97" fmla="*/ 1385751 h 3378280"/>
              <a:gd name="connsiteX98" fmla="*/ 5014476 w 12192000"/>
              <a:gd name="connsiteY98" fmla="*/ 1381460 h 3378280"/>
              <a:gd name="connsiteX99" fmla="*/ 5031428 w 12192000"/>
              <a:gd name="connsiteY99" fmla="*/ 1377570 h 3378280"/>
              <a:gd name="connsiteX100" fmla="*/ 5045619 w 12192000"/>
              <a:gd name="connsiteY100" fmla="*/ 1383532 h 3378280"/>
              <a:gd name="connsiteX101" fmla="*/ 5112635 w 12192000"/>
              <a:gd name="connsiteY101" fmla="*/ 1395891 h 3378280"/>
              <a:gd name="connsiteX102" fmla="*/ 5210851 w 12192000"/>
              <a:gd name="connsiteY102" fmla="*/ 1408784 h 3378280"/>
              <a:gd name="connsiteX103" fmla="*/ 5225543 w 12192000"/>
              <a:gd name="connsiteY103" fmla="*/ 1414923 h 3378280"/>
              <a:gd name="connsiteX104" fmla="*/ 5321696 w 12192000"/>
              <a:gd name="connsiteY104" fmla="*/ 1432414 h 3378280"/>
              <a:gd name="connsiteX105" fmla="*/ 5372327 w 12192000"/>
              <a:gd name="connsiteY105" fmla="*/ 1436597 h 3378280"/>
              <a:gd name="connsiteX106" fmla="*/ 5378149 w 12192000"/>
              <a:gd name="connsiteY106" fmla="*/ 1431785 h 3378280"/>
              <a:gd name="connsiteX107" fmla="*/ 5393069 w 12192000"/>
              <a:gd name="connsiteY107" fmla="*/ 1433737 h 3378280"/>
              <a:gd name="connsiteX108" fmla="*/ 5527621 w 12192000"/>
              <a:gd name="connsiteY108" fmla="*/ 1458786 h 3378280"/>
              <a:gd name="connsiteX109" fmla="*/ 5680585 w 12192000"/>
              <a:gd name="connsiteY109" fmla="*/ 1498233 h 3378280"/>
              <a:gd name="connsiteX110" fmla="*/ 5783795 w 12192000"/>
              <a:gd name="connsiteY110" fmla="*/ 1499932 h 3378280"/>
              <a:gd name="connsiteX111" fmla="*/ 6016525 w 12192000"/>
              <a:gd name="connsiteY111" fmla="*/ 1577292 h 3378280"/>
              <a:gd name="connsiteX112" fmla="*/ 6186598 w 12192000"/>
              <a:gd name="connsiteY112" fmla="*/ 1606065 h 3378280"/>
              <a:gd name="connsiteX113" fmla="*/ 6197872 w 12192000"/>
              <a:gd name="connsiteY113" fmla="*/ 1616845 h 3378280"/>
              <a:gd name="connsiteX114" fmla="*/ 6212885 w 12192000"/>
              <a:gd name="connsiteY114" fmla="*/ 1624535 h 3378280"/>
              <a:gd name="connsiteX115" fmla="*/ 6319240 w 12192000"/>
              <a:gd name="connsiteY115" fmla="*/ 1660375 h 3378280"/>
              <a:gd name="connsiteX116" fmla="*/ 6333397 w 12192000"/>
              <a:gd name="connsiteY116" fmla="*/ 1658763 h 3378280"/>
              <a:gd name="connsiteX117" fmla="*/ 6357266 w 12192000"/>
              <a:gd name="connsiteY117" fmla="*/ 1659543 h 3378280"/>
              <a:gd name="connsiteX118" fmla="*/ 6418740 w 12192000"/>
              <a:gd name="connsiteY118" fmla="*/ 1648944 h 3378280"/>
              <a:gd name="connsiteX119" fmla="*/ 6458877 w 12192000"/>
              <a:gd name="connsiteY119" fmla="*/ 1662117 h 3378280"/>
              <a:gd name="connsiteX120" fmla="*/ 6467254 w 12192000"/>
              <a:gd name="connsiteY120" fmla="*/ 1664227 h 3378280"/>
              <a:gd name="connsiteX121" fmla="*/ 6467545 w 12192000"/>
              <a:gd name="connsiteY121" fmla="*/ 1664046 h 3378280"/>
              <a:gd name="connsiteX122" fmla="*/ 6476635 w 12192000"/>
              <a:gd name="connsiteY122" fmla="*/ 1665826 h 3378280"/>
              <a:gd name="connsiteX123" fmla="*/ 6482535 w 12192000"/>
              <a:gd name="connsiteY123" fmla="*/ 1668074 h 3378280"/>
              <a:gd name="connsiteX124" fmla="*/ 6498791 w 12192000"/>
              <a:gd name="connsiteY124" fmla="*/ 1672167 h 3378280"/>
              <a:gd name="connsiteX125" fmla="*/ 6505220 w 12192000"/>
              <a:gd name="connsiteY125" fmla="*/ 1672092 h 3378280"/>
              <a:gd name="connsiteX126" fmla="*/ 6508969 w 12192000"/>
              <a:gd name="connsiteY126" fmla="*/ 1669922 h 3378280"/>
              <a:gd name="connsiteX127" fmla="*/ 6544886 w 12192000"/>
              <a:gd name="connsiteY127" fmla="*/ 1670695 h 3378280"/>
              <a:gd name="connsiteX128" fmla="*/ 6617859 w 12192000"/>
              <a:gd name="connsiteY128" fmla="*/ 1679453 h 3378280"/>
              <a:gd name="connsiteX129" fmla="*/ 6657726 w 12192000"/>
              <a:gd name="connsiteY129" fmla="*/ 1687906 h 3378280"/>
              <a:gd name="connsiteX130" fmla="*/ 6769041 w 12192000"/>
              <a:gd name="connsiteY130" fmla="*/ 1707304 h 3378280"/>
              <a:gd name="connsiteX131" fmla="*/ 6882368 w 12192000"/>
              <a:gd name="connsiteY131" fmla="*/ 1723914 h 3378280"/>
              <a:gd name="connsiteX132" fmla="*/ 6968822 w 12192000"/>
              <a:gd name="connsiteY132" fmla="*/ 1723334 h 3378280"/>
              <a:gd name="connsiteX133" fmla="*/ 6973672 w 12192000"/>
              <a:gd name="connsiteY133" fmla="*/ 1726298 h 3378280"/>
              <a:gd name="connsiteX134" fmla="*/ 6981961 w 12192000"/>
              <a:gd name="connsiteY134" fmla="*/ 1729324 h 3378280"/>
              <a:gd name="connsiteX135" fmla="*/ 6982342 w 12192000"/>
              <a:gd name="connsiteY135" fmla="*/ 1729201 h 3378280"/>
              <a:gd name="connsiteX136" fmla="*/ 6989757 w 12192000"/>
              <a:gd name="connsiteY136" fmla="*/ 1732420 h 3378280"/>
              <a:gd name="connsiteX137" fmla="*/ 7023794 w 12192000"/>
              <a:gd name="connsiteY137" fmla="*/ 1750660 h 3378280"/>
              <a:gd name="connsiteX138" fmla="*/ 7090828 w 12192000"/>
              <a:gd name="connsiteY138" fmla="*/ 1750287 h 3378280"/>
              <a:gd name="connsiteX139" fmla="*/ 7114479 w 12192000"/>
              <a:gd name="connsiteY139" fmla="*/ 1754649 h 3378280"/>
              <a:gd name="connsiteX140" fmla="*/ 7162053 w 12192000"/>
              <a:gd name="connsiteY140" fmla="*/ 1772908 h 3378280"/>
              <a:gd name="connsiteX141" fmla="*/ 7167808 w 12192000"/>
              <a:gd name="connsiteY141" fmla="*/ 1773656 h 3378280"/>
              <a:gd name="connsiteX142" fmla="*/ 7187185 w 12192000"/>
              <a:gd name="connsiteY142" fmla="*/ 1787148 h 3378280"/>
              <a:gd name="connsiteX143" fmla="*/ 7216505 w 12192000"/>
              <a:gd name="connsiteY143" fmla="*/ 1804489 h 3378280"/>
              <a:gd name="connsiteX144" fmla="*/ 7219246 w 12192000"/>
              <a:gd name="connsiteY144" fmla="*/ 1804514 h 3378280"/>
              <a:gd name="connsiteX145" fmla="*/ 7230639 w 12192000"/>
              <a:gd name="connsiteY145" fmla="*/ 1813879 h 3378280"/>
              <a:gd name="connsiteX146" fmla="*/ 7236776 w 12192000"/>
              <a:gd name="connsiteY146" fmla="*/ 1825514 h 3378280"/>
              <a:gd name="connsiteX147" fmla="*/ 7394082 w 12192000"/>
              <a:gd name="connsiteY147" fmla="*/ 1877925 h 3378280"/>
              <a:gd name="connsiteX148" fmla="*/ 7505820 w 12192000"/>
              <a:gd name="connsiteY148" fmla="*/ 1933859 h 3378280"/>
              <a:gd name="connsiteX149" fmla="*/ 7572147 w 12192000"/>
              <a:gd name="connsiteY149" fmla="*/ 2003817 h 3378280"/>
              <a:gd name="connsiteX150" fmla="*/ 7828975 w 12192000"/>
              <a:gd name="connsiteY150" fmla="*/ 2061508 h 3378280"/>
              <a:gd name="connsiteX151" fmla="*/ 7886804 w 12192000"/>
              <a:gd name="connsiteY151" fmla="*/ 2075509 h 3378280"/>
              <a:gd name="connsiteX152" fmla="*/ 7923558 w 12192000"/>
              <a:gd name="connsiteY152" fmla="*/ 2103529 h 3378280"/>
              <a:gd name="connsiteX153" fmla="*/ 7947954 w 12192000"/>
              <a:gd name="connsiteY153" fmla="*/ 2104996 h 3378280"/>
              <a:gd name="connsiteX154" fmla="*/ 7952318 w 12192000"/>
              <a:gd name="connsiteY154" fmla="*/ 2105077 h 3378280"/>
              <a:gd name="connsiteX155" fmla="*/ 7966398 w 12192000"/>
              <a:gd name="connsiteY155" fmla="*/ 2109147 h 3378280"/>
              <a:gd name="connsiteX156" fmla="*/ 7974591 w 12192000"/>
              <a:gd name="connsiteY156" fmla="*/ 2105612 h 3378280"/>
              <a:gd name="connsiteX157" fmla="*/ 7998806 w 12192000"/>
              <a:gd name="connsiteY157" fmla="*/ 2108382 h 3378280"/>
              <a:gd name="connsiteX158" fmla="*/ 8023544 w 12192000"/>
              <a:gd name="connsiteY158" fmla="*/ 2117183 h 3378280"/>
              <a:gd name="connsiteX159" fmla="*/ 8136247 w 12192000"/>
              <a:gd name="connsiteY159" fmla="*/ 2164190 h 3378280"/>
              <a:gd name="connsiteX160" fmla="*/ 8206445 w 12192000"/>
              <a:gd name="connsiteY160" fmla="*/ 2189356 h 3378280"/>
              <a:gd name="connsiteX161" fmla="*/ 8237464 w 12192000"/>
              <a:gd name="connsiteY161" fmla="*/ 2194272 h 3378280"/>
              <a:gd name="connsiteX162" fmla="*/ 8277853 w 12192000"/>
              <a:gd name="connsiteY162" fmla="*/ 2204259 h 3378280"/>
              <a:gd name="connsiteX163" fmla="*/ 8352501 w 12192000"/>
              <a:gd name="connsiteY163" fmla="*/ 2218290 h 3378280"/>
              <a:gd name="connsiteX164" fmla="*/ 8446938 w 12192000"/>
              <a:gd name="connsiteY164" fmla="*/ 2243393 h 3378280"/>
              <a:gd name="connsiteX165" fmla="*/ 8497138 w 12192000"/>
              <a:gd name="connsiteY165" fmla="*/ 2281506 h 3378280"/>
              <a:gd name="connsiteX166" fmla="*/ 8506096 w 12192000"/>
              <a:gd name="connsiteY166" fmla="*/ 2280042 h 3378280"/>
              <a:gd name="connsiteX167" fmla="*/ 8549806 w 12192000"/>
              <a:gd name="connsiteY167" fmla="*/ 2296675 h 3378280"/>
              <a:gd name="connsiteX168" fmla="*/ 8680256 w 12192000"/>
              <a:gd name="connsiteY168" fmla="*/ 2378758 h 3378280"/>
              <a:gd name="connsiteX169" fmla="*/ 8766301 w 12192000"/>
              <a:gd name="connsiteY169" fmla="*/ 2410605 h 3378280"/>
              <a:gd name="connsiteX170" fmla="*/ 8800492 w 12192000"/>
              <a:gd name="connsiteY170" fmla="*/ 2418067 h 3378280"/>
              <a:gd name="connsiteX171" fmla="*/ 8857555 w 12192000"/>
              <a:gd name="connsiteY171" fmla="*/ 2430810 h 3378280"/>
              <a:gd name="connsiteX172" fmla="*/ 8951967 w 12192000"/>
              <a:gd name="connsiteY172" fmla="*/ 2460856 h 3378280"/>
              <a:gd name="connsiteX173" fmla="*/ 9002970 w 12192000"/>
              <a:gd name="connsiteY173" fmla="*/ 2472291 h 3378280"/>
              <a:gd name="connsiteX174" fmla="*/ 9081613 w 12192000"/>
              <a:gd name="connsiteY174" fmla="*/ 2488296 h 3378280"/>
              <a:gd name="connsiteX175" fmla="*/ 9091561 w 12192000"/>
              <a:gd name="connsiteY175" fmla="*/ 2494386 h 3378280"/>
              <a:gd name="connsiteX176" fmla="*/ 9140625 w 12192000"/>
              <a:gd name="connsiteY176" fmla="*/ 2486779 h 3378280"/>
              <a:gd name="connsiteX177" fmla="*/ 9271105 w 12192000"/>
              <a:gd name="connsiteY177" fmla="*/ 2511730 h 3378280"/>
              <a:gd name="connsiteX178" fmla="*/ 9295023 w 12192000"/>
              <a:gd name="connsiteY178" fmla="*/ 2512830 h 3378280"/>
              <a:gd name="connsiteX179" fmla="*/ 9321673 w 12192000"/>
              <a:gd name="connsiteY179" fmla="*/ 2524119 h 3378280"/>
              <a:gd name="connsiteX180" fmla="*/ 9378975 w 12192000"/>
              <a:gd name="connsiteY180" fmla="*/ 2543803 h 3378280"/>
              <a:gd name="connsiteX181" fmla="*/ 9414193 w 12192000"/>
              <a:gd name="connsiteY181" fmla="*/ 2562927 h 3378280"/>
              <a:gd name="connsiteX182" fmla="*/ 9426009 w 12192000"/>
              <a:gd name="connsiteY182" fmla="*/ 2558847 h 3378280"/>
              <a:gd name="connsiteX183" fmla="*/ 9450634 w 12192000"/>
              <a:gd name="connsiteY183" fmla="*/ 2560685 h 3378280"/>
              <a:gd name="connsiteX184" fmla="*/ 9549097 w 12192000"/>
              <a:gd name="connsiteY184" fmla="*/ 2585168 h 3378280"/>
              <a:gd name="connsiteX185" fmla="*/ 9567633 w 12192000"/>
              <a:gd name="connsiteY185" fmla="*/ 2587105 h 3378280"/>
              <a:gd name="connsiteX186" fmla="*/ 9586878 w 12192000"/>
              <a:gd name="connsiteY186" fmla="*/ 2596659 h 3378280"/>
              <a:gd name="connsiteX187" fmla="*/ 9589974 w 12192000"/>
              <a:gd name="connsiteY187" fmla="*/ 2598235 h 3378280"/>
              <a:gd name="connsiteX188" fmla="*/ 9590570 w 12192000"/>
              <a:gd name="connsiteY188" fmla="*/ 2598249 h 3378280"/>
              <a:gd name="connsiteX189" fmla="*/ 9591896 w 12192000"/>
              <a:gd name="connsiteY189" fmla="*/ 2599214 h 3378280"/>
              <a:gd name="connsiteX190" fmla="*/ 9604535 w 12192000"/>
              <a:gd name="connsiteY190" fmla="*/ 2605654 h 3378280"/>
              <a:gd name="connsiteX191" fmla="*/ 9610554 w 12192000"/>
              <a:gd name="connsiteY191" fmla="*/ 2606189 h 3378280"/>
              <a:gd name="connsiteX192" fmla="*/ 9690072 w 12192000"/>
              <a:gd name="connsiteY192" fmla="*/ 2638745 h 3378280"/>
              <a:gd name="connsiteX193" fmla="*/ 9726964 w 12192000"/>
              <a:gd name="connsiteY193" fmla="*/ 2653728 h 3378280"/>
              <a:gd name="connsiteX194" fmla="*/ 9738036 w 12192000"/>
              <a:gd name="connsiteY194" fmla="*/ 2654794 h 3378280"/>
              <a:gd name="connsiteX195" fmla="*/ 9774202 w 12192000"/>
              <a:gd name="connsiteY195" fmla="*/ 2671509 h 3378280"/>
              <a:gd name="connsiteX196" fmla="*/ 9793246 w 12192000"/>
              <a:gd name="connsiteY196" fmla="*/ 2675245 h 3378280"/>
              <a:gd name="connsiteX197" fmla="*/ 9890301 w 12192000"/>
              <a:gd name="connsiteY197" fmla="*/ 2700274 h 3378280"/>
              <a:gd name="connsiteX198" fmla="*/ 9915070 w 12192000"/>
              <a:gd name="connsiteY198" fmla="*/ 2699250 h 3378280"/>
              <a:gd name="connsiteX199" fmla="*/ 9976517 w 12192000"/>
              <a:gd name="connsiteY199" fmla="*/ 2732899 h 3378280"/>
              <a:gd name="connsiteX200" fmla="*/ 9990168 w 12192000"/>
              <a:gd name="connsiteY200" fmla="*/ 2737877 h 3378280"/>
              <a:gd name="connsiteX201" fmla="*/ 9995041 w 12192000"/>
              <a:gd name="connsiteY201" fmla="*/ 2741223 h 3378280"/>
              <a:gd name="connsiteX202" fmla="*/ 10012636 w 12192000"/>
              <a:gd name="connsiteY202" fmla="*/ 2729876 h 3378280"/>
              <a:gd name="connsiteX203" fmla="*/ 10044280 w 12192000"/>
              <a:gd name="connsiteY203" fmla="*/ 2726966 h 3378280"/>
              <a:gd name="connsiteX204" fmla="*/ 10057934 w 12192000"/>
              <a:gd name="connsiteY204" fmla="*/ 2735671 h 3378280"/>
              <a:gd name="connsiteX205" fmla="*/ 10148373 w 12192000"/>
              <a:gd name="connsiteY205" fmla="*/ 2778987 h 3378280"/>
              <a:gd name="connsiteX206" fmla="*/ 10176601 w 12192000"/>
              <a:gd name="connsiteY206" fmla="*/ 2791940 h 3378280"/>
              <a:gd name="connsiteX207" fmla="*/ 10235082 w 12192000"/>
              <a:gd name="connsiteY207" fmla="*/ 2816761 h 3378280"/>
              <a:gd name="connsiteX208" fmla="*/ 10421684 w 12192000"/>
              <a:gd name="connsiteY208" fmla="*/ 2833871 h 3378280"/>
              <a:gd name="connsiteX209" fmla="*/ 10507376 w 12192000"/>
              <a:gd name="connsiteY209" fmla="*/ 2822262 h 3378280"/>
              <a:gd name="connsiteX210" fmla="*/ 10738376 w 12192000"/>
              <a:gd name="connsiteY210" fmla="*/ 2833353 h 3378280"/>
              <a:gd name="connsiteX211" fmla="*/ 11043443 w 12192000"/>
              <a:gd name="connsiteY211" fmla="*/ 2803954 h 3378280"/>
              <a:gd name="connsiteX212" fmla="*/ 11115269 w 12192000"/>
              <a:gd name="connsiteY212" fmla="*/ 2823367 h 3378280"/>
              <a:gd name="connsiteX213" fmla="*/ 11147582 w 12192000"/>
              <a:gd name="connsiteY213" fmla="*/ 2822547 h 3378280"/>
              <a:gd name="connsiteX214" fmla="*/ 11201205 w 12192000"/>
              <a:gd name="connsiteY214" fmla="*/ 2818210 h 3378280"/>
              <a:gd name="connsiteX215" fmla="*/ 11391726 w 12192000"/>
              <a:gd name="connsiteY215" fmla="*/ 2826386 h 3378280"/>
              <a:gd name="connsiteX216" fmla="*/ 11507640 w 12192000"/>
              <a:gd name="connsiteY216" fmla="*/ 2824866 h 3378280"/>
              <a:gd name="connsiteX217" fmla="*/ 11718056 w 12192000"/>
              <a:gd name="connsiteY217" fmla="*/ 2821969 h 3378280"/>
              <a:gd name="connsiteX218" fmla="*/ 11937926 w 12192000"/>
              <a:gd name="connsiteY218" fmla="*/ 2817058 h 3378280"/>
              <a:gd name="connsiteX219" fmla="*/ 12035355 w 12192000"/>
              <a:gd name="connsiteY219" fmla="*/ 2813340 h 3378280"/>
              <a:gd name="connsiteX220" fmla="*/ 12179047 w 12192000"/>
              <a:gd name="connsiteY220" fmla="*/ 2788508 h 3378280"/>
              <a:gd name="connsiteX221" fmla="*/ 12192000 w 12192000"/>
              <a:gd name="connsiteY221" fmla="*/ 2788486 h 3378280"/>
              <a:gd name="connsiteX222" fmla="*/ 12192000 w 12192000"/>
              <a:gd name="connsiteY222" fmla="*/ 3378280 h 3378280"/>
              <a:gd name="connsiteX223" fmla="*/ 0 w 12192000"/>
              <a:gd name="connsiteY223" fmla="*/ 3378280 h 3378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12192000" h="3378280">
                <a:moveTo>
                  <a:pt x="0" y="0"/>
                </a:moveTo>
                <a:lnTo>
                  <a:pt x="13973" y="3431"/>
                </a:lnTo>
                <a:cubicBezTo>
                  <a:pt x="48258" y="17773"/>
                  <a:pt x="68757" y="59402"/>
                  <a:pt x="86774" y="43536"/>
                </a:cubicBezTo>
                <a:cubicBezTo>
                  <a:pt x="86532" y="72023"/>
                  <a:pt x="217976" y="120568"/>
                  <a:pt x="229780" y="145557"/>
                </a:cubicBezTo>
                <a:lnTo>
                  <a:pt x="302639" y="203425"/>
                </a:lnTo>
                <a:cubicBezTo>
                  <a:pt x="312906" y="207200"/>
                  <a:pt x="342855" y="184923"/>
                  <a:pt x="348081" y="187174"/>
                </a:cubicBezTo>
                <a:lnTo>
                  <a:pt x="436950" y="184066"/>
                </a:lnTo>
                <a:lnTo>
                  <a:pt x="501693" y="233225"/>
                </a:lnTo>
                <a:lnTo>
                  <a:pt x="557201" y="312390"/>
                </a:lnTo>
                <a:cubicBezTo>
                  <a:pt x="579844" y="353675"/>
                  <a:pt x="602207" y="315301"/>
                  <a:pt x="617648" y="333897"/>
                </a:cubicBezTo>
                <a:lnTo>
                  <a:pt x="692332" y="386327"/>
                </a:lnTo>
                <a:cubicBezTo>
                  <a:pt x="715261" y="398377"/>
                  <a:pt x="770477" y="414831"/>
                  <a:pt x="802009" y="419027"/>
                </a:cubicBezTo>
                <a:cubicBezTo>
                  <a:pt x="838953" y="433876"/>
                  <a:pt x="886385" y="473956"/>
                  <a:pt x="914003" y="475419"/>
                </a:cubicBezTo>
                <a:cubicBezTo>
                  <a:pt x="923483" y="477324"/>
                  <a:pt x="931440" y="475817"/>
                  <a:pt x="938561" y="472887"/>
                </a:cubicBezTo>
                <a:lnTo>
                  <a:pt x="1035683" y="486697"/>
                </a:lnTo>
                <a:cubicBezTo>
                  <a:pt x="1035708" y="486708"/>
                  <a:pt x="1035733" y="486720"/>
                  <a:pt x="1035757" y="486731"/>
                </a:cubicBezTo>
                <a:cubicBezTo>
                  <a:pt x="1046500" y="494574"/>
                  <a:pt x="1038533" y="500311"/>
                  <a:pt x="1074336" y="494465"/>
                </a:cubicBezTo>
                <a:cubicBezTo>
                  <a:pt x="1137289" y="530436"/>
                  <a:pt x="1235340" y="545106"/>
                  <a:pt x="1285084" y="589112"/>
                </a:cubicBezTo>
                <a:cubicBezTo>
                  <a:pt x="1341251" y="608873"/>
                  <a:pt x="1367674" y="637988"/>
                  <a:pt x="1409116" y="656332"/>
                </a:cubicBezTo>
                <a:cubicBezTo>
                  <a:pt x="1471208" y="682449"/>
                  <a:pt x="1492207" y="692779"/>
                  <a:pt x="1533725" y="699179"/>
                </a:cubicBezTo>
                <a:cubicBezTo>
                  <a:pt x="1592391" y="718911"/>
                  <a:pt x="1575207" y="737633"/>
                  <a:pt x="1636242" y="741533"/>
                </a:cubicBezTo>
                <a:cubicBezTo>
                  <a:pt x="1638264" y="746130"/>
                  <a:pt x="1700806" y="766849"/>
                  <a:pt x="1704848" y="770749"/>
                </a:cubicBezTo>
                <a:lnTo>
                  <a:pt x="1718292" y="781051"/>
                </a:lnTo>
                <a:lnTo>
                  <a:pt x="1720835" y="781117"/>
                </a:lnTo>
                <a:lnTo>
                  <a:pt x="1753341" y="800301"/>
                </a:lnTo>
                <a:lnTo>
                  <a:pt x="1775454" y="815182"/>
                </a:lnTo>
                <a:lnTo>
                  <a:pt x="1781011" y="816068"/>
                </a:lnTo>
                <a:lnTo>
                  <a:pt x="1817738" y="834926"/>
                </a:lnTo>
                <a:cubicBezTo>
                  <a:pt x="1821156" y="833953"/>
                  <a:pt x="1825209" y="834074"/>
                  <a:pt x="1830702" y="836485"/>
                </a:cubicBezTo>
                <a:cubicBezTo>
                  <a:pt x="1832151" y="819591"/>
                  <a:pt x="1837883" y="832919"/>
                  <a:pt x="1853950" y="841519"/>
                </a:cubicBezTo>
                <a:cubicBezTo>
                  <a:pt x="1859780" y="817198"/>
                  <a:pt x="1899456" y="849599"/>
                  <a:pt x="1915890" y="841983"/>
                </a:cubicBezTo>
                <a:lnTo>
                  <a:pt x="1960900" y="865789"/>
                </a:lnTo>
                <a:lnTo>
                  <a:pt x="1961217" y="865662"/>
                </a:lnTo>
                <a:cubicBezTo>
                  <a:pt x="1963265" y="866017"/>
                  <a:pt x="1965977" y="867037"/>
                  <a:pt x="1969825" y="869049"/>
                </a:cubicBezTo>
                <a:lnTo>
                  <a:pt x="1975234" y="872329"/>
                </a:lnTo>
                <a:lnTo>
                  <a:pt x="1990485" y="879288"/>
                </a:lnTo>
                <a:lnTo>
                  <a:pt x="1996793" y="880361"/>
                </a:lnTo>
                <a:cubicBezTo>
                  <a:pt x="2020465" y="879540"/>
                  <a:pt x="2023446" y="845377"/>
                  <a:pt x="2055091" y="872818"/>
                </a:cubicBezTo>
                <a:cubicBezTo>
                  <a:pt x="2098055" y="882341"/>
                  <a:pt x="2125216" y="870433"/>
                  <a:pt x="2165143" y="892293"/>
                </a:cubicBezTo>
                <a:cubicBezTo>
                  <a:pt x="2205365" y="901134"/>
                  <a:pt x="2239987" y="901455"/>
                  <a:pt x="2274196" y="914768"/>
                </a:cubicBezTo>
                <a:cubicBezTo>
                  <a:pt x="2310666" y="921868"/>
                  <a:pt x="2360104" y="931320"/>
                  <a:pt x="2383986" y="934891"/>
                </a:cubicBezTo>
                <a:lnTo>
                  <a:pt x="2420278" y="933890"/>
                </a:lnTo>
                <a:lnTo>
                  <a:pt x="2426203" y="933891"/>
                </a:lnTo>
                <a:lnTo>
                  <a:pt x="2448674" y="941056"/>
                </a:lnTo>
                <a:cubicBezTo>
                  <a:pt x="2452907" y="942503"/>
                  <a:pt x="2455711" y="943098"/>
                  <a:pt x="2457640" y="943105"/>
                </a:cubicBezTo>
                <a:lnTo>
                  <a:pt x="2457852" y="942912"/>
                </a:lnTo>
                <a:lnTo>
                  <a:pt x="2466265" y="945310"/>
                </a:lnTo>
                <a:cubicBezTo>
                  <a:pt x="2480470" y="949908"/>
                  <a:pt x="2494307" y="954915"/>
                  <a:pt x="2507496" y="960111"/>
                </a:cubicBezTo>
                <a:cubicBezTo>
                  <a:pt x="2518208" y="949036"/>
                  <a:pt x="2567155" y="976345"/>
                  <a:pt x="2561127" y="949411"/>
                </a:cubicBezTo>
                <a:cubicBezTo>
                  <a:pt x="2578896" y="955660"/>
                  <a:pt x="2589900" y="968806"/>
                  <a:pt x="2583467" y="950570"/>
                </a:cubicBezTo>
                <a:cubicBezTo>
                  <a:pt x="2589300" y="952141"/>
                  <a:pt x="2592850" y="951536"/>
                  <a:pt x="2595361" y="949884"/>
                </a:cubicBezTo>
                <a:lnTo>
                  <a:pt x="2596075" y="949000"/>
                </a:lnTo>
                <a:lnTo>
                  <a:pt x="2666638" y="975095"/>
                </a:lnTo>
                <a:lnTo>
                  <a:pt x="2703393" y="989635"/>
                </a:lnTo>
                <a:lnTo>
                  <a:pt x="2705616" y="989244"/>
                </a:lnTo>
                <a:lnTo>
                  <a:pt x="2721898" y="997777"/>
                </a:lnTo>
                <a:cubicBezTo>
                  <a:pt x="2727157" y="1001198"/>
                  <a:pt x="2731840" y="1005088"/>
                  <a:pt x="2735669" y="1009612"/>
                </a:cubicBezTo>
                <a:cubicBezTo>
                  <a:pt x="2790086" y="1002732"/>
                  <a:pt x="2797958" y="1020231"/>
                  <a:pt x="2857526" y="1030627"/>
                </a:cubicBezTo>
                <a:cubicBezTo>
                  <a:pt x="2897602" y="1063034"/>
                  <a:pt x="2965720" y="1083366"/>
                  <a:pt x="3021918" y="1088093"/>
                </a:cubicBezTo>
                <a:cubicBezTo>
                  <a:pt x="3054425" y="1110664"/>
                  <a:pt x="3109014" y="1101433"/>
                  <a:pt x="3155458" y="1121618"/>
                </a:cubicBezTo>
                <a:cubicBezTo>
                  <a:pt x="3217017" y="1136576"/>
                  <a:pt x="3270135" y="1143600"/>
                  <a:pt x="3328229" y="1155903"/>
                </a:cubicBezTo>
                <a:cubicBezTo>
                  <a:pt x="3365862" y="1138978"/>
                  <a:pt x="3408797" y="1179981"/>
                  <a:pt x="3448440" y="1184343"/>
                </a:cubicBezTo>
                <a:cubicBezTo>
                  <a:pt x="3438226" y="1205566"/>
                  <a:pt x="3496361" y="1182183"/>
                  <a:pt x="3499287" y="1209472"/>
                </a:cubicBezTo>
                <a:cubicBezTo>
                  <a:pt x="3506411" y="1209402"/>
                  <a:pt x="3513215" y="1208473"/>
                  <a:pt x="3520027" y="1207338"/>
                </a:cubicBezTo>
                <a:lnTo>
                  <a:pt x="3523594" y="1206755"/>
                </a:lnTo>
                <a:lnTo>
                  <a:pt x="3538013" y="1209066"/>
                </a:lnTo>
                <a:lnTo>
                  <a:pt x="3541918" y="1203922"/>
                </a:lnTo>
                <a:cubicBezTo>
                  <a:pt x="3550592" y="1203930"/>
                  <a:pt x="3560995" y="1202529"/>
                  <a:pt x="3590082" y="1209115"/>
                </a:cubicBezTo>
                <a:cubicBezTo>
                  <a:pt x="3622244" y="1230604"/>
                  <a:pt x="3676827" y="1215544"/>
                  <a:pt x="3716445" y="1243431"/>
                </a:cubicBezTo>
                <a:cubicBezTo>
                  <a:pt x="3731486" y="1251699"/>
                  <a:pt x="3780926" y="1265146"/>
                  <a:pt x="3792028" y="1260288"/>
                </a:cubicBezTo>
                <a:cubicBezTo>
                  <a:pt x="3802696" y="1261567"/>
                  <a:pt x="3814066" y="1267606"/>
                  <a:pt x="3820707" y="1260924"/>
                </a:cubicBezTo>
                <a:cubicBezTo>
                  <a:pt x="3830836" y="1253486"/>
                  <a:pt x="3863215" y="1278527"/>
                  <a:pt x="3860784" y="1265692"/>
                </a:cubicBezTo>
                <a:lnTo>
                  <a:pt x="3997310" y="1281176"/>
                </a:lnTo>
                <a:lnTo>
                  <a:pt x="4040665" y="1291934"/>
                </a:lnTo>
                <a:lnTo>
                  <a:pt x="4046831" y="1293910"/>
                </a:lnTo>
                <a:lnTo>
                  <a:pt x="4095847" y="1316851"/>
                </a:lnTo>
                <a:cubicBezTo>
                  <a:pt x="4097518" y="1315619"/>
                  <a:pt x="4099569" y="1314612"/>
                  <a:pt x="4101945" y="1313869"/>
                </a:cubicBezTo>
                <a:lnTo>
                  <a:pt x="4119420" y="1313965"/>
                </a:lnTo>
                <a:lnTo>
                  <a:pt x="4131728" y="1322978"/>
                </a:lnTo>
                <a:lnTo>
                  <a:pt x="4193827" y="1350222"/>
                </a:lnTo>
                <a:lnTo>
                  <a:pt x="4286157" y="1385101"/>
                </a:lnTo>
                <a:lnTo>
                  <a:pt x="4298907" y="1394396"/>
                </a:lnTo>
                <a:lnTo>
                  <a:pt x="4323224" y="1403133"/>
                </a:lnTo>
                <a:lnTo>
                  <a:pt x="4404439" y="1417252"/>
                </a:lnTo>
                <a:cubicBezTo>
                  <a:pt x="4411321" y="1415560"/>
                  <a:pt x="4417679" y="1413105"/>
                  <a:pt x="4423989" y="1410448"/>
                </a:cubicBezTo>
                <a:lnTo>
                  <a:pt x="4427300" y="1409068"/>
                </a:lnTo>
                <a:lnTo>
                  <a:pt x="4441847" y="1408029"/>
                </a:lnTo>
                <a:lnTo>
                  <a:pt x="4444331" y="1402133"/>
                </a:lnTo>
                <a:cubicBezTo>
                  <a:pt x="4452739" y="1400163"/>
                  <a:pt x="4462460" y="1396428"/>
                  <a:pt x="4492293" y="1396205"/>
                </a:cubicBezTo>
                <a:cubicBezTo>
                  <a:pt x="4528861" y="1409788"/>
                  <a:pt x="4577933" y="1382688"/>
                  <a:pt x="4623335" y="1400793"/>
                </a:cubicBezTo>
                <a:cubicBezTo>
                  <a:pt x="4639986" y="1405413"/>
                  <a:pt x="4691262" y="1407228"/>
                  <a:pt x="4700790" y="1399970"/>
                </a:cubicBezTo>
                <a:cubicBezTo>
                  <a:pt x="4711447" y="1398782"/>
                  <a:pt x="4723982" y="1402066"/>
                  <a:pt x="4728732" y="1394050"/>
                </a:cubicBezTo>
                <a:cubicBezTo>
                  <a:pt x="4736666" y="1384502"/>
                  <a:pt x="4774338" y="1401491"/>
                  <a:pt x="4768749" y="1389553"/>
                </a:cubicBezTo>
                <a:cubicBezTo>
                  <a:pt x="4795495" y="1401233"/>
                  <a:pt x="4816075" y="1381410"/>
                  <a:pt x="4838227" y="1377273"/>
                </a:cubicBezTo>
                <a:lnTo>
                  <a:pt x="4904889" y="1373499"/>
                </a:lnTo>
                <a:lnTo>
                  <a:pt x="4949597" y="1374085"/>
                </a:lnTo>
                <a:lnTo>
                  <a:pt x="4956064" y="1374603"/>
                </a:lnTo>
                <a:lnTo>
                  <a:pt x="5009322" y="1385751"/>
                </a:lnTo>
                <a:cubicBezTo>
                  <a:pt x="5010629" y="1384171"/>
                  <a:pt x="5012363" y="1382724"/>
                  <a:pt x="5014476" y="1381460"/>
                </a:cubicBezTo>
                <a:lnTo>
                  <a:pt x="5031428" y="1377570"/>
                </a:lnTo>
                <a:lnTo>
                  <a:pt x="5045619" y="1383532"/>
                </a:lnTo>
                <a:lnTo>
                  <a:pt x="5112635" y="1395891"/>
                </a:lnTo>
                <a:lnTo>
                  <a:pt x="5210851" y="1408784"/>
                </a:lnTo>
                <a:lnTo>
                  <a:pt x="5225543" y="1414923"/>
                </a:lnTo>
                <a:cubicBezTo>
                  <a:pt x="5259311" y="1422389"/>
                  <a:pt x="5300520" y="1417803"/>
                  <a:pt x="5321696" y="1432414"/>
                </a:cubicBezTo>
                <a:lnTo>
                  <a:pt x="5372327" y="1436597"/>
                </a:lnTo>
                <a:lnTo>
                  <a:pt x="5378149" y="1431785"/>
                </a:lnTo>
                <a:lnTo>
                  <a:pt x="5393069" y="1433737"/>
                </a:lnTo>
                <a:lnTo>
                  <a:pt x="5527621" y="1458786"/>
                </a:lnTo>
                <a:cubicBezTo>
                  <a:pt x="5595913" y="1482782"/>
                  <a:pt x="5624062" y="1464011"/>
                  <a:pt x="5680585" y="1498233"/>
                </a:cubicBezTo>
                <a:cubicBezTo>
                  <a:pt x="5671953" y="1485766"/>
                  <a:pt x="5763880" y="1493019"/>
                  <a:pt x="5783795" y="1499932"/>
                </a:cubicBezTo>
                <a:cubicBezTo>
                  <a:pt x="5806935" y="1511749"/>
                  <a:pt x="5950173" y="1559636"/>
                  <a:pt x="6016525" y="1577292"/>
                </a:cubicBezTo>
                <a:cubicBezTo>
                  <a:pt x="6077908" y="1586145"/>
                  <a:pt x="6125458" y="1613138"/>
                  <a:pt x="6186598" y="1606065"/>
                </a:cubicBezTo>
                <a:cubicBezTo>
                  <a:pt x="6189351" y="1610205"/>
                  <a:pt x="6193226" y="1613745"/>
                  <a:pt x="6197872" y="1616845"/>
                </a:cubicBezTo>
                <a:lnTo>
                  <a:pt x="6212885" y="1624535"/>
                </a:lnTo>
                <a:lnTo>
                  <a:pt x="6319240" y="1660375"/>
                </a:lnTo>
                <a:lnTo>
                  <a:pt x="6333397" y="1658763"/>
                </a:lnTo>
                <a:cubicBezTo>
                  <a:pt x="6332062" y="1641958"/>
                  <a:pt x="6339931" y="1653989"/>
                  <a:pt x="6357266" y="1659543"/>
                </a:cubicBezTo>
                <a:cubicBezTo>
                  <a:pt x="6359058" y="1634684"/>
                  <a:pt x="6403697" y="1659337"/>
                  <a:pt x="6418740" y="1648944"/>
                </a:cubicBezTo>
                <a:cubicBezTo>
                  <a:pt x="6431434" y="1653585"/>
                  <a:pt x="6444892" y="1658041"/>
                  <a:pt x="6458877" y="1662117"/>
                </a:cubicBezTo>
                <a:lnTo>
                  <a:pt x="6467254" y="1664227"/>
                </a:lnTo>
                <a:lnTo>
                  <a:pt x="6467545" y="1664046"/>
                </a:lnTo>
                <a:cubicBezTo>
                  <a:pt x="6469635" y="1664026"/>
                  <a:pt x="6472488" y="1664540"/>
                  <a:pt x="6476635" y="1665826"/>
                </a:cubicBezTo>
                <a:lnTo>
                  <a:pt x="6482535" y="1668074"/>
                </a:lnTo>
                <a:lnTo>
                  <a:pt x="6498791" y="1672167"/>
                </a:lnTo>
                <a:lnTo>
                  <a:pt x="6505220" y="1672092"/>
                </a:lnTo>
                <a:lnTo>
                  <a:pt x="6508969" y="1669922"/>
                </a:lnTo>
                <a:lnTo>
                  <a:pt x="6544886" y="1670695"/>
                </a:lnTo>
                <a:cubicBezTo>
                  <a:pt x="6566195" y="1684748"/>
                  <a:pt x="6578985" y="1674687"/>
                  <a:pt x="6617859" y="1679453"/>
                </a:cubicBezTo>
                <a:cubicBezTo>
                  <a:pt x="6628154" y="1690316"/>
                  <a:pt x="6642041" y="1690691"/>
                  <a:pt x="6657726" y="1687906"/>
                </a:cubicBezTo>
                <a:cubicBezTo>
                  <a:pt x="6690709" y="1699790"/>
                  <a:pt x="6728158" y="1699639"/>
                  <a:pt x="6769041" y="1707304"/>
                </a:cubicBezTo>
                <a:cubicBezTo>
                  <a:pt x="6805580" y="1727028"/>
                  <a:pt x="6838723" y="1715650"/>
                  <a:pt x="6882368" y="1723914"/>
                </a:cubicBezTo>
                <a:lnTo>
                  <a:pt x="6968822" y="1723334"/>
                </a:lnTo>
                <a:lnTo>
                  <a:pt x="6973672" y="1726298"/>
                </a:lnTo>
                <a:cubicBezTo>
                  <a:pt x="6977223" y="1728111"/>
                  <a:pt x="6979851" y="1729020"/>
                  <a:pt x="6981961" y="1729324"/>
                </a:cubicBezTo>
                <a:lnTo>
                  <a:pt x="6982342" y="1729201"/>
                </a:lnTo>
                <a:lnTo>
                  <a:pt x="6989757" y="1732420"/>
                </a:lnTo>
                <a:cubicBezTo>
                  <a:pt x="7001869" y="1738303"/>
                  <a:pt x="7013262" y="1744453"/>
                  <a:pt x="7023794" y="1750660"/>
                </a:cubicBezTo>
                <a:cubicBezTo>
                  <a:pt x="7043973" y="1743394"/>
                  <a:pt x="7076983" y="1772878"/>
                  <a:pt x="7090828" y="1750287"/>
                </a:cubicBezTo>
                <a:cubicBezTo>
                  <a:pt x="7105590" y="1758041"/>
                  <a:pt x="7107688" y="1770308"/>
                  <a:pt x="7114479" y="1754649"/>
                </a:cubicBezTo>
                <a:cubicBezTo>
                  <a:pt x="7126350" y="1758420"/>
                  <a:pt x="7153167" y="1769741"/>
                  <a:pt x="7162053" y="1772908"/>
                </a:cubicBezTo>
                <a:lnTo>
                  <a:pt x="7167808" y="1773656"/>
                </a:lnTo>
                <a:lnTo>
                  <a:pt x="7187185" y="1787148"/>
                </a:lnTo>
                <a:lnTo>
                  <a:pt x="7216505" y="1804489"/>
                </a:lnTo>
                <a:lnTo>
                  <a:pt x="7219246" y="1804514"/>
                </a:lnTo>
                <a:lnTo>
                  <a:pt x="7230639" y="1813879"/>
                </a:lnTo>
                <a:cubicBezTo>
                  <a:pt x="7233815" y="1817438"/>
                  <a:pt x="7236006" y="1821285"/>
                  <a:pt x="7236776" y="1825514"/>
                </a:cubicBezTo>
                <a:cubicBezTo>
                  <a:pt x="7301762" y="1828337"/>
                  <a:pt x="7336564" y="1860417"/>
                  <a:pt x="7394082" y="1877925"/>
                </a:cubicBezTo>
                <a:cubicBezTo>
                  <a:pt x="7452342" y="1904287"/>
                  <a:pt x="7466551" y="1917411"/>
                  <a:pt x="7505820" y="1933859"/>
                </a:cubicBezTo>
                <a:cubicBezTo>
                  <a:pt x="7522528" y="1943253"/>
                  <a:pt x="7574803" y="2016599"/>
                  <a:pt x="7572147" y="2003817"/>
                </a:cubicBezTo>
                <a:cubicBezTo>
                  <a:pt x="7612486" y="2043915"/>
                  <a:pt x="7771831" y="2029022"/>
                  <a:pt x="7828975" y="2061508"/>
                </a:cubicBezTo>
                <a:lnTo>
                  <a:pt x="7886804" y="2075509"/>
                </a:lnTo>
                <a:cubicBezTo>
                  <a:pt x="7859463" y="2091010"/>
                  <a:pt x="7941076" y="2081130"/>
                  <a:pt x="7923558" y="2103529"/>
                </a:cubicBezTo>
                <a:lnTo>
                  <a:pt x="7947954" y="2104996"/>
                </a:lnTo>
                <a:lnTo>
                  <a:pt x="7952318" y="2105077"/>
                </a:lnTo>
                <a:lnTo>
                  <a:pt x="7966398" y="2109147"/>
                </a:lnTo>
                <a:lnTo>
                  <a:pt x="7974591" y="2105612"/>
                </a:lnTo>
                <a:lnTo>
                  <a:pt x="7998806" y="2108382"/>
                </a:lnTo>
                <a:cubicBezTo>
                  <a:pt x="8007224" y="2110145"/>
                  <a:pt x="8015519" y="2112885"/>
                  <a:pt x="8023544" y="2117183"/>
                </a:cubicBezTo>
                <a:cubicBezTo>
                  <a:pt x="8042536" y="2139405"/>
                  <a:pt x="8113922" y="2135674"/>
                  <a:pt x="8136247" y="2164190"/>
                </a:cubicBezTo>
                <a:cubicBezTo>
                  <a:pt x="8146485" y="2173150"/>
                  <a:pt x="8190564" y="2191557"/>
                  <a:pt x="8206445" y="2189356"/>
                </a:cubicBezTo>
                <a:cubicBezTo>
                  <a:pt x="8217189" y="2192022"/>
                  <a:pt x="8225092" y="2198625"/>
                  <a:pt x="8237464" y="2194272"/>
                </a:cubicBezTo>
                <a:cubicBezTo>
                  <a:pt x="8254235" y="2189840"/>
                  <a:pt x="8270768" y="2214957"/>
                  <a:pt x="8277853" y="2204259"/>
                </a:cubicBezTo>
                <a:cubicBezTo>
                  <a:pt x="8289971" y="2221808"/>
                  <a:pt x="8328475" y="2213978"/>
                  <a:pt x="8352501" y="2218290"/>
                </a:cubicBezTo>
                <a:cubicBezTo>
                  <a:pt x="8359916" y="2233716"/>
                  <a:pt x="8403014" y="2227555"/>
                  <a:pt x="8446938" y="2243393"/>
                </a:cubicBezTo>
                <a:cubicBezTo>
                  <a:pt x="8454511" y="2260801"/>
                  <a:pt x="8476684" y="2253935"/>
                  <a:pt x="8497138" y="2281506"/>
                </a:cubicBezTo>
                <a:cubicBezTo>
                  <a:pt x="8499906" y="2280770"/>
                  <a:pt x="8502925" y="2280276"/>
                  <a:pt x="8506096" y="2280042"/>
                </a:cubicBezTo>
                <a:cubicBezTo>
                  <a:pt x="8524529" y="2278674"/>
                  <a:pt x="8544098" y="2286123"/>
                  <a:pt x="8549806" y="2296675"/>
                </a:cubicBezTo>
                <a:cubicBezTo>
                  <a:pt x="8586026" y="2337107"/>
                  <a:pt x="8636988" y="2356250"/>
                  <a:pt x="8680256" y="2378758"/>
                </a:cubicBezTo>
                <a:cubicBezTo>
                  <a:pt x="8731302" y="2402123"/>
                  <a:pt x="8717522" y="2366494"/>
                  <a:pt x="8766301" y="2410605"/>
                </a:cubicBezTo>
                <a:cubicBezTo>
                  <a:pt x="8780965" y="2405907"/>
                  <a:pt x="8789790" y="2408871"/>
                  <a:pt x="8800492" y="2418067"/>
                </a:cubicBezTo>
                <a:cubicBezTo>
                  <a:pt x="8825856" y="2428860"/>
                  <a:pt x="8842594" y="2409144"/>
                  <a:pt x="8857555" y="2430810"/>
                </a:cubicBezTo>
                <a:cubicBezTo>
                  <a:pt x="8882799" y="2437942"/>
                  <a:pt x="8927730" y="2453942"/>
                  <a:pt x="8951967" y="2460856"/>
                </a:cubicBezTo>
                <a:cubicBezTo>
                  <a:pt x="8978331" y="2469875"/>
                  <a:pt x="8959838" y="2488515"/>
                  <a:pt x="9002970" y="2472291"/>
                </a:cubicBezTo>
                <a:cubicBezTo>
                  <a:pt x="9023997" y="2488383"/>
                  <a:pt x="9039735" y="2479669"/>
                  <a:pt x="9081613" y="2488296"/>
                </a:cubicBezTo>
                <a:lnTo>
                  <a:pt x="9091561" y="2494386"/>
                </a:lnTo>
                <a:lnTo>
                  <a:pt x="9140625" y="2486779"/>
                </a:lnTo>
                <a:cubicBezTo>
                  <a:pt x="9207053" y="2531245"/>
                  <a:pt x="9151264" y="2467994"/>
                  <a:pt x="9271105" y="2511730"/>
                </a:cubicBezTo>
                <a:cubicBezTo>
                  <a:pt x="9275764" y="2517275"/>
                  <a:pt x="9293352" y="2518083"/>
                  <a:pt x="9295023" y="2512830"/>
                </a:cubicBezTo>
                <a:cubicBezTo>
                  <a:pt x="9301933" y="2516606"/>
                  <a:pt x="9314623" y="2531276"/>
                  <a:pt x="9321673" y="2524119"/>
                </a:cubicBezTo>
                <a:cubicBezTo>
                  <a:pt x="9341881" y="2529408"/>
                  <a:pt x="9361130" y="2536033"/>
                  <a:pt x="9378975" y="2543803"/>
                </a:cubicBezTo>
                <a:lnTo>
                  <a:pt x="9414193" y="2562927"/>
                </a:lnTo>
                <a:lnTo>
                  <a:pt x="9426009" y="2558847"/>
                </a:lnTo>
                <a:cubicBezTo>
                  <a:pt x="9433598" y="2557225"/>
                  <a:pt x="9441714" y="2557145"/>
                  <a:pt x="9450634" y="2560685"/>
                </a:cubicBezTo>
                <a:cubicBezTo>
                  <a:pt x="9496298" y="2596479"/>
                  <a:pt x="9461586" y="2547391"/>
                  <a:pt x="9549097" y="2585168"/>
                </a:cubicBezTo>
                <a:cubicBezTo>
                  <a:pt x="9551956" y="2589460"/>
                  <a:pt x="9565592" y="2590888"/>
                  <a:pt x="9567633" y="2587105"/>
                </a:cubicBezTo>
                <a:cubicBezTo>
                  <a:pt x="9572507" y="2590206"/>
                  <a:pt x="9580361" y="2601581"/>
                  <a:pt x="9586878" y="2596659"/>
                </a:cubicBezTo>
                <a:lnTo>
                  <a:pt x="9589974" y="2598235"/>
                </a:lnTo>
                <a:lnTo>
                  <a:pt x="9590570" y="2598249"/>
                </a:lnTo>
                <a:lnTo>
                  <a:pt x="9591896" y="2599214"/>
                </a:lnTo>
                <a:lnTo>
                  <a:pt x="9604535" y="2605654"/>
                </a:lnTo>
                <a:lnTo>
                  <a:pt x="9610554" y="2606189"/>
                </a:lnTo>
                <a:cubicBezTo>
                  <a:pt x="9641361" y="2613359"/>
                  <a:pt x="9668752" y="2624572"/>
                  <a:pt x="9690072" y="2638745"/>
                </a:cubicBezTo>
                <a:cubicBezTo>
                  <a:pt x="9723195" y="2641319"/>
                  <a:pt x="9726446" y="2647335"/>
                  <a:pt x="9726964" y="2653728"/>
                </a:cubicBezTo>
                <a:cubicBezTo>
                  <a:pt x="9734958" y="2656403"/>
                  <a:pt x="9731670" y="2653170"/>
                  <a:pt x="9738036" y="2654794"/>
                </a:cubicBezTo>
                <a:cubicBezTo>
                  <a:pt x="9745908" y="2657757"/>
                  <a:pt x="9765000" y="2668100"/>
                  <a:pt x="9774202" y="2671509"/>
                </a:cubicBezTo>
                <a:lnTo>
                  <a:pt x="9793246" y="2675245"/>
                </a:lnTo>
                <a:cubicBezTo>
                  <a:pt x="9812596" y="2680039"/>
                  <a:pt x="9869995" y="2696274"/>
                  <a:pt x="9890301" y="2700274"/>
                </a:cubicBezTo>
                <a:cubicBezTo>
                  <a:pt x="9900631" y="2696314"/>
                  <a:pt x="9908572" y="2696560"/>
                  <a:pt x="9915070" y="2699250"/>
                </a:cubicBezTo>
                <a:lnTo>
                  <a:pt x="9976517" y="2732899"/>
                </a:lnTo>
                <a:cubicBezTo>
                  <a:pt x="9981869" y="2727000"/>
                  <a:pt x="9984699" y="2731165"/>
                  <a:pt x="9990168" y="2737877"/>
                </a:cubicBezTo>
                <a:lnTo>
                  <a:pt x="9995041" y="2741223"/>
                </a:lnTo>
                <a:lnTo>
                  <a:pt x="10012636" y="2729876"/>
                </a:lnTo>
                <a:lnTo>
                  <a:pt x="10044280" y="2726966"/>
                </a:lnTo>
                <a:lnTo>
                  <a:pt x="10057934" y="2735671"/>
                </a:lnTo>
                <a:cubicBezTo>
                  <a:pt x="10075281" y="2744341"/>
                  <a:pt x="10128594" y="2769607"/>
                  <a:pt x="10148373" y="2778987"/>
                </a:cubicBezTo>
                <a:lnTo>
                  <a:pt x="10176601" y="2791940"/>
                </a:lnTo>
                <a:cubicBezTo>
                  <a:pt x="10185319" y="2817937"/>
                  <a:pt x="10238746" y="2788423"/>
                  <a:pt x="10235082" y="2816761"/>
                </a:cubicBezTo>
                <a:cubicBezTo>
                  <a:pt x="10261478" y="2797979"/>
                  <a:pt x="10382486" y="2835579"/>
                  <a:pt x="10421684" y="2833871"/>
                </a:cubicBezTo>
                <a:cubicBezTo>
                  <a:pt x="10427369" y="2846480"/>
                  <a:pt x="10490893" y="2829473"/>
                  <a:pt x="10507376" y="2822262"/>
                </a:cubicBezTo>
                <a:cubicBezTo>
                  <a:pt x="10633551" y="2812985"/>
                  <a:pt x="10703974" y="2842678"/>
                  <a:pt x="10738376" y="2833353"/>
                </a:cubicBezTo>
                <a:cubicBezTo>
                  <a:pt x="10827719" y="2830304"/>
                  <a:pt x="10976757" y="2802522"/>
                  <a:pt x="11043443" y="2803954"/>
                </a:cubicBezTo>
                <a:cubicBezTo>
                  <a:pt x="11049567" y="2823106"/>
                  <a:pt x="11121061" y="2794142"/>
                  <a:pt x="11115269" y="2823367"/>
                </a:cubicBezTo>
                <a:cubicBezTo>
                  <a:pt x="11122168" y="2835110"/>
                  <a:pt x="11139334" y="2833959"/>
                  <a:pt x="11147582" y="2822547"/>
                </a:cubicBezTo>
                <a:cubicBezTo>
                  <a:pt x="11168093" y="2823815"/>
                  <a:pt x="11180424" y="2837446"/>
                  <a:pt x="11201205" y="2818210"/>
                </a:cubicBezTo>
                <a:cubicBezTo>
                  <a:pt x="11229430" y="2819282"/>
                  <a:pt x="11368539" y="2855696"/>
                  <a:pt x="11391726" y="2826386"/>
                </a:cubicBezTo>
                <a:cubicBezTo>
                  <a:pt x="11480791" y="2839198"/>
                  <a:pt x="11451058" y="2820936"/>
                  <a:pt x="11507640" y="2824866"/>
                </a:cubicBezTo>
                <a:cubicBezTo>
                  <a:pt x="11607733" y="2861658"/>
                  <a:pt x="11671908" y="2815146"/>
                  <a:pt x="11718056" y="2821969"/>
                </a:cubicBezTo>
                <a:cubicBezTo>
                  <a:pt x="11816707" y="2792061"/>
                  <a:pt x="11860087" y="2819031"/>
                  <a:pt x="11937926" y="2817058"/>
                </a:cubicBezTo>
                <a:cubicBezTo>
                  <a:pt x="11973607" y="2824139"/>
                  <a:pt x="11989529" y="2794506"/>
                  <a:pt x="12035355" y="2813340"/>
                </a:cubicBezTo>
                <a:cubicBezTo>
                  <a:pt x="12062147" y="2782988"/>
                  <a:pt x="12154841" y="2795794"/>
                  <a:pt x="12179047" y="2788508"/>
                </a:cubicBezTo>
                <a:lnTo>
                  <a:pt x="12192000" y="2788486"/>
                </a:lnTo>
                <a:lnTo>
                  <a:pt x="12192000" y="3378280"/>
                </a:lnTo>
                <a:lnTo>
                  <a:pt x="0" y="337828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30A828F-1517-F16F-D2AB-4B63C4EB490E}"/>
              </a:ext>
            </a:extLst>
          </p:cNvPr>
          <p:cNvSpPr>
            <a:spLocks noGrp="1"/>
          </p:cNvSpPr>
          <p:nvPr>
            <p:ph type="title"/>
          </p:nvPr>
        </p:nvSpPr>
        <p:spPr>
          <a:xfrm>
            <a:off x="2402114" y="2039254"/>
            <a:ext cx="7387772" cy="2206171"/>
          </a:xfrm>
        </p:spPr>
        <p:txBody>
          <a:bodyPr vert="horz" lIns="91440" tIns="45720" rIns="91440" bIns="45720" rtlCol="0" anchor="ctr">
            <a:normAutofit/>
          </a:bodyPr>
          <a:lstStyle/>
          <a:p>
            <a:pPr algn="ctr"/>
            <a:r>
              <a:rPr lang="en-US" sz="4400" kern="1200">
                <a:solidFill>
                  <a:schemeClr val="tx1">
                    <a:lumMod val="85000"/>
                    <a:lumOff val="15000"/>
                  </a:schemeClr>
                </a:solidFill>
                <a:latin typeface="+mj-lt"/>
                <a:ea typeface="+mj-ea"/>
                <a:cs typeface="+mj-cs"/>
              </a:rPr>
              <a:t>Data Profiling, Cleaning, and Transformation</a:t>
            </a:r>
          </a:p>
        </p:txBody>
      </p:sp>
      <p:sp>
        <p:nvSpPr>
          <p:cNvPr id="3" name="Text Placeholder 2">
            <a:extLst>
              <a:ext uri="{FF2B5EF4-FFF2-40B4-BE49-F238E27FC236}">
                <a16:creationId xmlns:a16="http://schemas.microsoft.com/office/drawing/2014/main" id="{3F932489-0CE1-858B-1904-D583688DFB72}"/>
              </a:ext>
            </a:extLst>
          </p:cNvPr>
          <p:cNvSpPr>
            <a:spLocks noGrp="1"/>
          </p:cNvSpPr>
          <p:nvPr>
            <p:ph type="body" idx="1"/>
          </p:nvPr>
        </p:nvSpPr>
        <p:spPr>
          <a:xfrm>
            <a:off x="892628" y="5158522"/>
            <a:ext cx="5689601" cy="1087477"/>
          </a:xfrm>
        </p:spPr>
        <p:txBody>
          <a:bodyPr vert="horz" lIns="91440" tIns="45720" rIns="91440" bIns="45720" rtlCol="0" anchor="ctr">
            <a:normAutofit/>
          </a:bodyPr>
          <a:lstStyle/>
          <a:p>
            <a:endParaRPr lang="en-US" sz="1800" kern="1200">
              <a:solidFill>
                <a:schemeClr val="tx1">
                  <a:lumMod val="85000"/>
                  <a:lumOff val="15000"/>
                </a:schemeClr>
              </a:solidFill>
              <a:latin typeface="+mn-lt"/>
              <a:ea typeface="+mn-ea"/>
              <a:cs typeface="+mn-cs"/>
            </a:endParaRPr>
          </a:p>
        </p:txBody>
      </p:sp>
      <p:sp>
        <p:nvSpPr>
          <p:cNvPr id="12" name="Freeform: Shape 11">
            <a:extLst>
              <a:ext uri="{FF2B5EF4-FFF2-40B4-BE49-F238E27FC236}">
                <a16:creationId xmlns:a16="http://schemas.microsoft.com/office/drawing/2014/main" id="{AEFD2FD1-B3A5-4E1D-BCC8-7684A5440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90051" y="0"/>
            <a:ext cx="7301949" cy="91834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410677 w 9517857"/>
              <a:gd name="connsiteY93" fmla="*/ 172167 h 918356"/>
              <a:gd name="connsiteX94" fmla="*/ 8617841 w 9517857"/>
              <a:gd name="connsiteY94" fmla="*/ 155167 h 918356"/>
              <a:gd name="connsiteX95" fmla="*/ 8715976 w 9517857"/>
              <a:gd name="connsiteY95" fmla="*/ 178374 h 918356"/>
              <a:gd name="connsiteX96" fmla="*/ 8778827 w 9517857"/>
              <a:gd name="connsiteY96" fmla="*/ 172936 h 918356"/>
              <a:gd name="connsiteX97" fmla="*/ 8840778 w 9517857"/>
              <a:gd name="connsiteY97" fmla="*/ 143149 h 918356"/>
              <a:gd name="connsiteX98" fmla="*/ 9010380 w 9517857"/>
              <a:gd name="connsiteY98" fmla="*/ 91891 h 918356"/>
              <a:gd name="connsiteX99" fmla="*/ 9110856 w 9517857"/>
              <a:gd name="connsiteY99" fmla="*/ 70997 h 918356"/>
              <a:gd name="connsiteX100" fmla="*/ 9268817 w 9517857"/>
              <a:gd name="connsiteY100" fmla="*/ 53082 h 918356"/>
              <a:gd name="connsiteX101" fmla="*/ 9316667 w 9517857"/>
              <a:gd name="connsiteY101" fmla="*/ 45047 h 918356"/>
              <a:gd name="connsiteX102" fmla="*/ 9428209 w 9517857"/>
              <a:gd name="connsiteY102" fmla="*/ 29923 h 918356"/>
              <a:gd name="connsiteX103" fmla="*/ 9517856 w 9517857"/>
              <a:gd name="connsiteY103" fmla="*/ 0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102" fmla="*/ 9517856 w 9517857"/>
              <a:gd name="connsiteY102" fmla="*/ 0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551625 w 9517857"/>
              <a:gd name="connsiteY93" fmla="*/ 16151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102" fmla="*/ 9517856 w 9517857"/>
              <a:gd name="connsiteY102" fmla="*/ 0 h 918356"/>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660110 w 9517857"/>
              <a:gd name="connsiteY48" fmla="*/ 348714 h 918344"/>
              <a:gd name="connsiteX49" fmla="*/ 3750023 w 9517857"/>
              <a:gd name="connsiteY49" fmla="*/ 370666 h 918344"/>
              <a:gd name="connsiteX50" fmla="*/ 3844133 w 9517857"/>
              <a:gd name="connsiteY50" fmla="*/ 360636 h 918344"/>
              <a:gd name="connsiteX51" fmla="*/ 3913545 w 9517857"/>
              <a:gd name="connsiteY51" fmla="*/ 344223 h 918344"/>
              <a:gd name="connsiteX52" fmla="*/ 4266740 w 9517857"/>
              <a:gd name="connsiteY52" fmla="*/ 361442 h 918344"/>
              <a:gd name="connsiteX53" fmla="*/ 4430770 w 9517857"/>
              <a:gd name="connsiteY53" fmla="*/ 342631 h 918344"/>
              <a:gd name="connsiteX54" fmla="*/ 4512664 w 9517857"/>
              <a:gd name="connsiteY54" fmla="*/ 319936 h 918344"/>
              <a:gd name="connsiteX55" fmla="*/ 4616423 w 9517857"/>
              <a:gd name="connsiteY55" fmla="*/ 290902 h 918344"/>
              <a:gd name="connsiteX56" fmla="*/ 4691675 w 9517857"/>
              <a:gd name="connsiteY56" fmla="*/ 253999 h 918344"/>
              <a:gd name="connsiteX57" fmla="*/ 4689051 w 9517857"/>
              <a:gd name="connsiteY57" fmla="*/ 250956 h 918344"/>
              <a:gd name="connsiteX58" fmla="*/ 4719994 w 9517857"/>
              <a:gd name="connsiteY58" fmla="*/ 245295 h 918344"/>
              <a:gd name="connsiteX59" fmla="*/ 4752894 w 9517857"/>
              <a:gd name="connsiteY59" fmla="*/ 239863 h 918344"/>
              <a:gd name="connsiteX60" fmla="*/ 4769329 w 9517857"/>
              <a:gd name="connsiteY60" fmla="*/ 233573 h 918344"/>
              <a:gd name="connsiteX61" fmla="*/ 4775634 w 9517857"/>
              <a:gd name="connsiteY61" fmla="*/ 234051 h 918344"/>
              <a:gd name="connsiteX62" fmla="*/ 4790452 w 9517857"/>
              <a:gd name="connsiteY62" fmla="*/ 233560 h 918344"/>
              <a:gd name="connsiteX63" fmla="*/ 4789062 w 9517857"/>
              <a:gd name="connsiteY63" fmla="*/ 241912 h 918344"/>
              <a:gd name="connsiteX64" fmla="*/ 4827826 w 9517857"/>
              <a:gd name="connsiteY64" fmla="*/ 246965 h 918344"/>
              <a:gd name="connsiteX65" fmla="*/ 4892569 w 9517857"/>
              <a:gd name="connsiteY65" fmla="*/ 249921 h 918344"/>
              <a:gd name="connsiteX66" fmla="*/ 4896611 w 9517857"/>
              <a:gd name="connsiteY66" fmla="*/ 240436 h 918344"/>
              <a:gd name="connsiteX67" fmla="*/ 4917286 w 9517857"/>
              <a:gd name="connsiteY67" fmla="*/ 243647 h 918344"/>
              <a:gd name="connsiteX68" fmla="*/ 4981173 w 9517857"/>
              <a:gd name="connsiteY68" fmla="*/ 247091 h 918344"/>
              <a:gd name="connsiteX69" fmla="*/ 5060397 w 9517857"/>
              <a:gd name="connsiteY69" fmla="*/ 263676 h 918344"/>
              <a:gd name="connsiteX70" fmla="*/ 5252996 w 9517857"/>
              <a:gd name="connsiteY70" fmla="*/ 270643 h 918344"/>
              <a:gd name="connsiteX71" fmla="*/ 5358056 w 9517857"/>
              <a:gd name="connsiteY71" fmla="*/ 247236 h 918344"/>
              <a:gd name="connsiteX72" fmla="*/ 5426496 w 9517857"/>
              <a:gd name="connsiteY72" fmla="*/ 235130 h 918344"/>
              <a:gd name="connsiteX73" fmla="*/ 5497161 w 9517857"/>
              <a:gd name="connsiteY73" fmla="*/ 228796 h 918344"/>
              <a:gd name="connsiteX74" fmla="*/ 5826043 w 9517857"/>
              <a:gd name="connsiteY74" fmla="*/ 148061 h 918344"/>
              <a:gd name="connsiteX75" fmla="*/ 6013415 w 9517857"/>
              <a:gd name="connsiteY75" fmla="*/ 137304 h 918344"/>
              <a:gd name="connsiteX76" fmla="*/ 6080994 w 9517857"/>
              <a:gd name="connsiteY76" fmla="*/ 142926 h 918344"/>
              <a:gd name="connsiteX77" fmla="*/ 6194152 w 9517857"/>
              <a:gd name="connsiteY77" fmla="*/ 151760 h 918344"/>
              <a:gd name="connsiteX78" fmla="*/ 6281379 w 9517857"/>
              <a:gd name="connsiteY78" fmla="*/ 181614 h 918344"/>
              <a:gd name="connsiteX79" fmla="*/ 6374947 w 9517857"/>
              <a:gd name="connsiteY79" fmla="*/ 179787 h 918344"/>
              <a:gd name="connsiteX80" fmla="*/ 6448518 w 9517857"/>
              <a:gd name="connsiteY80" fmla="*/ 164366 h 918344"/>
              <a:gd name="connsiteX81" fmla="*/ 6544700 w 9517857"/>
              <a:gd name="connsiteY81" fmla="*/ 167149 h 918344"/>
              <a:gd name="connsiteX82" fmla="*/ 6648353 w 9517857"/>
              <a:gd name="connsiteY82" fmla="*/ 172238 h 918344"/>
              <a:gd name="connsiteX83" fmla="*/ 6736227 w 9517857"/>
              <a:gd name="connsiteY83" fmla="*/ 173204 h 918344"/>
              <a:gd name="connsiteX84" fmla="*/ 6977218 w 9517857"/>
              <a:gd name="connsiteY84" fmla="*/ 184277 h 918344"/>
              <a:gd name="connsiteX85" fmla="*/ 7065221 w 9517857"/>
              <a:gd name="connsiteY85" fmla="*/ 227519 h 918344"/>
              <a:gd name="connsiteX86" fmla="*/ 7565449 w 9517857"/>
              <a:gd name="connsiteY86" fmla="*/ 258938 h 918344"/>
              <a:gd name="connsiteX87" fmla="*/ 7599285 w 9517857"/>
              <a:gd name="connsiteY87" fmla="*/ 266009 h 918344"/>
              <a:gd name="connsiteX88" fmla="*/ 7644411 w 9517857"/>
              <a:gd name="connsiteY88" fmla="*/ 258974 h 918344"/>
              <a:gd name="connsiteX89" fmla="*/ 7825110 w 9517857"/>
              <a:gd name="connsiteY89" fmla="*/ 229097 h 918344"/>
              <a:gd name="connsiteX90" fmla="*/ 7965804 w 9517857"/>
              <a:gd name="connsiteY90" fmla="*/ 190533 h 918344"/>
              <a:gd name="connsiteX91" fmla="*/ 8147401 w 9517857"/>
              <a:gd name="connsiteY91" fmla="*/ 205605 h 918344"/>
              <a:gd name="connsiteX92" fmla="*/ 8256033 w 9517857"/>
              <a:gd name="connsiteY92" fmla="*/ 193701 h 918344"/>
              <a:gd name="connsiteX93" fmla="*/ 8551625 w 9517857"/>
              <a:gd name="connsiteY93" fmla="*/ 161505 h 918344"/>
              <a:gd name="connsiteX94" fmla="*/ 8715976 w 9517857"/>
              <a:gd name="connsiteY94" fmla="*/ 178362 h 918344"/>
              <a:gd name="connsiteX95" fmla="*/ 8778827 w 9517857"/>
              <a:gd name="connsiteY95" fmla="*/ 172924 h 918344"/>
              <a:gd name="connsiteX96" fmla="*/ 8840778 w 9517857"/>
              <a:gd name="connsiteY96" fmla="*/ 143137 h 918344"/>
              <a:gd name="connsiteX97" fmla="*/ 9010380 w 9517857"/>
              <a:gd name="connsiteY97" fmla="*/ 91879 h 918344"/>
              <a:gd name="connsiteX98" fmla="*/ 9110856 w 9517857"/>
              <a:gd name="connsiteY98" fmla="*/ 70985 h 918344"/>
              <a:gd name="connsiteX99" fmla="*/ 9268817 w 9517857"/>
              <a:gd name="connsiteY99" fmla="*/ 53070 h 918344"/>
              <a:gd name="connsiteX100" fmla="*/ 9316667 w 9517857"/>
              <a:gd name="connsiteY100" fmla="*/ 45035 h 918344"/>
              <a:gd name="connsiteX101" fmla="*/ 9428209 w 9517857"/>
              <a:gd name="connsiteY101"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660110 w 9517857"/>
              <a:gd name="connsiteY48" fmla="*/ 348714 h 918344"/>
              <a:gd name="connsiteX49" fmla="*/ 3750023 w 9517857"/>
              <a:gd name="connsiteY49" fmla="*/ 370666 h 918344"/>
              <a:gd name="connsiteX50" fmla="*/ 3844133 w 9517857"/>
              <a:gd name="connsiteY50" fmla="*/ 360636 h 918344"/>
              <a:gd name="connsiteX51" fmla="*/ 3913545 w 9517857"/>
              <a:gd name="connsiteY51" fmla="*/ 344223 h 918344"/>
              <a:gd name="connsiteX52" fmla="*/ 4266740 w 9517857"/>
              <a:gd name="connsiteY52" fmla="*/ 361442 h 918344"/>
              <a:gd name="connsiteX53" fmla="*/ 4430770 w 9517857"/>
              <a:gd name="connsiteY53" fmla="*/ 342631 h 918344"/>
              <a:gd name="connsiteX54" fmla="*/ 4512664 w 9517857"/>
              <a:gd name="connsiteY54" fmla="*/ 319936 h 918344"/>
              <a:gd name="connsiteX55" fmla="*/ 4616423 w 9517857"/>
              <a:gd name="connsiteY55" fmla="*/ 290902 h 918344"/>
              <a:gd name="connsiteX56" fmla="*/ 4691675 w 9517857"/>
              <a:gd name="connsiteY56" fmla="*/ 253999 h 918344"/>
              <a:gd name="connsiteX57" fmla="*/ 4689051 w 9517857"/>
              <a:gd name="connsiteY57" fmla="*/ 250956 h 918344"/>
              <a:gd name="connsiteX58" fmla="*/ 4719994 w 9517857"/>
              <a:gd name="connsiteY58" fmla="*/ 245295 h 918344"/>
              <a:gd name="connsiteX59" fmla="*/ 4752894 w 9517857"/>
              <a:gd name="connsiteY59" fmla="*/ 239863 h 918344"/>
              <a:gd name="connsiteX60" fmla="*/ 4769329 w 9517857"/>
              <a:gd name="connsiteY60" fmla="*/ 233573 h 918344"/>
              <a:gd name="connsiteX61" fmla="*/ 4775634 w 9517857"/>
              <a:gd name="connsiteY61" fmla="*/ 234051 h 918344"/>
              <a:gd name="connsiteX62" fmla="*/ 4790452 w 9517857"/>
              <a:gd name="connsiteY62" fmla="*/ 233560 h 918344"/>
              <a:gd name="connsiteX63" fmla="*/ 4789062 w 9517857"/>
              <a:gd name="connsiteY63" fmla="*/ 241912 h 918344"/>
              <a:gd name="connsiteX64" fmla="*/ 4827826 w 9517857"/>
              <a:gd name="connsiteY64" fmla="*/ 246965 h 918344"/>
              <a:gd name="connsiteX65" fmla="*/ 4892569 w 9517857"/>
              <a:gd name="connsiteY65" fmla="*/ 249921 h 918344"/>
              <a:gd name="connsiteX66" fmla="*/ 4896611 w 9517857"/>
              <a:gd name="connsiteY66" fmla="*/ 240436 h 918344"/>
              <a:gd name="connsiteX67" fmla="*/ 4917286 w 9517857"/>
              <a:gd name="connsiteY67" fmla="*/ 243647 h 918344"/>
              <a:gd name="connsiteX68" fmla="*/ 5060397 w 9517857"/>
              <a:gd name="connsiteY68" fmla="*/ 263676 h 918344"/>
              <a:gd name="connsiteX69" fmla="*/ 5252996 w 9517857"/>
              <a:gd name="connsiteY69" fmla="*/ 270643 h 918344"/>
              <a:gd name="connsiteX70" fmla="*/ 5358056 w 9517857"/>
              <a:gd name="connsiteY70" fmla="*/ 247236 h 918344"/>
              <a:gd name="connsiteX71" fmla="*/ 5426496 w 9517857"/>
              <a:gd name="connsiteY71" fmla="*/ 235130 h 918344"/>
              <a:gd name="connsiteX72" fmla="*/ 5497161 w 9517857"/>
              <a:gd name="connsiteY72" fmla="*/ 228796 h 918344"/>
              <a:gd name="connsiteX73" fmla="*/ 5826043 w 9517857"/>
              <a:gd name="connsiteY73" fmla="*/ 148061 h 918344"/>
              <a:gd name="connsiteX74" fmla="*/ 6013415 w 9517857"/>
              <a:gd name="connsiteY74" fmla="*/ 137304 h 918344"/>
              <a:gd name="connsiteX75" fmla="*/ 6080994 w 9517857"/>
              <a:gd name="connsiteY75" fmla="*/ 142926 h 918344"/>
              <a:gd name="connsiteX76" fmla="*/ 6194152 w 9517857"/>
              <a:gd name="connsiteY76" fmla="*/ 151760 h 918344"/>
              <a:gd name="connsiteX77" fmla="*/ 6281379 w 9517857"/>
              <a:gd name="connsiteY77" fmla="*/ 181614 h 918344"/>
              <a:gd name="connsiteX78" fmla="*/ 6374947 w 9517857"/>
              <a:gd name="connsiteY78" fmla="*/ 179787 h 918344"/>
              <a:gd name="connsiteX79" fmla="*/ 6448518 w 9517857"/>
              <a:gd name="connsiteY79" fmla="*/ 164366 h 918344"/>
              <a:gd name="connsiteX80" fmla="*/ 6544700 w 9517857"/>
              <a:gd name="connsiteY80" fmla="*/ 167149 h 918344"/>
              <a:gd name="connsiteX81" fmla="*/ 6648353 w 9517857"/>
              <a:gd name="connsiteY81" fmla="*/ 172238 h 918344"/>
              <a:gd name="connsiteX82" fmla="*/ 6736227 w 9517857"/>
              <a:gd name="connsiteY82" fmla="*/ 173204 h 918344"/>
              <a:gd name="connsiteX83" fmla="*/ 6977218 w 9517857"/>
              <a:gd name="connsiteY83" fmla="*/ 184277 h 918344"/>
              <a:gd name="connsiteX84" fmla="*/ 7065221 w 9517857"/>
              <a:gd name="connsiteY84" fmla="*/ 227519 h 918344"/>
              <a:gd name="connsiteX85" fmla="*/ 7565449 w 9517857"/>
              <a:gd name="connsiteY85" fmla="*/ 258938 h 918344"/>
              <a:gd name="connsiteX86" fmla="*/ 7599285 w 9517857"/>
              <a:gd name="connsiteY86" fmla="*/ 266009 h 918344"/>
              <a:gd name="connsiteX87" fmla="*/ 7644411 w 9517857"/>
              <a:gd name="connsiteY87" fmla="*/ 258974 h 918344"/>
              <a:gd name="connsiteX88" fmla="*/ 7825110 w 9517857"/>
              <a:gd name="connsiteY88" fmla="*/ 229097 h 918344"/>
              <a:gd name="connsiteX89" fmla="*/ 7965804 w 9517857"/>
              <a:gd name="connsiteY89" fmla="*/ 190533 h 918344"/>
              <a:gd name="connsiteX90" fmla="*/ 8147401 w 9517857"/>
              <a:gd name="connsiteY90" fmla="*/ 205605 h 918344"/>
              <a:gd name="connsiteX91" fmla="*/ 8256033 w 9517857"/>
              <a:gd name="connsiteY91" fmla="*/ 193701 h 918344"/>
              <a:gd name="connsiteX92" fmla="*/ 8551625 w 9517857"/>
              <a:gd name="connsiteY92" fmla="*/ 161505 h 918344"/>
              <a:gd name="connsiteX93" fmla="*/ 8715976 w 9517857"/>
              <a:gd name="connsiteY93" fmla="*/ 178362 h 918344"/>
              <a:gd name="connsiteX94" fmla="*/ 8778827 w 9517857"/>
              <a:gd name="connsiteY94" fmla="*/ 172924 h 918344"/>
              <a:gd name="connsiteX95" fmla="*/ 8840778 w 9517857"/>
              <a:gd name="connsiteY95" fmla="*/ 143137 h 918344"/>
              <a:gd name="connsiteX96" fmla="*/ 9010380 w 9517857"/>
              <a:gd name="connsiteY96" fmla="*/ 91879 h 918344"/>
              <a:gd name="connsiteX97" fmla="*/ 9110856 w 9517857"/>
              <a:gd name="connsiteY97" fmla="*/ 70985 h 918344"/>
              <a:gd name="connsiteX98" fmla="*/ 9268817 w 9517857"/>
              <a:gd name="connsiteY98" fmla="*/ 53070 h 918344"/>
              <a:gd name="connsiteX99" fmla="*/ 9316667 w 9517857"/>
              <a:gd name="connsiteY99" fmla="*/ 45035 h 918344"/>
              <a:gd name="connsiteX100" fmla="*/ 9428209 w 9517857"/>
              <a:gd name="connsiteY100"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26043 w 9517857"/>
              <a:gd name="connsiteY72" fmla="*/ 148061 h 918344"/>
              <a:gd name="connsiteX73" fmla="*/ 6013415 w 9517857"/>
              <a:gd name="connsiteY73" fmla="*/ 137304 h 918344"/>
              <a:gd name="connsiteX74" fmla="*/ 6080994 w 9517857"/>
              <a:gd name="connsiteY74" fmla="*/ 142926 h 918344"/>
              <a:gd name="connsiteX75" fmla="*/ 6194152 w 9517857"/>
              <a:gd name="connsiteY75" fmla="*/ 151760 h 918344"/>
              <a:gd name="connsiteX76" fmla="*/ 6281379 w 9517857"/>
              <a:gd name="connsiteY76" fmla="*/ 181614 h 918344"/>
              <a:gd name="connsiteX77" fmla="*/ 6374947 w 9517857"/>
              <a:gd name="connsiteY77" fmla="*/ 179787 h 918344"/>
              <a:gd name="connsiteX78" fmla="*/ 6448518 w 9517857"/>
              <a:gd name="connsiteY78" fmla="*/ 164366 h 918344"/>
              <a:gd name="connsiteX79" fmla="*/ 6544700 w 9517857"/>
              <a:gd name="connsiteY79" fmla="*/ 167149 h 918344"/>
              <a:gd name="connsiteX80" fmla="*/ 6648353 w 9517857"/>
              <a:gd name="connsiteY80" fmla="*/ 172238 h 918344"/>
              <a:gd name="connsiteX81" fmla="*/ 6736227 w 9517857"/>
              <a:gd name="connsiteY81" fmla="*/ 173204 h 918344"/>
              <a:gd name="connsiteX82" fmla="*/ 6977218 w 9517857"/>
              <a:gd name="connsiteY82" fmla="*/ 184277 h 918344"/>
              <a:gd name="connsiteX83" fmla="*/ 7065221 w 9517857"/>
              <a:gd name="connsiteY83" fmla="*/ 227519 h 918344"/>
              <a:gd name="connsiteX84" fmla="*/ 7565449 w 9517857"/>
              <a:gd name="connsiteY84" fmla="*/ 258938 h 918344"/>
              <a:gd name="connsiteX85" fmla="*/ 7599285 w 9517857"/>
              <a:gd name="connsiteY85" fmla="*/ 266009 h 918344"/>
              <a:gd name="connsiteX86" fmla="*/ 7644411 w 9517857"/>
              <a:gd name="connsiteY86" fmla="*/ 258974 h 918344"/>
              <a:gd name="connsiteX87" fmla="*/ 7825110 w 9517857"/>
              <a:gd name="connsiteY87" fmla="*/ 229097 h 918344"/>
              <a:gd name="connsiteX88" fmla="*/ 7965804 w 9517857"/>
              <a:gd name="connsiteY88" fmla="*/ 190533 h 918344"/>
              <a:gd name="connsiteX89" fmla="*/ 8147401 w 9517857"/>
              <a:gd name="connsiteY89" fmla="*/ 205605 h 918344"/>
              <a:gd name="connsiteX90" fmla="*/ 8256033 w 9517857"/>
              <a:gd name="connsiteY90" fmla="*/ 193701 h 918344"/>
              <a:gd name="connsiteX91" fmla="*/ 8551625 w 9517857"/>
              <a:gd name="connsiteY91" fmla="*/ 161505 h 918344"/>
              <a:gd name="connsiteX92" fmla="*/ 8715976 w 9517857"/>
              <a:gd name="connsiteY92" fmla="*/ 178362 h 918344"/>
              <a:gd name="connsiteX93" fmla="*/ 8778827 w 9517857"/>
              <a:gd name="connsiteY93" fmla="*/ 172924 h 918344"/>
              <a:gd name="connsiteX94" fmla="*/ 8840778 w 9517857"/>
              <a:gd name="connsiteY94" fmla="*/ 143137 h 918344"/>
              <a:gd name="connsiteX95" fmla="*/ 9010380 w 9517857"/>
              <a:gd name="connsiteY95" fmla="*/ 91879 h 918344"/>
              <a:gd name="connsiteX96" fmla="*/ 9110856 w 9517857"/>
              <a:gd name="connsiteY96" fmla="*/ 70985 h 918344"/>
              <a:gd name="connsiteX97" fmla="*/ 9268817 w 9517857"/>
              <a:gd name="connsiteY97" fmla="*/ 53070 h 918344"/>
              <a:gd name="connsiteX98" fmla="*/ 9316667 w 9517857"/>
              <a:gd name="connsiteY98" fmla="*/ 45035 h 918344"/>
              <a:gd name="connsiteX99" fmla="*/ 9428209 w 9517857"/>
              <a:gd name="connsiteY99"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6013415 w 9517857"/>
              <a:gd name="connsiteY72" fmla="*/ 137304 h 918344"/>
              <a:gd name="connsiteX73" fmla="*/ 6080994 w 9517857"/>
              <a:gd name="connsiteY73" fmla="*/ 1429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80994 w 9517857"/>
              <a:gd name="connsiteY73" fmla="*/ 1429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350974 w 9517857"/>
              <a:gd name="connsiteY84" fmla="*/ 3803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366801 w 9517857"/>
              <a:gd name="connsiteY83" fmla="*/ 258938 h 918344"/>
              <a:gd name="connsiteX84" fmla="*/ 7350974 w 9517857"/>
              <a:gd name="connsiteY84" fmla="*/ 3803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366801 w 9517857"/>
              <a:gd name="connsiteY83" fmla="*/ 258938 h 918344"/>
              <a:gd name="connsiteX84" fmla="*/ 7433745 w 9517857"/>
              <a:gd name="connsiteY84" fmla="*/ 24695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547829 w 9517857"/>
              <a:gd name="connsiteY34" fmla="*/ 5661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13545 w 9517857"/>
              <a:gd name="connsiteY49" fmla="*/ 34422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13545 w 9517857"/>
              <a:gd name="connsiteY49" fmla="*/ 34422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8147401 w 9517857"/>
              <a:gd name="connsiteY86" fmla="*/ 205605 h 918344"/>
              <a:gd name="connsiteX87" fmla="*/ 8256033 w 9517857"/>
              <a:gd name="connsiteY87" fmla="*/ 193701 h 918344"/>
              <a:gd name="connsiteX88" fmla="*/ 8551625 w 9517857"/>
              <a:gd name="connsiteY88" fmla="*/ 161505 h 918344"/>
              <a:gd name="connsiteX89" fmla="*/ 8715976 w 9517857"/>
              <a:gd name="connsiteY89" fmla="*/ 178362 h 918344"/>
              <a:gd name="connsiteX90" fmla="*/ 8778827 w 9517857"/>
              <a:gd name="connsiteY90" fmla="*/ 172924 h 918344"/>
              <a:gd name="connsiteX91" fmla="*/ 8840778 w 9517857"/>
              <a:gd name="connsiteY91" fmla="*/ 143137 h 918344"/>
              <a:gd name="connsiteX92" fmla="*/ 9010380 w 9517857"/>
              <a:gd name="connsiteY92" fmla="*/ 91879 h 918344"/>
              <a:gd name="connsiteX93" fmla="*/ 9110856 w 9517857"/>
              <a:gd name="connsiteY93" fmla="*/ 70985 h 918344"/>
              <a:gd name="connsiteX94" fmla="*/ 9268817 w 9517857"/>
              <a:gd name="connsiteY94" fmla="*/ 53070 h 918344"/>
              <a:gd name="connsiteX95" fmla="*/ 9316667 w 9517857"/>
              <a:gd name="connsiteY95" fmla="*/ 45035 h 918344"/>
              <a:gd name="connsiteX96" fmla="*/ 9428209 w 9517857"/>
              <a:gd name="connsiteY96"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8106016 w 9517857"/>
              <a:gd name="connsiteY86" fmla="*/ 231005 h 918344"/>
              <a:gd name="connsiteX87" fmla="*/ 8256033 w 9517857"/>
              <a:gd name="connsiteY87" fmla="*/ 193701 h 918344"/>
              <a:gd name="connsiteX88" fmla="*/ 8551625 w 9517857"/>
              <a:gd name="connsiteY88" fmla="*/ 161505 h 918344"/>
              <a:gd name="connsiteX89" fmla="*/ 8715976 w 9517857"/>
              <a:gd name="connsiteY89" fmla="*/ 178362 h 918344"/>
              <a:gd name="connsiteX90" fmla="*/ 8778827 w 9517857"/>
              <a:gd name="connsiteY90" fmla="*/ 172924 h 918344"/>
              <a:gd name="connsiteX91" fmla="*/ 8840778 w 9517857"/>
              <a:gd name="connsiteY91" fmla="*/ 143137 h 918344"/>
              <a:gd name="connsiteX92" fmla="*/ 9010380 w 9517857"/>
              <a:gd name="connsiteY92" fmla="*/ 91879 h 918344"/>
              <a:gd name="connsiteX93" fmla="*/ 9110856 w 9517857"/>
              <a:gd name="connsiteY93" fmla="*/ 70985 h 918344"/>
              <a:gd name="connsiteX94" fmla="*/ 9268817 w 9517857"/>
              <a:gd name="connsiteY94" fmla="*/ 53070 h 918344"/>
              <a:gd name="connsiteX95" fmla="*/ 9316667 w 9517857"/>
              <a:gd name="connsiteY95" fmla="*/ 45035 h 918344"/>
              <a:gd name="connsiteX96" fmla="*/ 9428209 w 9517857"/>
              <a:gd name="connsiteY96"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6014778 w 9517857"/>
              <a:gd name="connsiteY71" fmla="*/ 16832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840778 w 9517857"/>
              <a:gd name="connsiteY89" fmla="*/ 143137 h 918344"/>
              <a:gd name="connsiteX90" fmla="*/ 9010380 w 9517857"/>
              <a:gd name="connsiteY90" fmla="*/ 91879 h 918344"/>
              <a:gd name="connsiteX91" fmla="*/ 9110856 w 9517857"/>
              <a:gd name="connsiteY91" fmla="*/ 70985 h 918344"/>
              <a:gd name="connsiteX92" fmla="*/ 9268817 w 9517857"/>
              <a:gd name="connsiteY92" fmla="*/ 53070 h 918344"/>
              <a:gd name="connsiteX93" fmla="*/ 9316667 w 9517857"/>
              <a:gd name="connsiteY93" fmla="*/ 45035 h 918344"/>
              <a:gd name="connsiteX94" fmla="*/ 9428209 w 9517857"/>
              <a:gd name="connsiteY94"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840778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683515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63955 w 9517857"/>
              <a:gd name="connsiteY85" fmla="*/ 205605 h 918344"/>
              <a:gd name="connsiteX86" fmla="*/ 8256033 w 9517857"/>
              <a:gd name="connsiteY86" fmla="*/ 193701 h 918344"/>
              <a:gd name="connsiteX87" fmla="*/ 8551625 w 9517857"/>
              <a:gd name="connsiteY87" fmla="*/ 161505 h 918344"/>
              <a:gd name="connsiteX88" fmla="*/ 8683515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9517857" h="918344">
                <a:moveTo>
                  <a:pt x="4686423" y="247907"/>
                </a:moveTo>
                <a:lnTo>
                  <a:pt x="4689051" y="250956"/>
                </a:lnTo>
                <a:lnTo>
                  <a:pt x="4687244" y="251286"/>
                </a:lnTo>
                <a:lnTo>
                  <a:pt x="4686423" y="247907"/>
                </a:lnTo>
                <a:close/>
                <a:moveTo>
                  <a:pt x="4685225" y="246518"/>
                </a:moveTo>
                <a:cubicBezTo>
                  <a:pt x="4688837" y="243186"/>
                  <a:pt x="4687468" y="244586"/>
                  <a:pt x="4686133" y="246715"/>
                </a:cubicBezTo>
                <a:cubicBezTo>
                  <a:pt x="4686230" y="247112"/>
                  <a:pt x="4686326" y="247510"/>
                  <a:pt x="4686423" y="247907"/>
                </a:cubicBezTo>
                <a:lnTo>
                  <a:pt x="4685225" y="246518"/>
                </a:lnTo>
                <a:close/>
                <a:moveTo>
                  <a:pt x="9428209" y="29911"/>
                </a:moveTo>
                <a:lnTo>
                  <a:pt x="9517857" y="0"/>
                </a:lnTo>
                <a:lnTo>
                  <a:pt x="9517857" y="918344"/>
                </a:lnTo>
                <a:lnTo>
                  <a:pt x="14604" y="918344"/>
                </a:lnTo>
                <a:lnTo>
                  <a:pt x="12841" y="917751"/>
                </a:lnTo>
                <a:cubicBezTo>
                  <a:pt x="4532" y="914852"/>
                  <a:pt x="-773" y="912795"/>
                  <a:pt x="93" y="912459"/>
                </a:cubicBezTo>
                <a:cubicBezTo>
                  <a:pt x="172" y="912286"/>
                  <a:pt x="58594" y="890483"/>
                  <a:pt x="58674" y="890310"/>
                </a:cubicBezTo>
                <a:cubicBezTo>
                  <a:pt x="127436" y="929602"/>
                  <a:pt x="206243" y="828214"/>
                  <a:pt x="275005" y="807217"/>
                </a:cubicBezTo>
                <a:cubicBezTo>
                  <a:pt x="303983" y="806075"/>
                  <a:pt x="504960" y="777363"/>
                  <a:pt x="587824" y="798183"/>
                </a:cubicBezTo>
                <a:cubicBezTo>
                  <a:pt x="598733" y="769336"/>
                  <a:pt x="682904" y="785912"/>
                  <a:pt x="651826" y="738326"/>
                </a:cubicBezTo>
                <a:cubicBezTo>
                  <a:pt x="688440" y="737850"/>
                  <a:pt x="753255" y="750384"/>
                  <a:pt x="727985" y="719814"/>
                </a:cubicBezTo>
                <a:cubicBezTo>
                  <a:pt x="739648" y="718737"/>
                  <a:pt x="775717" y="715075"/>
                  <a:pt x="778982" y="710130"/>
                </a:cubicBezTo>
                <a:cubicBezTo>
                  <a:pt x="779189" y="709395"/>
                  <a:pt x="849736" y="718709"/>
                  <a:pt x="849944" y="717975"/>
                </a:cubicBezTo>
                <a:lnTo>
                  <a:pt x="921659" y="712683"/>
                </a:lnTo>
                <a:lnTo>
                  <a:pt x="930946" y="734034"/>
                </a:lnTo>
                <a:lnTo>
                  <a:pt x="986250" y="713518"/>
                </a:lnTo>
                <a:lnTo>
                  <a:pt x="1013752" y="713349"/>
                </a:lnTo>
                <a:lnTo>
                  <a:pt x="1023734" y="718559"/>
                </a:lnTo>
                <a:cubicBezTo>
                  <a:pt x="1033291" y="721264"/>
                  <a:pt x="1045398" y="721382"/>
                  <a:pt x="1063207" y="715639"/>
                </a:cubicBezTo>
                <a:lnTo>
                  <a:pt x="1081980" y="738443"/>
                </a:lnTo>
                <a:lnTo>
                  <a:pt x="1218120" y="713268"/>
                </a:lnTo>
                <a:cubicBezTo>
                  <a:pt x="1230137" y="716150"/>
                  <a:pt x="1387179" y="685167"/>
                  <a:pt x="1397459" y="691178"/>
                </a:cubicBezTo>
                <a:cubicBezTo>
                  <a:pt x="1490025" y="704972"/>
                  <a:pt x="1465878" y="715592"/>
                  <a:pt x="1580688" y="693685"/>
                </a:cubicBezTo>
                <a:cubicBezTo>
                  <a:pt x="1607067" y="704367"/>
                  <a:pt x="1719477" y="658227"/>
                  <a:pt x="1772334" y="710628"/>
                </a:cubicBezTo>
                <a:cubicBezTo>
                  <a:pt x="1745536" y="644812"/>
                  <a:pt x="1976078" y="716424"/>
                  <a:pt x="2002561" y="659905"/>
                </a:cubicBezTo>
                <a:cubicBezTo>
                  <a:pt x="2045346" y="660345"/>
                  <a:pt x="2166676" y="654379"/>
                  <a:pt x="2135144" y="636489"/>
                </a:cubicBezTo>
                <a:cubicBezTo>
                  <a:pt x="2226022" y="620861"/>
                  <a:pt x="2361353" y="588467"/>
                  <a:pt x="2448505" y="578838"/>
                </a:cubicBezTo>
                <a:cubicBezTo>
                  <a:pt x="2446114" y="626857"/>
                  <a:pt x="2632278" y="528268"/>
                  <a:pt x="2658055" y="578715"/>
                </a:cubicBezTo>
                <a:cubicBezTo>
                  <a:pt x="2670795" y="573569"/>
                  <a:pt x="2682322" y="566993"/>
                  <a:pt x="2693698" y="560017"/>
                </a:cubicBezTo>
                <a:lnTo>
                  <a:pt x="2699673" y="556388"/>
                </a:lnTo>
                <a:lnTo>
                  <a:pt x="2727306" y="550686"/>
                </a:lnTo>
                <a:lnTo>
                  <a:pt x="2730451" y="538046"/>
                </a:lnTo>
                <a:lnTo>
                  <a:pt x="2768713" y="521563"/>
                </a:lnTo>
                <a:cubicBezTo>
                  <a:pt x="2783756" y="517092"/>
                  <a:pt x="2800788" y="514279"/>
                  <a:pt x="2820868" y="514148"/>
                </a:cubicBezTo>
                <a:cubicBezTo>
                  <a:pt x="2894791" y="532873"/>
                  <a:pt x="2981506" y="465495"/>
                  <a:pt x="3073635" y="491282"/>
                </a:cubicBezTo>
                <a:cubicBezTo>
                  <a:pt x="3106872" y="496612"/>
                  <a:pt x="3205785" y="487706"/>
                  <a:pt x="3222071" y="470547"/>
                </a:cubicBezTo>
                <a:cubicBezTo>
                  <a:pt x="3242193" y="465502"/>
                  <a:pt x="3267163" y="469124"/>
                  <a:pt x="3274069" y="451593"/>
                </a:cubicBezTo>
                <a:cubicBezTo>
                  <a:pt x="3286659" y="430153"/>
                  <a:pt x="3363648" y="455559"/>
                  <a:pt x="3349632" y="432571"/>
                </a:cubicBezTo>
                <a:lnTo>
                  <a:pt x="3479593" y="390425"/>
                </a:lnTo>
                <a:cubicBezTo>
                  <a:pt x="3546325" y="380108"/>
                  <a:pt x="3689266" y="375631"/>
                  <a:pt x="3750023" y="370666"/>
                </a:cubicBezTo>
                <a:cubicBezTo>
                  <a:pt x="3810780" y="365701"/>
                  <a:pt x="3796187" y="363985"/>
                  <a:pt x="3844133" y="360636"/>
                </a:cubicBezTo>
                <a:cubicBezTo>
                  <a:pt x="3892079" y="357287"/>
                  <a:pt x="4007004" y="338828"/>
                  <a:pt x="4037701" y="350573"/>
                </a:cubicBezTo>
                <a:cubicBezTo>
                  <a:pt x="4133026" y="338752"/>
                  <a:pt x="4159924" y="363178"/>
                  <a:pt x="4266740" y="361442"/>
                </a:cubicBezTo>
                <a:cubicBezTo>
                  <a:pt x="4385770" y="354362"/>
                  <a:pt x="4314535" y="340131"/>
                  <a:pt x="4430770" y="342631"/>
                </a:cubicBezTo>
                <a:cubicBezTo>
                  <a:pt x="4439969" y="322582"/>
                  <a:pt x="4478290" y="314633"/>
                  <a:pt x="4512664" y="319936"/>
                </a:cubicBezTo>
                <a:cubicBezTo>
                  <a:pt x="4570011" y="315126"/>
                  <a:pt x="4549085" y="269587"/>
                  <a:pt x="4616423" y="290902"/>
                </a:cubicBezTo>
                <a:cubicBezTo>
                  <a:pt x="4599641" y="270265"/>
                  <a:pt x="4692085" y="269204"/>
                  <a:pt x="4691675" y="253999"/>
                </a:cubicBezTo>
                <a:lnTo>
                  <a:pt x="4689051" y="250956"/>
                </a:lnTo>
                <a:lnTo>
                  <a:pt x="4719994" y="245295"/>
                </a:lnTo>
                <a:cubicBezTo>
                  <a:pt x="4732635" y="242763"/>
                  <a:pt x="4745300" y="240323"/>
                  <a:pt x="4752894" y="239863"/>
                </a:cubicBezTo>
                <a:lnTo>
                  <a:pt x="4769329" y="233573"/>
                </a:lnTo>
                <a:lnTo>
                  <a:pt x="4775634" y="234051"/>
                </a:lnTo>
                <a:lnTo>
                  <a:pt x="4790452" y="233560"/>
                </a:lnTo>
                <a:lnTo>
                  <a:pt x="4789062" y="241912"/>
                </a:lnTo>
                <a:cubicBezTo>
                  <a:pt x="4786342" y="249920"/>
                  <a:pt x="4804560" y="248619"/>
                  <a:pt x="4827826" y="246965"/>
                </a:cubicBezTo>
                <a:cubicBezTo>
                  <a:pt x="4875782" y="239557"/>
                  <a:pt x="4874112" y="283401"/>
                  <a:pt x="4892569" y="249921"/>
                </a:cubicBezTo>
                <a:lnTo>
                  <a:pt x="4896611" y="240436"/>
                </a:lnTo>
                <a:lnTo>
                  <a:pt x="4917286" y="243647"/>
                </a:lnTo>
                <a:cubicBezTo>
                  <a:pt x="4944584" y="247520"/>
                  <a:pt x="5004445" y="259177"/>
                  <a:pt x="5060397" y="263676"/>
                </a:cubicBezTo>
                <a:cubicBezTo>
                  <a:pt x="5093356" y="238577"/>
                  <a:pt x="5149615" y="249939"/>
                  <a:pt x="5244719" y="245243"/>
                </a:cubicBezTo>
                <a:cubicBezTo>
                  <a:pt x="5280563" y="216460"/>
                  <a:pt x="5287005" y="287909"/>
                  <a:pt x="5358056" y="247236"/>
                </a:cubicBezTo>
                <a:cubicBezTo>
                  <a:pt x="5361752" y="250245"/>
                  <a:pt x="5403312" y="238203"/>
                  <a:pt x="5426496" y="235130"/>
                </a:cubicBezTo>
                <a:cubicBezTo>
                  <a:pt x="5449679" y="232057"/>
                  <a:pt x="5473549" y="245599"/>
                  <a:pt x="5497161" y="228796"/>
                </a:cubicBezTo>
                <a:cubicBezTo>
                  <a:pt x="5639351" y="214989"/>
                  <a:pt x="5707050" y="169433"/>
                  <a:pt x="5923732" y="187376"/>
                </a:cubicBezTo>
                <a:cubicBezTo>
                  <a:pt x="5980821" y="181528"/>
                  <a:pt x="6140195" y="184371"/>
                  <a:pt x="6194152" y="151760"/>
                </a:cubicBezTo>
                <a:cubicBezTo>
                  <a:pt x="6187280" y="177771"/>
                  <a:pt x="6304222" y="153398"/>
                  <a:pt x="6281379" y="181614"/>
                </a:cubicBezTo>
                <a:cubicBezTo>
                  <a:pt x="6321899" y="201807"/>
                  <a:pt x="6335111" y="162578"/>
                  <a:pt x="6374947" y="179787"/>
                </a:cubicBezTo>
                <a:cubicBezTo>
                  <a:pt x="6417404" y="181324"/>
                  <a:pt x="6402484" y="169682"/>
                  <a:pt x="6448518" y="164366"/>
                </a:cubicBezTo>
                <a:cubicBezTo>
                  <a:pt x="6504958" y="162476"/>
                  <a:pt x="6493438" y="111191"/>
                  <a:pt x="6544700" y="167149"/>
                </a:cubicBezTo>
                <a:cubicBezTo>
                  <a:pt x="6601507" y="148685"/>
                  <a:pt x="6566269" y="164374"/>
                  <a:pt x="6648353" y="172238"/>
                </a:cubicBezTo>
                <a:cubicBezTo>
                  <a:pt x="6680008" y="155211"/>
                  <a:pt x="6707960" y="160661"/>
                  <a:pt x="6736227" y="173204"/>
                </a:cubicBezTo>
                <a:cubicBezTo>
                  <a:pt x="6813963" y="164272"/>
                  <a:pt x="6888143" y="181284"/>
                  <a:pt x="6977218" y="184277"/>
                </a:cubicBezTo>
                <a:cubicBezTo>
                  <a:pt x="7040424" y="188306"/>
                  <a:pt x="7000291" y="215076"/>
                  <a:pt x="7065221" y="227519"/>
                </a:cubicBezTo>
                <a:cubicBezTo>
                  <a:pt x="7130151" y="239962"/>
                  <a:pt x="7277790" y="252523"/>
                  <a:pt x="7366801" y="258938"/>
                </a:cubicBezTo>
                <a:cubicBezTo>
                  <a:pt x="7377311" y="252420"/>
                  <a:pt x="7435314" y="238566"/>
                  <a:pt x="7433745" y="246959"/>
                </a:cubicBezTo>
                <a:cubicBezTo>
                  <a:pt x="7446076" y="243878"/>
                  <a:pt x="7639946" y="245807"/>
                  <a:pt x="7644411" y="258974"/>
                </a:cubicBezTo>
                <a:cubicBezTo>
                  <a:pt x="7708015" y="258000"/>
                  <a:pt x="7770249" y="247712"/>
                  <a:pt x="7825110" y="229097"/>
                </a:cubicBezTo>
                <a:cubicBezTo>
                  <a:pt x="7908941" y="220202"/>
                  <a:pt x="8092134" y="211504"/>
                  <a:pt x="8163955" y="205605"/>
                </a:cubicBezTo>
                <a:cubicBezTo>
                  <a:pt x="8183007" y="196598"/>
                  <a:pt x="8225048" y="207087"/>
                  <a:pt x="8256033" y="193701"/>
                </a:cubicBezTo>
                <a:cubicBezTo>
                  <a:pt x="8334440" y="185293"/>
                  <a:pt x="8474968" y="164062"/>
                  <a:pt x="8551625" y="161505"/>
                </a:cubicBezTo>
                <a:cubicBezTo>
                  <a:pt x="8649083" y="153078"/>
                  <a:pt x="8607056" y="154741"/>
                  <a:pt x="8683515" y="143137"/>
                </a:cubicBezTo>
                <a:cubicBezTo>
                  <a:pt x="8746256" y="121084"/>
                  <a:pt x="8897706" y="99547"/>
                  <a:pt x="9002103" y="85529"/>
                </a:cubicBezTo>
                <a:cubicBezTo>
                  <a:pt x="9018826" y="50490"/>
                  <a:pt x="9112524" y="108345"/>
                  <a:pt x="9110856" y="70985"/>
                </a:cubicBezTo>
                <a:cubicBezTo>
                  <a:pt x="9148189" y="94238"/>
                  <a:pt x="9209809" y="53273"/>
                  <a:pt x="9268817" y="53070"/>
                </a:cubicBezTo>
                <a:cubicBezTo>
                  <a:pt x="9279135" y="35985"/>
                  <a:pt x="9292736" y="36508"/>
                  <a:pt x="9316667" y="45035"/>
                </a:cubicBezTo>
                <a:cubicBezTo>
                  <a:pt x="9352186" y="45850"/>
                  <a:pt x="9390008" y="39787"/>
                  <a:pt x="9428209" y="29911"/>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0968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49EE853-A314-77F3-EC93-BD52147D2568}"/>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Data Profiling</a:t>
            </a:r>
          </a:p>
        </p:txBody>
      </p:sp>
      <p:sp>
        <p:nvSpPr>
          <p:cNvPr id="3" name="Content Placeholder 2">
            <a:extLst>
              <a:ext uri="{FF2B5EF4-FFF2-40B4-BE49-F238E27FC236}">
                <a16:creationId xmlns:a16="http://schemas.microsoft.com/office/drawing/2014/main" id="{2D00B5BF-20F8-8F00-6CE5-FF07E2F5A0B4}"/>
              </a:ext>
            </a:extLst>
          </p:cNvPr>
          <p:cNvSpPr>
            <a:spLocks noGrp="1"/>
          </p:cNvSpPr>
          <p:nvPr>
            <p:ph idx="1"/>
          </p:nvPr>
        </p:nvSpPr>
        <p:spPr>
          <a:xfrm>
            <a:off x="1957987" y="2431765"/>
            <a:ext cx="8276026" cy="3320031"/>
          </a:xfrm>
        </p:spPr>
        <p:txBody>
          <a:bodyPr anchor="ctr">
            <a:normAutofit/>
          </a:bodyPr>
          <a:lstStyle/>
          <a:p>
            <a:r>
              <a:rPr lang="en-US" sz="2000">
                <a:solidFill>
                  <a:schemeClr val="tx1">
                    <a:lumMod val="85000"/>
                    <a:lumOff val="15000"/>
                  </a:schemeClr>
                </a:solidFill>
              </a:rPr>
              <a:t>Loaded and examined data in a per-file manner</a:t>
            </a:r>
          </a:p>
          <a:p>
            <a:r>
              <a:rPr lang="en-US" sz="2000">
                <a:solidFill>
                  <a:schemeClr val="tx1">
                    <a:lumMod val="85000"/>
                    <a:lumOff val="15000"/>
                  </a:schemeClr>
                </a:solidFill>
              </a:rPr>
              <a:t>Examined each files total values, nulls, and percentiles</a:t>
            </a:r>
          </a:p>
          <a:p>
            <a:r>
              <a:rPr lang="en-US" sz="2000">
                <a:solidFill>
                  <a:schemeClr val="tx1">
                    <a:lumMod val="85000"/>
                    <a:lumOff val="15000"/>
                  </a:schemeClr>
                </a:solidFill>
              </a:rPr>
              <a:t>Highlighted number of outlier and negative values on a per-file basis</a:t>
            </a:r>
          </a:p>
          <a:p>
            <a:r>
              <a:rPr lang="en-US" sz="2000">
                <a:solidFill>
                  <a:schemeClr val="tx1">
                    <a:lumMod val="85000"/>
                    <a:lumOff val="15000"/>
                  </a:schemeClr>
                </a:solidFill>
              </a:rPr>
              <a:t>Examined the number of unique values in categorical columns and their normalized distributions</a:t>
            </a:r>
          </a:p>
          <a:p>
            <a:r>
              <a:rPr lang="en-US" sz="2000">
                <a:solidFill>
                  <a:schemeClr val="tx1">
                    <a:lumMod val="85000"/>
                    <a:lumOff val="15000"/>
                  </a:schemeClr>
                </a:solidFill>
              </a:rPr>
              <a:t>Detected and highlighted the number of duplicate rows in every file</a:t>
            </a:r>
          </a:p>
          <a:p>
            <a:r>
              <a:rPr lang="en-US" sz="2000">
                <a:solidFill>
                  <a:schemeClr val="tx1">
                    <a:lumMod val="85000"/>
                    <a:lumOff val="15000"/>
                  </a:schemeClr>
                </a:solidFill>
              </a:rPr>
              <a:t>Examined and compared the schema across every file</a:t>
            </a:r>
          </a:p>
          <a:p>
            <a:endParaRPr lang="en-US" sz="2000">
              <a:solidFill>
                <a:schemeClr val="tx1">
                  <a:lumMod val="85000"/>
                  <a:lumOff val="15000"/>
                </a:schemeClr>
              </a:solidFill>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1451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27F97-ED61-B5FB-3BC0-B276204A575A}"/>
              </a:ext>
            </a:extLst>
          </p:cNvPr>
          <p:cNvSpPr>
            <a:spLocks noGrp="1"/>
          </p:cNvSpPr>
          <p:nvPr>
            <p:ph type="title"/>
          </p:nvPr>
        </p:nvSpPr>
        <p:spPr/>
        <p:txBody>
          <a:bodyPr/>
          <a:lstStyle/>
          <a:p>
            <a:r>
              <a:rPr lang="en-US" dirty="0"/>
              <a:t>Transformation and Cleaning</a:t>
            </a:r>
          </a:p>
        </p:txBody>
      </p:sp>
      <p:sp>
        <p:nvSpPr>
          <p:cNvPr id="3" name="Content Placeholder 2">
            <a:extLst>
              <a:ext uri="{FF2B5EF4-FFF2-40B4-BE49-F238E27FC236}">
                <a16:creationId xmlns:a16="http://schemas.microsoft.com/office/drawing/2014/main" id="{16279E48-85F8-6933-282B-F69488DEC84C}"/>
              </a:ext>
            </a:extLst>
          </p:cNvPr>
          <p:cNvSpPr>
            <a:spLocks noGrp="1"/>
          </p:cNvSpPr>
          <p:nvPr>
            <p:ph sz="half" idx="1"/>
          </p:nvPr>
        </p:nvSpPr>
        <p:spPr/>
        <p:txBody>
          <a:bodyPr/>
          <a:lstStyle/>
          <a:p>
            <a:r>
              <a:rPr lang="en-US" dirty="0"/>
              <a:t>Profiling highlighted a major issue, schema drift</a:t>
            </a:r>
          </a:p>
          <a:p>
            <a:r>
              <a:rPr lang="en-US" dirty="0"/>
              <a:t>Process required casting types of integers on some files from 64 bytes to 32 bytes</a:t>
            </a:r>
          </a:p>
          <a:p>
            <a:r>
              <a:rPr lang="en-US" dirty="0" err="1"/>
              <a:t>Airport_fee</a:t>
            </a:r>
            <a:r>
              <a:rPr lang="en-US" dirty="0"/>
              <a:t> column eventually shifted to </a:t>
            </a:r>
            <a:r>
              <a:rPr lang="en-US" dirty="0" err="1"/>
              <a:t>airport_fee</a:t>
            </a:r>
            <a:r>
              <a:rPr lang="en-US" dirty="0"/>
              <a:t>. A minor inconvenience that required fixing</a:t>
            </a:r>
          </a:p>
        </p:txBody>
      </p:sp>
      <p:sp>
        <p:nvSpPr>
          <p:cNvPr id="4" name="Content Placeholder 3">
            <a:extLst>
              <a:ext uri="{FF2B5EF4-FFF2-40B4-BE49-F238E27FC236}">
                <a16:creationId xmlns:a16="http://schemas.microsoft.com/office/drawing/2014/main" id="{EBEA9CA9-A32A-4B0F-9A6A-DF274D72024A}"/>
              </a:ext>
            </a:extLst>
          </p:cNvPr>
          <p:cNvSpPr>
            <a:spLocks noGrp="1"/>
          </p:cNvSpPr>
          <p:nvPr>
            <p:ph sz="half" idx="2"/>
          </p:nvPr>
        </p:nvSpPr>
        <p:spPr/>
        <p:txBody>
          <a:bodyPr/>
          <a:lstStyle/>
          <a:p>
            <a:r>
              <a:rPr lang="en-US" dirty="0"/>
              <a:t>Also revealed massive general data issue in numeric columns</a:t>
            </a:r>
          </a:p>
          <a:p>
            <a:r>
              <a:rPr lang="en-US" dirty="0"/>
              <a:t>Distances and sales in some cases were negative or extreme outliers</a:t>
            </a:r>
          </a:p>
          <a:p>
            <a:r>
              <a:rPr lang="en-US" dirty="0"/>
              <a:t>Trimmed at 120 miles grounded at distance to Philadelphia (~97 miles) and the Hamptons (~120 miles)</a:t>
            </a:r>
          </a:p>
        </p:txBody>
      </p:sp>
    </p:spTree>
    <p:extLst>
      <p:ext uri="{BB962C8B-B14F-4D97-AF65-F5344CB8AC3E}">
        <p14:creationId xmlns:p14="http://schemas.microsoft.com/office/powerpoint/2010/main" val="3171518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E933C-D2F5-23AC-87F0-A9B819F5C23E}"/>
              </a:ext>
            </a:extLst>
          </p:cNvPr>
          <p:cNvSpPr>
            <a:spLocks noGrp="1"/>
          </p:cNvSpPr>
          <p:nvPr>
            <p:ph type="title"/>
          </p:nvPr>
        </p:nvSpPr>
        <p:spPr/>
        <p:txBody>
          <a:bodyPr/>
          <a:lstStyle/>
          <a:p>
            <a:r>
              <a:rPr lang="en-US" dirty="0"/>
              <a:t>Processing at Scale</a:t>
            </a:r>
          </a:p>
        </p:txBody>
      </p:sp>
      <p:sp>
        <p:nvSpPr>
          <p:cNvPr id="3" name="Content Placeholder 2">
            <a:extLst>
              <a:ext uri="{FF2B5EF4-FFF2-40B4-BE49-F238E27FC236}">
                <a16:creationId xmlns:a16="http://schemas.microsoft.com/office/drawing/2014/main" id="{569AE71C-B3A0-7C46-BFAA-1CB309EBC03B}"/>
              </a:ext>
            </a:extLst>
          </p:cNvPr>
          <p:cNvSpPr>
            <a:spLocks noGrp="1"/>
          </p:cNvSpPr>
          <p:nvPr>
            <p:ph idx="1"/>
          </p:nvPr>
        </p:nvSpPr>
        <p:spPr>
          <a:xfrm>
            <a:off x="838200" y="3519377"/>
            <a:ext cx="10515600" cy="2657586"/>
          </a:xfrm>
        </p:spPr>
        <p:txBody>
          <a:bodyPr>
            <a:normAutofit/>
          </a:bodyPr>
          <a:lstStyle/>
          <a:p>
            <a:r>
              <a:rPr lang="en-US" sz="2400" dirty="0"/>
              <a:t>Download Raw files, profile dataset, clean bad values, build analysis</a:t>
            </a:r>
          </a:p>
          <a:p>
            <a:r>
              <a:rPr lang="en-US" sz="2400" dirty="0"/>
              <a:t>Ridiculous size of datasets requires us to delete raw tables as we process</a:t>
            </a:r>
          </a:p>
          <a:p>
            <a:r>
              <a:rPr lang="en-US" sz="2400" dirty="0"/>
              <a:t>Arguments built into pipeline allowing us to choose whether to download, whether to run on yellow taxis, rideshare, or both, and whether to delete on processing</a:t>
            </a:r>
          </a:p>
        </p:txBody>
      </p:sp>
      <p:grpSp>
        <p:nvGrpSpPr>
          <p:cNvPr id="17" name="Group 16">
            <a:extLst>
              <a:ext uri="{FF2B5EF4-FFF2-40B4-BE49-F238E27FC236}">
                <a16:creationId xmlns:a16="http://schemas.microsoft.com/office/drawing/2014/main" id="{641A2BB2-2FA2-6817-5EAD-43BAFBDBC841}"/>
              </a:ext>
            </a:extLst>
          </p:cNvPr>
          <p:cNvGrpSpPr/>
          <p:nvPr/>
        </p:nvGrpSpPr>
        <p:grpSpPr>
          <a:xfrm>
            <a:off x="838200" y="1690688"/>
            <a:ext cx="10515600" cy="1371600"/>
            <a:chOff x="838200" y="1467293"/>
            <a:chExt cx="10515600" cy="1371600"/>
          </a:xfrm>
        </p:grpSpPr>
        <p:sp>
          <p:nvSpPr>
            <p:cNvPr id="4" name="Rounded Rectangle 3">
              <a:extLst>
                <a:ext uri="{FF2B5EF4-FFF2-40B4-BE49-F238E27FC236}">
                  <a16:creationId xmlns:a16="http://schemas.microsoft.com/office/drawing/2014/main" id="{20F68FBA-4BFB-526D-0272-8E8F129E66EC}"/>
                </a:ext>
              </a:extLst>
            </p:cNvPr>
            <p:cNvSpPr/>
            <p:nvPr/>
          </p:nvSpPr>
          <p:spPr>
            <a:xfrm>
              <a:off x="838200" y="1467293"/>
              <a:ext cx="1830572" cy="1371600"/>
            </a:xfrm>
            <a:prstGeom prst="roundRect">
              <a:avLst/>
            </a:prstGeom>
            <a:solidFill>
              <a:srgbClr val="F7B7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Download</a:t>
              </a:r>
            </a:p>
          </p:txBody>
        </p:sp>
        <p:sp>
          <p:nvSpPr>
            <p:cNvPr id="5" name="Rounded Rectangle 4">
              <a:extLst>
                <a:ext uri="{FF2B5EF4-FFF2-40B4-BE49-F238E27FC236}">
                  <a16:creationId xmlns:a16="http://schemas.microsoft.com/office/drawing/2014/main" id="{F22C04B0-CE71-C82E-B39D-8D28540A8259}"/>
                </a:ext>
              </a:extLst>
            </p:cNvPr>
            <p:cNvSpPr/>
            <p:nvPr/>
          </p:nvSpPr>
          <p:spPr>
            <a:xfrm>
              <a:off x="3824177" y="1467293"/>
              <a:ext cx="1830572" cy="1371600"/>
            </a:xfrm>
            <a:prstGeom prst="roundRect">
              <a:avLst/>
            </a:prstGeom>
            <a:solidFill>
              <a:srgbClr val="F7B7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Profile</a:t>
              </a:r>
            </a:p>
          </p:txBody>
        </p:sp>
        <p:sp>
          <p:nvSpPr>
            <p:cNvPr id="6" name="Rounded Rectangle 5">
              <a:extLst>
                <a:ext uri="{FF2B5EF4-FFF2-40B4-BE49-F238E27FC236}">
                  <a16:creationId xmlns:a16="http://schemas.microsoft.com/office/drawing/2014/main" id="{34429626-9F8F-8535-F4B2-7F516F2F6BAD}"/>
                </a:ext>
              </a:extLst>
            </p:cNvPr>
            <p:cNvSpPr/>
            <p:nvPr/>
          </p:nvSpPr>
          <p:spPr>
            <a:xfrm>
              <a:off x="6673702" y="1467293"/>
              <a:ext cx="1830572" cy="1371600"/>
            </a:xfrm>
            <a:prstGeom prst="roundRect">
              <a:avLst/>
            </a:prstGeom>
            <a:solidFill>
              <a:srgbClr val="F7B7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Clean</a:t>
              </a:r>
            </a:p>
          </p:txBody>
        </p:sp>
        <p:sp>
          <p:nvSpPr>
            <p:cNvPr id="7" name="Rounded Rectangle 6">
              <a:extLst>
                <a:ext uri="{FF2B5EF4-FFF2-40B4-BE49-F238E27FC236}">
                  <a16:creationId xmlns:a16="http://schemas.microsoft.com/office/drawing/2014/main" id="{1EB4CA02-88A8-547E-D785-31FEE15DBE4E}"/>
                </a:ext>
              </a:extLst>
            </p:cNvPr>
            <p:cNvSpPr/>
            <p:nvPr/>
          </p:nvSpPr>
          <p:spPr>
            <a:xfrm>
              <a:off x="9523228" y="1467293"/>
              <a:ext cx="1830572" cy="1371600"/>
            </a:xfrm>
            <a:prstGeom prst="roundRect">
              <a:avLst/>
            </a:prstGeom>
            <a:solidFill>
              <a:srgbClr val="F7B7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Analyze</a:t>
              </a:r>
            </a:p>
          </p:txBody>
        </p:sp>
        <p:cxnSp>
          <p:nvCxnSpPr>
            <p:cNvPr id="9" name="Straight Arrow Connector 8">
              <a:extLst>
                <a:ext uri="{FF2B5EF4-FFF2-40B4-BE49-F238E27FC236}">
                  <a16:creationId xmlns:a16="http://schemas.microsoft.com/office/drawing/2014/main" id="{7DEE2402-1FF8-E1AF-D294-2E4AA57C5939}"/>
                </a:ext>
              </a:extLst>
            </p:cNvPr>
            <p:cNvCxnSpPr>
              <a:cxnSpLocks/>
              <a:stCxn id="4" idx="3"/>
              <a:endCxn id="5" idx="1"/>
            </p:cNvCxnSpPr>
            <p:nvPr/>
          </p:nvCxnSpPr>
          <p:spPr>
            <a:xfrm>
              <a:off x="2668772" y="2153093"/>
              <a:ext cx="11554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FE60483A-4E20-DB72-F719-4594825C0387}"/>
                </a:ext>
              </a:extLst>
            </p:cNvPr>
            <p:cNvCxnSpPr>
              <a:cxnSpLocks/>
              <a:stCxn id="5" idx="3"/>
              <a:endCxn id="6" idx="1"/>
            </p:cNvCxnSpPr>
            <p:nvPr/>
          </p:nvCxnSpPr>
          <p:spPr>
            <a:xfrm>
              <a:off x="5654749" y="2153093"/>
              <a:ext cx="101895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CF8C8DA-B434-9A22-7DA1-B9674E4DF463}"/>
                </a:ext>
              </a:extLst>
            </p:cNvPr>
            <p:cNvCxnSpPr>
              <a:cxnSpLocks/>
              <a:stCxn id="6" idx="3"/>
              <a:endCxn id="7" idx="1"/>
            </p:cNvCxnSpPr>
            <p:nvPr/>
          </p:nvCxnSpPr>
          <p:spPr>
            <a:xfrm>
              <a:off x="8504274" y="2153093"/>
              <a:ext cx="101895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4449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069D-D53D-B780-62F9-A5529AAEFDEA}"/>
              </a:ext>
            </a:extLst>
          </p:cNvPr>
          <p:cNvSpPr>
            <a:spLocks noGrp="1"/>
          </p:cNvSpPr>
          <p:nvPr>
            <p:ph type="title"/>
          </p:nvPr>
        </p:nvSpPr>
        <p:spPr/>
        <p:txBody>
          <a:bodyPr/>
          <a:lstStyle/>
          <a:p>
            <a:r>
              <a:rPr lang="en-US" dirty="0"/>
              <a:t>Processing at Scale</a:t>
            </a:r>
          </a:p>
        </p:txBody>
      </p:sp>
      <p:pic>
        <p:nvPicPr>
          <p:cNvPr id="5" name="Content Placeholder 4">
            <a:extLst>
              <a:ext uri="{FF2B5EF4-FFF2-40B4-BE49-F238E27FC236}">
                <a16:creationId xmlns:a16="http://schemas.microsoft.com/office/drawing/2014/main" id="{687B36D5-16CC-24D0-1CA6-51DD159528A0}"/>
              </a:ext>
            </a:extLst>
          </p:cNvPr>
          <p:cNvPicPr>
            <a:picLocks noGrp="1" noChangeAspect="1"/>
          </p:cNvPicPr>
          <p:nvPr>
            <p:ph idx="1"/>
          </p:nvPr>
        </p:nvPicPr>
        <p:blipFill>
          <a:blip r:embed="rId2"/>
          <a:stretch>
            <a:fillRect/>
          </a:stretch>
        </p:blipFill>
        <p:spPr>
          <a:xfrm>
            <a:off x="0" y="1629629"/>
            <a:ext cx="6116781" cy="3598742"/>
          </a:xfrm>
          <a:prstGeom prst="rect">
            <a:avLst/>
          </a:prstGeom>
        </p:spPr>
      </p:pic>
      <p:pic>
        <p:nvPicPr>
          <p:cNvPr id="7" name="Picture 6">
            <a:extLst>
              <a:ext uri="{FF2B5EF4-FFF2-40B4-BE49-F238E27FC236}">
                <a16:creationId xmlns:a16="http://schemas.microsoft.com/office/drawing/2014/main" id="{E9CE2EDE-358E-8C9B-0147-19E3252FD08C}"/>
              </a:ext>
            </a:extLst>
          </p:cNvPr>
          <p:cNvPicPr>
            <a:picLocks noChangeAspect="1"/>
          </p:cNvPicPr>
          <p:nvPr/>
        </p:nvPicPr>
        <p:blipFill>
          <a:blip r:embed="rId3"/>
          <a:stretch>
            <a:fillRect/>
          </a:stretch>
        </p:blipFill>
        <p:spPr>
          <a:xfrm>
            <a:off x="6220691" y="900030"/>
            <a:ext cx="5971309" cy="5394286"/>
          </a:xfrm>
          <a:prstGeom prst="rect">
            <a:avLst/>
          </a:prstGeom>
        </p:spPr>
      </p:pic>
    </p:spTree>
    <p:extLst>
      <p:ext uri="{BB962C8B-B14F-4D97-AF65-F5344CB8AC3E}">
        <p14:creationId xmlns:p14="http://schemas.microsoft.com/office/powerpoint/2010/main" val="16541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E090739-491D-F05A-AF87-5B05ABBD9A8A}"/>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Processing at Scale</a:t>
            </a:r>
          </a:p>
        </p:txBody>
      </p:sp>
      <p:sp>
        <p:nvSpPr>
          <p:cNvPr id="3" name="Content Placeholder 2">
            <a:extLst>
              <a:ext uri="{FF2B5EF4-FFF2-40B4-BE49-F238E27FC236}">
                <a16:creationId xmlns:a16="http://schemas.microsoft.com/office/drawing/2014/main" id="{87A31A3D-4765-E2CF-E1EE-756A11273D37}"/>
              </a:ext>
            </a:extLst>
          </p:cNvPr>
          <p:cNvSpPr>
            <a:spLocks noGrp="1"/>
          </p:cNvSpPr>
          <p:nvPr>
            <p:ph idx="1"/>
          </p:nvPr>
        </p:nvSpPr>
        <p:spPr>
          <a:xfrm>
            <a:off x="1957987" y="2431765"/>
            <a:ext cx="8276026" cy="3320031"/>
          </a:xfrm>
        </p:spPr>
        <p:txBody>
          <a:bodyPr anchor="ctr">
            <a:normAutofit/>
          </a:bodyPr>
          <a:lstStyle/>
          <a:p>
            <a:r>
              <a:rPr lang="en-US" sz="2000">
                <a:solidFill>
                  <a:schemeClr val="tx1">
                    <a:lumMod val="85000"/>
                    <a:lumOff val="15000"/>
                  </a:schemeClr>
                </a:solidFill>
              </a:rPr>
              <a:t>This is an appropriate strategy to handle ridiculous amount of files and rows within those files</a:t>
            </a:r>
          </a:p>
          <a:p>
            <a:r>
              <a:rPr lang="en-US" sz="2000">
                <a:solidFill>
                  <a:schemeClr val="tx1">
                    <a:lumMod val="85000"/>
                    <a:lumOff val="15000"/>
                  </a:schemeClr>
                </a:solidFill>
              </a:rPr>
              <a:t>Polars Lazy Dataframe allows us to scan specific parts of each file specifically. Allows us to only load into memory parts of the dataframe we actually need.</a:t>
            </a:r>
          </a:p>
          <a:p>
            <a:r>
              <a:rPr lang="en-US" sz="2000">
                <a:solidFill>
                  <a:schemeClr val="tx1">
                    <a:lumMod val="85000"/>
                    <a:lumOff val="15000"/>
                  </a:schemeClr>
                </a:solidFill>
              </a:rPr>
              <a:t>Attempts to load dataframes as raw files failed quickly going out of memory. We attempted to use Lazyframe streaming as well but this uses disk storage, something we are short on at this size of work.</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422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02EF0F-46E4-4A03-9F60-1050C6DCE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82045D0-5727-4EB9-858E-6A3506E74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096785"/>
          </a:xfrm>
          <a:custGeom>
            <a:avLst/>
            <a:gdLst>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425215 w 12192000"/>
              <a:gd name="connsiteY90" fmla="*/ 4710396 h 5096785"/>
              <a:gd name="connsiteX91" fmla="*/ 6425070 w 12192000"/>
              <a:gd name="connsiteY91" fmla="*/ 4711644 h 5096785"/>
              <a:gd name="connsiteX92" fmla="*/ 6386800 w 12192000"/>
              <a:gd name="connsiteY92" fmla="*/ 4715431 h 5096785"/>
              <a:gd name="connsiteX93" fmla="*/ 6382703 w 12192000"/>
              <a:gd name="connsiteY93" fmla="*/ 4717930 h 5096785"/>
              <a:gd name="connsiteX94" fmla="*/ 6356495 w 12192000"/>
              <a:gd name="connsiteY94" fmla="*/ 4717843 h 5096785"/>
              <a:gd name="connsiteX95" fmla="*/ 6343628 w 12192000"/>
              <a:gd name="connsiteY95" fmla="*/ 4719161 h 5096785"/>
              <a:gd name="connsiteX96" fmla="*/ 6338605 w 12192000"/>
              <a:gd name="connsiteY96" fmla="*/ 4716723 h 5096785"/>
              <a:gd name="connsiteX97" fmla="*/ 6320318 w 12192000"/>
              <a:gd name="connsiteY97" fmla="*/ 4720095 h 5096785"/>
              <a:gd name="connsiteX98" fmla="*/ 6318742 w 12192000"/>
              <a:gd name="connsiteY98" fmla="*/ 4721541 h 5096785"/>
              <a:gd name="connsiteX99" fmla="*/ 6301708 w 12192000"/>
              <a:gd name="connsiteY99" fmla="*/ 4720380 h 5096785"/>
              <a:gd name="connsiteX100" fmla="*/ 6285082 w 12192000"/>
              <a:gd name="connsiteY100" fmla="*/ 4714639 h 5096785"/>
              <a:gd name="connsiteX101" fmla="*/ 6136936 w 12192000"/>
              <a:gd name="connsiteY101" fmla="*/ 4758246 h 5096785"/>
              <a:gd name="connsiteX102" fmla="*/ 5988578 w 12192000"/>
              <a:gd name="connsiteY102" fmla="*/ 4754427 h 5096785"/>
              <a:gd name="connsiteX103" fmla="*/ 5908701 w 12192000"/>
              <a:gd name="connsiteY103" fmla="*/ 4779160 h 5096785"/>
              <a:gd name="connsiteX104" fmla="*/ 5892219 w 12192000"/>
              <a:gd name="connsiteY104" fmla="*/ 4807892 h 5096785"/>
              <a:gd name="connsiteX105" fmla="*/ 5683612 w 12192000"/>
              <a:gd name="connsiteY105" fmla="*/ 4848770 h 5096785"/>
              <a:gd name="connsiteX106" fmla="*/ 5635111 w 12192000"/>
              <a:gd name="connsiteY106" fmla="*/ 4868888 h 5096785"/>
              <a:gd name="connsiteX107" fmla="*/ 5582652 w 12192000"/>
              <a:gd name="connsiteY107" fmla="*/ 4866836 h 5096785"/>
              <a:gd name="connsiteX108" fmla="*/ 5567213 w 12192000"/>
              <a:gd name="connsiteY108" fmla="*/ 4878769 h 5096785"/>
              <a:gd name="connsiteX109" fmla="*/ 5564659 w 12192000"/>
              <a:gd name="connsiteY109" fmla="*/ 4881042 h 5096785"/>
              <a:gd name="connsiteX110" fmla="*/ 5552102 w 12192000"/>
              <a:gd name="connsiteY110" fmla="*/ 4885426 h 5096785"/>
              <a:gd name="connsiteX111" fmla="*/ 5551475 w 12192000"/>
              <a:gd name="connsiteY111" fmla="*/ 4892560 h 5096785"/>
              <a:gd name="connsiteX112" fmla="*/ 5534664 w 12192000"/>
              <a:gd name="connsiteY112" fmla="*/ 4903385 h 5096785"/>
              <a:gd name="connsiteX113" fmla="*/ 5510737 w 12192000"/>
              <a:gd name="connsiteY113" fmla="*/ 4909807 h 5096785"/>
              <a:gd name="connsiteX114" fmla="*/ 5393901 w 12192000"/>
              <a:gd name="connsiteY114" fmla="*/ 4933709 h 5096785"/>
              <a:gd name="connsiteX115" fmla="*/ 5325782 w 12192000"/>
              <a:gd name="connsiteY115" fmla="*/ 4951789 h 5096785"/>
              <a:gd name="connsiteX116" fmla="*/ 5302703 w 12192000"/>
              <a:gd name="connsiteY116" fmla="*/ 4964590 h 5096785"/>
              <a:gd name="connsiteX117" fmla="*/ 5268591 w 12192000"/>
              <a:gd name="connsiteY117" fmla="*/ 4978479 h 5096785"/>
              <a:gd name="connsiteX118" fmla="*/ 5210559 w 12192000"/>
              <a:gd name="connsiteY118" fmla="*/ 5007585 h 5096785"/>
              <a:gd name="connsiteX119" fmla="*/ 5177597 w 12192000"/>
              <a:gd name="connsiteY119" fmla="*/ 5015926 h 5096785"/>
              <a:gd name="connsiteX120" fmla="*/ 5160569 w 12192000"/>
              <a:gd name="connsiteY120" fmla="*/ 5025681 h 5096785"/>
              <a:gd name="connsiteX121" fmla="*/ 5152748 w 12192000"/>
              <a:gd name="connsiteY121" fmla="*/ 5026569 h 5096785"/>
              <a:gd name="connsiteX122" fmla="*/ 5127678 w 12192000"/>
              <a:gd name="connsiteY122" fmla="*/ 5032947 h 5096785"/>
              <a:gd name="connsiteX123" fmla="*/ 5113147 w 12192000"/>
              <a:gd name="connsiteY123" fmla="*/ 5035818 h 5096785"/>
              <a:gd name="connsiteX124" fmla="*/ 5107301 w 12192000"/>
              <a:gd name="connsiteY124" fmla="*/ 5036672 h 5096785"/>
              <a:gd name="connsiteX125" fmla="*/ 5093215 w 12192000"/>
              <a:gd name="connsiteY125" fmla="*/ 5032880 h 5096785"/>
              <a:gd name="connsiteX126" fmla="*/ 5077058 w 12192000"/>
              <a:gd name="connsiteY126" fmla="*/ 5038681 h 5096785"/>
              <a:gd name="connsiteX127" fmla="*/ 5057349 w 12192000"/>
              <a:gd name="connsiteY127" fmla="*/ 5036015 h 5096785"/>
              <a:gd name="connsiteX128" fmla="*/ 5053945 w 12192000"/>
              <a:gd name="connsiteY128" fmla="*/ 5041952 h 5096785"/>
              <a:gd name="connsiteX129" fmla="*/ 5040021 w 12192000"/>
              <a:gd name="connsiteY129" fmla="*/ 5050052 h 5096785"/>
              <a:gd name="connsiteX130" fmla="*/ 5025913 w 12192000"/>
              <a:gd name="connsiteY130" fmla="*/ 5046535 h 5096785"/>
              <a:gd name="connsiteX131" fmla="*/ 4998218 w 12192000"/>
              <a:gd name="connsiteY131" fmla="*/ 5048065 h 5096785"/>
              <a:gd name="connsiteX132" fmla="*/ 4991008 w 12192000"/>
              <a:gd name="connsiteY132" fmla="*/ 5050439 h 5096785"/>
              <a:gd name="connsiteX133" fmla="*/ 4963503 w 12192000"/>
              <a:gd name="connsiteY133" fmla="*/ 5047575 h 5096785"/>
              <a:gd name="connsiteX134" fmla="*/ 4921053 w 12192000"/>
              <a:gd name="connsiteY134" fmla="*/ 5048925 h 5096785"/>
              <a:gd name="connsiteX135" fmla="*/ 4873420 w 12192000"/>
              <a:gd name="connsiteY135" fmla="*/ 5054929 h 5096785"/>
              <a:gd name="connsiteX136" fmla="*/ 4858825 w 12192000"/>
              <a:gd name="connsiteY136" fmla="*/ 5051329 h 5096785"/>
              <a:gd name="connsiteX137" fmla="*/ 4769340 w 12192000"/>
              <a:gd name="connsiteY137" fmla="*/ 5053090 h 5096785"/>
              <a:gd name="connsiteX138" fmla="*/ 4744152 w 12192000"/>
              <a:gd name="connsiteY138" fmla="*/ 5053391 h 5096785"/>
              <a:gd name="connsiteX139" fmla="*/ 4723556 w 12192000"/>
              <a:gd name="connsiteY139" fmla="*/ 5059633 h 5096785"/>
              <a:gd name="connsiteX140" fmla="*/ 4719699 w 12192000"/>
              <a:gd name="connsiteY140" fmla="*/ 5066298 h 5096785"/>
              <a:gd name="connsiteX141" fmla="*/ 4706016 w 12192000"/>
              <a:gd name="connsiteY141" fmla="*/ 5067422 h 5096785"/>
              <a:gd name="connsiteX142" fmla="*/ 4702593 w 12192000"/>
              <a:gd name="connsiteY142" fmla="*/ 5068973 h 5096785"/>
              <a:gd name="connsiteX143" fmla="*/ 4682766 w 12192000"/>
              <a:gd name="connsiteY143" fmla="*/ 5076609 h 5096785"/>
              <a:gd name="connsiteX144" fmla="*/ 4634960 w 12192000"/>
              <a:gd name="connsiteY144" fmla="*/ 5061852 h 5096785"/>
              <a:gd name="connsiteX145" fmla="*/ 4580645 w 12192000"/>
              <a:gd name="connsiteY145" fmla="*/ 5069246 h 5096785"/>
              <a:gd name="connsiteX146" fmla="*/ 4368005 w 12192000"/>
              <a:gd name="connsiteY146" fmla="*/ 5057426 h 5096785"/>
              <a:gd name="connsiteX147" fmla="*/ 4339489 w 12192000"/>
              <a:gd name="connsiteY147" fmla="*/ 5080858 h 5096785"/>
              <a:gd name="connsiteX148" fmla="*/ 4253895 w 12192000"/>
              <a:gd name="connsiteY148" fmla="*/ 5085008 h 5096785"/>
              <a:gd name="connsiteX149" fmla="*/ 4117780 w 12192000"/>
              <a:gd name="connsiteY149" fmla="*/ 5045175 h 5096785"/>
              <a:gd name="connsiteX150" fmla="*/ 3960074 w 12192000"/>
              <a:gd name="connsiteY150" fmla="*/ 5050708 h 5096785"/>
              <a:gd name="connsiteX151" fmla="*/ 3947260 w 12192000"/>
              <a:gd name="connsiteY151" fmla="*/ 5041167 h 5096785"/>
              <a:gd name="connsiteX152" fmla="*/ 3931969 w 12192000"/>
              <a:gd name="connsiteY152" fmla="*/ 5035902 h 5096785"/>
              <a:gd name="connsiteX153" fmla="*/ 3929836 w 12192000"/>
              <a:gd name="connsiteY153" fmla="*/ 5036901 h 5096785"/>
              <a:gd name="connsiteX154" fmla="*/ 3911296 w 12192000"/>
              <a:gd name="connsiteY154" fmla="*/ 5035663 h 5096785"/>
              <a:gd name="connsiteX155" fmla="*/ 3907746 w 12192000"/>
              <a:gd name="connsiteY155" fmla="*/ 5032107 h 5096785"/>
              <a:gd name="connsiteX156" fmla="*/ 3895182 w 12192000"/>
              <a:gd name="connsiteY156" fmla="*/ 5030229 h 5096785"/>
              <a:gd name="connsiteX157" fmla="*/ 3870866 w 12192000"/>
              <a:gd name="connsiteY157" fmla="*/ 5023753 h 5096785"/>
              <a:gd name="connsiteX158" fmla="*/ 3865913 w 12192000"/>
              <a:gd name="connsiteY158" fmla="*/ 5025143 h 5096785"/>
              <a:gd name="connsiteX159" fmla="*/ 3828606 w 12192000"/>
              <a:gd name="connsiteY159" fmla="*/ 5019426 h 5096785"/>
              <a:gd name="connsiteX160" fmla="*/ 3827901 w 12192000"/>
              <a:gd name="connsiteY160" fmla="*/ 5020583 h 5096785"/>
              <a:gd name="connsiteX161" fmla="*/ 3816543 w 12192000"/>
              <a:gd name="connsiteY161" fmla="*/ 5024366 h 5096785"/>
              <a:gd name="connsiteX162" fmla="*/ 3795278 w 12192000"/>
              <a:gd name="connsiteY162" fmla="*/ 5028779 h 5096785"/>
              <a:gd name="connsiteX163" fmla="*/ 3743858 w 12192000"/>
              <a:gd name="connsiteY163" fmla="*/ 5054237 h 5096785"/>
              <a:gd name="connsiteX164" fmla="*/ 3704945 w 12192000"/>
              <a:gd name="connsiteY164" fmla="*/ 5048413 h 5096785"/>
              <a:gd name="connsiteX165" fmla="*/ 3696992 w 12192000"/>
              <a:gd name="connsiteY165" fmla="*/ 5047914 h 5096785"/>
              <a:gd name="connsiteX166" fmla="*/ 3696780 w 12192000"/>
              <a:gd name="connsiteY166" fmla="*/ 5048181 h 5096785"/>
              <a:gd name="connsiteX167" fmla="*/ 3688290 w 12192000"/>
              <a:gd name="connsiteY167" fmla="*/ 5048204 h 5096785"/>
              <a:gd name="connsiteX168" fmla="*/ 3682486 w 12192000"/>
              <a:gd name="connsiteY168" fmla="*/ 5047000 h 5096785"/>
              <a:gd name="connsiteX169" fmla="*/ 3667056 w 12192000"/>
              <a:gd name="connsiteY169" fmla="*/ 5046030 h 5096785"/>
              <a:gd name="connsiteX170" fmla="*/ 3661403 w 12192000"/>
              <a:gd name="connsiteY170" fmla="*/ 5047537 h 5096785"/>
              <a:gd name="connsiteX171" fmla="*/ 3658673 w 12192000"/>
              <a:gd name="connsiteY171" fmla="*/ 5050790 h 5096785"/>
              <a:gd name="connsiteX172" fmla="*/ 3657333 w 12192000"/>
              <a:gd name="connsiteY172" fmla="*/ 5050325 h 5096785"/>
              <a:gd name="connsiteX173" fmla="*/ 3626778 w 12192000"/>
              <a:gd name="connsiteY173" fmla="*/ 5057882 h 5096785"/>
              <a:gd name="connsiteX174" fmla="*/ 3560067 w 12192000"/>
              <a:gd name="connsiteY174" fmla="*/ 5064266 h 5096785"/>
              <a:gd name="connsiteX175" fmla="*/ 3522641 w 12192000"/>
              <a:gd name="connsiteY175" fmla="*/ 5063654 h 5096785"/>
              <a:gd name="connsiteX176" fmla="*/ 3419275 w 12192000"/>
              <a:gd name="connsiteY176" fmla="*/ 5066646 h 5096785"/>
              <a:gd name="connsiteX177" fmla="*/ 3314869 w 12192000"/>
              <a:gd name="connsiteY177" fmla="*/ 5073197 h 5096785"/>
              <a:gd name="connsiteX178" fmla="*/ 3259088 w 12192000"/>
              <a:gd name="connsiteY178" fmla="*/ 5096363 h 5096785"/>
              <a:gd name="connsiteX179" fmla="*/ 3253104 w 12192000"/>
              <a:gd name="connsiteY179" fmla="*/ 5096785 h 5096785"/>
              <a:gd name="connsiteX180" fmla="*/ 3238751 w 12192000"/>
              <a:gd name="connsiteY180" fmla="*/ 5092996 h 5096785"/>
              <a:gd name="connsiteX181" fmla="*/ 3233681 w 12192000"/>
              <a:gd name="connsiteY181" fmla="*/ 5090758 h 5096785"/>
              <a:gd name="connsiteX182" fmla="*/ 3225562 w 12192000"/>
              <a:gd name="connsiteY182" fmla="*/ 5089215 h 5096785"/>
              <a:gd name="connsiteX183" fmla="*/ 3225260 w 12192000"/>
              <a:gd name="connsiteY183" fmla="*/ 5089437 h 5096785"/>
              <a:gd name="connsiteX184" fmla="*/ 3217859 w 12192000"/>
              <a:gd name="connsiteY184" fmla="*/ 5087484 h 5096785"/>
              <a:gd name="connsiteX185" fmla="*/ 3182980 w 12192000"/>
              <a:gd name="connsiteY185" fmla="*/ 5074650 h 5096785"/>
              <a:gd name="connsiteX186" fmla="*/ 3123938 w 12192000"/>
              <a:gd name="connsiteY186" fmla="*/ 5089912 h 5096785"/>
              <a:gd name="connsiteX187" fmla="*/ 3101912 w 12192000"/>
              <a:gd name="connsiteY187" fmla="*/ 5090281 h 5096785"/>
              <a:gd name="connsiteX188" fmla="*/ 3089591 w 12192000"/>
              <a:gd name="connsiteY188" fmla="*/ 5091865 h 5096785"/>
              <a:gd name="connsiteX189" fmla="*/ 3088465 w 12192000"/>
              <a:gd name="connsiteY189" fmla="*/ 5092858 h 5096785"/>
              <a:gd name="connsiteX190" fmla="*/ 3055081 w 12192000"/>
              <a:gd name="connsiteY190" fmla="*/ 5080424 h 5096785"/>
              <a:gd name="connsiteX191" fmla="*/ 3049807 w 12192000"/>
              <a:gd name="connsiteY191" fmla="*/ 5080860 h 5096785"/>
              <a:gd name="connsiteX192" fmla="*/ 3029122 w 12192000"/>
              <a:gd name="connsiteY192" fmla="*/ 5070085 h 5096785"/>
              <a:gd name="connsiteX193" fmla="*/ 3017862 w 12192000"/>
              <a:gd name="connsiteY193" fmla="*/ 5065942 h 5096785"/>
              <a:gd name="connsiteX194" fmla="*/ 3015868 w 12192000"/>
              <a:gd name="connsiteY194" fmla="*/ 5061832 h 5096785"/>
              <a:gd name="connsiteX195" fmla="*/ 2998644 w 12192000"/>
              <a:gd name="connsiteY195" fmla="*/ 5057210 h 5096785"/>
              <a:gd name="connsiteX196" fmla="*/ 2996219 w 12192000"/>
              <a:gd name="connsiteY196" fmla="*/ 5057788 h 5096785"/>
              <a:gd name="connsiteX197" fmla="*/ 2983676 w 12192000"/>
              <a:gd name="connsiteY197" fmla="*/ 5049852 h 5096785"/>
              <a:gd name="connsiteX198" fmla="*/ 2975170 w 12192000"/>
              <a:gd name="connsiteY198" fmla="*/ 5038214 h 5096785"/>
              <a:gd name="connsiteX199" fmla="*/ 2822441 w 12192000"/>
              <a:gd name="connsiteY199" fmla="*/ 5014517 h 5096785"/>
              <a:gd name="connsiteX200" fmla="*/ 2708054 w 12192000"/>
              <a:gd name="connsiteY200" fmla="*/ 4950706 h 5096785"/>
              <a:gd name="connsiteX201" fmla="*/ 2624713 w 12192000"/>
              <a:gd name="connsiteY201" fmla="*/ 4938959 h 5096785"/>
              <a:gd name="connsiteX202" fmla="*/ 2588328 w 12192000"/>
              <a:gd name="connsiteY202" fmla="*/ 4956476 h 5096785"/>
              <a:gd name="connsiteX203" fmla="*/ 2389931 w 12192000"/>
              <a:gd name="connsiteY203" fmla="*/ 4905785 h 5096785"/>
              <a:gd name="connsiteX204" fmla="*/ 2335186 w 12192000"/>
              <a:gd name="connsiteY204" fmla="*/ 4902957 h 5096785"/>
              <a:gd name="connsiteX205" fmla="*/ 2295307 w 12192000"/>
              <a:gd name="connsiteY205" fmla="*/ 4879800 h 5096785"/>
              <a:gd name="connsiteX206" fmla="*/ 2273393 w 12192000"/>
              <a:gd name="connsiteY206" fmla="*/ 4883565 h 5096785"/>
              <a:gd name="connsiteX207" fmla="*/ 2269523 w 12192000"/>
              <a:gd name="connsiteY207" fmla="*/ 4884442 h 5096785"/>
              <a:gd name="connsiteX208" fmla="*/ 2256015 w 12192000"/>
              <a:gd name="connsiteY208" fmla="*/ 4883014 h 5096785"/>
              <a:gd name="connsiteX209" fmla="*/ 2249731 w 12192000"/>
              <a:gd name="connsiteY209" fmla="*/ 4888778 h 5096785"/>
              <a:gd name="connsiteX210" fmla="*/ 2227629 w 12192000"/>
              <a:gd name="connsiteY210" fmla="*/ 4891047 h 5096785"/>
              <a:gd name="connsiteX211" fmla="*/ 2203460 w 12192000"/>
              <a:gd name="connsiteY211" fmla="*/ 4886696 h 5096785"/>
              <a:gd name="connsiteX212" fmla="*/ 2091528 w 12192000"/>
              <a:gd name="connsiteY212" fmla="*/ 4859155 h 5096785"/>
              <a:gd name="connsiteX213" fmla="*/ 2022901 w 12192000"/>
              <a:gd name="connsiteY213" fmla="*/ 4846594 h 5096785"/>
              <a:gd name="connsiteX214" fmla="*/ 1994227 w 12192000"/>
              <a:gd name="connsiteY214" fmla="*/ 4847973 h 5096785"/>
              <a:gd name="connsiteX215" fmla="*/ 1955936 w 12192000"/>
              <a:gd name="connsiteY215" fmla="*/ 4845765 h 5096785"/>
              <a:gd name="connsiteX216" fmla="*/ 1741924 w 12192000"/>
              <a:gd name="connsiteY216" fmla="*/ 4808054 h 5096785"/>
              <a:gd name="connsiteX217" fmla="*/ 1734410 w 12192000"/>
              <a:gd name="connsiteY217" fmla="*/ 4811675 h 5096785"/>
              <a:gd name="connsiteX218" fmla="*/ 1691423 w 12192000"/>
              <a:gd name="connsiteY218" fmla="*/ 4802777 h 5096785"/>
              <a:gd name="connsiteX219" fmla="*/ 1554504 w 12192000"/>
              <a:gd name="connsiteY219" fmla="*/ 4739985 h 5096785"/>
              <a:gd name="connsiteX220" fmla="*/ 1470119 w 12192000"/>
              <a:gd name="connsiteY220" fmla="*/ 4723470 h 5096785"/>
              <a:gd name="connsiteX221" fmla="*/ 1437967 w 12192000"/>
              <a:gd name="connsiteY221" fmla="*/ 4722710 h 5096785"/>
              <a:gd name="connsiteX222" fmla="*/ 1384234 w 12192000"/>
              <a:gd name="connsiteY222" fmla="*/ 4721117 h 5096785"/>
              <a:gd name="connsiteX223" fmla="*/ 1338647 w 12192000"/>
              <a:gd name="connsiteY223" fmla="*/ 4732483 h 5096785"/>
              <a:gd name="connsiteX224" fmla="*/ 1295869 w 12192000"/>
              <a:gd name="connsiteY224" fmla="*/ 4726175 h 5096785"/>
              <a:gd name="connsiteX225" fmla="*/ 1292949 w 12192000"/>
              <a:gd name="connsiteY225" fmla="*/ 4708469 h 5096785"/>
              <a:gd name="connsiteX226" fmla="*/ 1244908 w 12192000"/>
              <a:gd name="connsiteY226" fmla="*/ 4706993 h 5096785"/>
              <a:gd name="connsiteX227" fmla="*/ 1171266 w 12192000"/>
              <a:gd name="connsiteY227" fmla="*/ 4706535 h 5096785"/>
              <a:gd name="connsiteX228" fmla="*/ 1160868 w 12192000"/>
              <a:gd name="connsiteY228" fmla="*/ 4701936 h 5096785"/>
              <a:gd name="connsiteX229" fmla="*/ 1147599 w 12192000"/>
              <a:gd name="connsiteY229" fmla="*/ 4714833 h 5096785"/>
              <a:gd name="connsiteX230" fmla="*/ 1119603 w 12192000"/>
              <a:gd name="connsiteY230" fmla="*/ 4721303 h 5096785"/>
              <a:gd name="connsiteX231" fmla="*/ 997851 w 12192000"/>
              <a:gd name="connsiteY231" fmla="*/ 4722336 h 5096785"/>
              <a:gd name="connsiteX232" fmla="*/ 976455 w 12192000"/>
              <a:gd name="connsiteY232" fmla="*/ 4726407 h 5096785"/>
              <a:gd name="connsiteX233" fmla="*/ 949939 w 12192000"/>
              <a:gd name="connsiteY233" fmla="*/ 4719699 h 5096785"/>
              <a:gd name="connsiteX234" fmla="*/ 894148 w 12192000"/>
              <a:gd name="connsiteY234" fmla="*/ 4710406 h 5096785"/>
              <a:gd name="connsiteX235" fmla="*/ 857990 w 12192000"/>
              <a:gd name="connsiteY235" fmla="*/ 4696844 h 5096785"/>
              <a:gd name="connsiteX236" fmla="*/ 848649 w 12192000"/>
              <a:gd name="connsiteY236" fmla="*/ 4704021 h 5096785"/>
              <a:gd name="connsiteX237" fmla="*/ 826436 w 12192000"/>
              <a:gd name="connsiteY237" fmla="*/ 4707421 h 5096785"/>
              <a:gd name="connsiteX238" fmla="*/ 733052 w 12192000"/>
              <a:gd name="connsiteY238" fmla="*/ 4701884 h 5096785"/>
              <a:gd name="connsiteX239" fmla="*/ 716185 w 12192000"/>
              <a:gd name="connsiteY239" fmla="*/ 4703827 h 5096785"/>
              <a:gd name="connsiteX240" fmla="*/ 696663 w 12192000"/>
              <a:gd name="connsiteY240" fmla="*/ 4697420 h 5096785"/>
              <a:gd name="connsiteX241" fmla="*/ 582722 w 12192000"/>
              <a:gd name="connsiteY241" fmla="*/ 4658637 h 5096785"/>
              <a:gd name="connsiteX242" fmla="*/ 581118 w 12192000"/>
              <a:gd name="connsiteY242" fmla="*/ 4654120 h 5096785"/>
              <a:gd name="connsiteX243" fmla="*/ 546453 w 12192000"/>
              <a:gd name="connsiteY243" fmla="*/ 4652542 h 5096785"/>
              <a:gd name="connsiteX244" fmla="*/ 536773 w 12192000"/>
              <a:gd name="connsiteY244" fmla="*/ 4644609 h 5096785"/>
              <a:gd name="connsiteX245" fmla="*/ 518899 w 12192000"/>
              <a:gd name="connsiteY245" fmla="*/ 4642839 h 5096785"/>
              <a:gd name="connsiteX246" fmla="*/ 388896 w 12192000"/>
              <a:gd name="connsiteY246" fmla="*/ 4619173 h 5096785"/>
              <a:gd name="connsiteX247" fmla="*/ 366479 w 12192000"/>
              <a:gd name="connsiteY247" fmla="*/ 4618896 h 5096785"/>
              <a:gd name="connsiteX248" fmla="*/ 342781 w 12192000"/>
              <a:gd name="connsiteY248" fmla="*/ 4601239 h 5096785"/>
              <a:gd name="connsiteX249" fmla="*/ 255925 w 12192000"/>
              <a:gd name="connsiteY249" fmla="*/ 4598685 h 5096785"/>
              <a:gd name="connsiteX250" fmla="*/ 226919 w 12192000"/>
              <a:gd name="connsiteY250" fmla="*/ 4598460 h 5096785"/>
              <a:gd name="connsiteX251" fmla="*/ 213925 w 12192000"/>
              <a:gd name="connsiteY251" fmla="*/ 4597783 h 5096785"/>
              <a:gd name="connsiteX252" fmla="*/ 215196 w 12192000"/>
              <a:gd name="connsiteY252" fmla="*/ 4588576 h 5096785"/>
              <a:gd name="connsiteX253" fmla="*/ 180214 w 12192000"/>
              <a:gd name="connsiteY253" fmla="*/ 4583701 h 5096785"/>
              <a:gd name="connsiteX254" fmla="*/ 83203 w 12192000"/>
              <a:gd name="connsiteY254" fmla="*/ 4531664 h 5096785"/>
              <a:gd name="connsiteX255" fmla="*/ 4106 w 12192000"/>
              <a:gd name="connsiteY255" fmla="*/ 4517202 h 5096785"/>
              <a:gd name="connsiteX256" fmla="*/ 0 w 12192000"/>
              <a:gd name="connsiteY256" fmla="*/ 4516084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425215 w 12192000"/>
              <a:gd name="connsiteY90" fmla="*/ 4710396 h 5096785"/>
              <a:gd name="connsiteX91" fmla="*/ 6425070 w 12192000"/>
              <a:gd name="connsiteY91" fmla="*/ 4711644 h 5096785"/>
              <a:gd name="connsiteX92" fmla="*/ 6386800 w 12192000"/>
              <a:gd name="connsiteY92" fmla="*/ 4715431 h 5096785"/>
              <a:gd name="connsiteX93" fmla="*/ 6382703 w 12192000"/>
              <a:gd name="connsiteY93" fmla="*/ 4717930 h 5096785"/>
              <a:gd name="connsiteX94" fmla="*/ 6356495 w 12192000"/>
              <a:gd name="connsiteY94" fmla="*/ 4717843 h 5096785"/>
              <a:gd name="connsiteX95" fmla="*/ 6343628 w 12192000"/>
              <a:gd name="connsiteY95" fmla="*/ 4719161 h 5096785"/>
              <a:gd name="connsiteX96" fmla="*/ 6338605 w 12192000"/>
              <a:gd name="connsiteY96" fmla="*/ 4716723 h 5096785"/>
              <a:gd name="connsiteX97" fmla="*/ 6320318 w 12192000"/>
              <a:gd name="connsiteY97" fmla="*/ 4720095 h 5096785"/>
              <a:gd name="connsiteX98" fmla="*/ 6318742 w 12192000"/>
              <a:gd name="connsiteY98" fmla="*/ 4721541 h 5096785"/>
              <a:gd name="connsiteX99" fmla="*/ 6301708 w 12192000"/>
              <a:gd name="connsiteY99" fmla="*/ 4720380 h 5096785"/>
              <a:gd name="connsiteX100" fmla="*/ 6285082 w 12192000"/>
              <a:gd name="connsiteY100" fmla="*/ 4714639 h 5096785"/>
              <a:gd name="connsiteX101" fmla="*/ 6136936 w 12192000"/>
              <a:gd name="connsiteY101" fmla="*/ 4758246 h 5096785"/>
              <a:gd name="connsiteX102" fmla="*/ 5988578 w 12192000"/>
              <a:gd name="connsiteY102" fmla="*/ 4754427 h 5096785"/>
              <a:gd name="connsiteX103" fmla="*/ 5908701 w 12192000"/>
              <a:gd name="connsiteY103" fmla="*/ 4779160 h 5096785"/>
              <a:gd name="connsiteX104" fmla="*/ 5892219 w 12192000"/>
              <a:gd name="connsiteY104" fmla="*/ 4807892 h 5096785"/>
              <a:gd name="connsiteX105" fmla="*/ 5683612 w 12192000"/>
              <a:gd name="connsiteY105" fmla="*/ 4848770 h 5096785"/>
              <a:gd name="connsiteX106" fmla="*/ 5635111 w 12192000"/>
              <a:gd name="connsiteY106" fmla="*/ 4868888 h 5096785"/>
              <a:gd name="connsiteX107" fmla="*/ 5582652 w 12192000"/>
              <a:gd name="connsiteY107" fmla="*/ 4866836 h 5096785"/>
              <a:gd name="connsiteX108" fmla="*/ 5567213 w 12192000"/>
              <a:gd name="connsiteY108" fmla="*/ 4878769 h 5096785"/>
              <a:gd name="connsiteX109" fmla="*/ 5564659 w 12192000"/>
              <a:gd name="connsiteY109" fmla="*/ 4881042 h 5096785"/>
              <a:gd name="connsiteX110" fmla="*/ 5552102 w 12192000"/>
              <a:gd name="connsiteY110" fmla="*/ 4885426 h 5096785"/>
              <a:gd name="connsiteX111" fmla="*/ 5551475 w 12192000"/>
              <a:gd name="connsiteY111" fmla="*/ 4892560 h 5096785"/>
              <a:gd name="connsiteX112" fmla="*/ 5534664 w 12192000"/>
              <a:gd name="connsiteY112" fmla="*/ 4903385 h 5096785"/>
              <a:gd name="connsiteX113" fmla="*/ 5510737 w 12192000"/>
              <a:gd name="connsiteY113" fmla="*/ 4909807 h 5096785"/>
              <a:gd name="connsiteX114" fmla="*/ 5393901 w 12192000"/>
              <a:gd name="connsiteY114" fmla="*/ 4933709 h 5096785"/>
              <a:gd name="connsiteX115" fmla="*/ 5325782 w 12192000"/>
              <a:gd name="connsiteY115" fmla="*/ 4951789 h 5096785"/>
              <a:gd name="connsiteX116" fmla="*/ 5302703 w 12192000"/>
              <a:gd name="connsiteY116" fmla="*/ 4964590 h 5096785"/>
              <a:gd name="connsiteX117" fmla="*/ 5268591 w 12192000"/>
              <a:gd name="connsiteY117" fmla="*/ 4978479 h 5096785"/>
              <a:gd name="connsiteX118" fmla="*/ 5210559 w 12192000"/>
              <a:gd name="connsiteY118" fmla="*/ 5007585 h 5096785"/>
              <a:gd name="connsiteX119" fmla="*/ 5177597 w 12192000"/>
              <a:gd name="connsiteY119" fmla="*/ 5015926 h 5096785"/>
              <a:gd name="connsiteX120" fmla="*/ 5160569 w 12192000"/>
              <a:gd name="connsiteY120" fmla="*/ 5025681 h 5096785"/>
              <a:gd name="connsiteX121" fmla="*/ 5152748 w 12192000"/>
              <a:gd name="connsiteY121" fmla="*/ 5026569 h 5096785"/>
              <a:gd name="connsiteX122" fmla="*/ 5127678 w 12192000"/>
              <a:gd name="connsiteY122" fmla="*/ 5032947 h 5096785"/>
              <a:gd name="connsiteX123" fmla="*/ 5113147 w 12192000"/>
              <a:gd name="connsiteY123" fmla="*/ 5035818 h 5096785"/>
              <a:gd name="connsiteX124" fmla="*/ 5107301 w 12192000"/>
              <a:gd name="connsiteY124" fmla="*/ 5036672 h 5096785"/>
              <a:gd name="connsiteX125" fmla="*/ 5093215 w 12192000"/>
              <a:gd name="connsiteY125" fmla="*/ 5032880 h 5096785"/>
              <a:gd name="connsiteX126" fmla="*/ 5077058 w 12192000"/>
              <a:gd name="connsiteY126" fmla="*/ 5038681 h 5096785"/>
              <a:gd name="connsiteX127" fmla="*/ 5057349 w 12192000"/>
              <a:gd name="connsiteY127" fmla="*/ 5036015 h 5096785"/>
              <a:gd name="connsiteX128" fmla="*/ 5053945 w 12192000"/>
              <a:gd name="connsiteY128" fmla="*/ 5041952 h 5096785"/>
              <a:gd name="connsiteX129" fmla="*/ 5040021 w 12192000"/>
              <a:gd name="connsiteY129" fmla="*/ 5050052 h 5096785"/>
              <a:gd name="connsiteX130" fmla="*/ 5025913 w 12192000"/>
              <a:gd name="connsiteY130" fmla="*/ 5046535 h 5096785"/>
              <a:gd name="connsiteX131" fmla="*/ 4998218 w 12192000"/>
              <a:gd name="connsiteY131" fmla="*/ 5048065 h 5096785"/>
              <a:gd name="connsiteX132" fmla="*/ 4991008 w 12192000"/>
              <a:gd name="connsiteY132" fmla="*/ 5050439 h 5096785"/>
              <a:gd name="connsiteX133" fmla="*/ 4963503 w 12192000"/>
              <a:gd name="connsiteY133" fmla="*/ 5047575 h 5096785"/>
              <a:gd name="connsiteX134" fmla="*/ 4921053 w 12192000"/>
              <a:gd name="connsiteY134" fmla="*/ 5048925 h 5096785"/>
              <a:gd name="connsiteX135" fmla="*/ 4873420 w 12192000"/>
              <a:gd name="connsiteY135" fmla="*/ 5054929 h 5096785"/>
              <a:gd name="connsiteX136" fmla="*/ 4858825 w 12192000"/>
              <a:gd name="connsiteY136" fmla="*/ 5051329 h 5096785"/>
              <a:gd name="connsiteX137" fmla="*/ 4769340 w 12192000"/>
              <a:gd name="connsiteY137" fmla="*/ 5053090 h 5096785"/>
              <a:gd name="connsiteX138" fmla="*/ 4744152 w 12192000"/>
              <a:gd name="connsiteY138" fmla="*/ 5053391 h 5096785"/>
              <a:gd name="connsiteX139" fmla="*/ 4723556 w 12192000"/>
              <a:gd name="connsiteY139" fmla="*/ 5059633 h 5096785"/>
              <a:gd name="connsiteX140" fmla="*/ 4719699 w 12192000"/>
              <a:gd name="connsiteY140" fmla="*/ 5066298 h 5096785"/>
              <a:gd name="connsiteX141" fmla="*/ 4706016 w 12192000"/>
              <a:gd name="connsiteY141" fmla="*/ 5067422 h 5096785"/>
              <a:gd name="connsiteX142" fmla="*/ 4702593 w 12192000"/>
              <a:gd name="connsiteY142" fmla="*/ 5068973 h 5096785"/>
              <a:gd name="connsiteX143" fmla="*/ 4682766 w 12192000"/>
              <a:gd name="connsiteY143" fmla="*/ 5076609 h 5096785"/>
              <a:gd name="connsiteX144" fmla="*/ 4634960 w 12192000"/>
              <a:gd name="connsiteY144" fmla="*/ 5061852 h 5096785"/>
              <a:gd name="connsiteX145" fmla="*/ 4580645 w 12192000"/>
              <a:gd name="connsiteY145" fmla="*/ 5069246 h 5096785"/>
              <a:gd name="connsiteX146" fmla="*/ 4368005 w 12192000"/>
              <a:gd name="connsiteY146" fmla="*/ 5057426 h 5096785"/>
              <a:gd name="connsiteX147" fmla="*/ 4339489 w 12192000"/>
              <a:gd name="connsiteY147" fmla="*/ 5080858 h 5096785"/>
              <a:gd name="connsiteX148" fmla="*/ 4253895 w 12192000"/>
              <a:gd name="connsiteY148" fmla="*/ 5085008 h 5096785"/>
              <a:gd name="connsiteX149" fmla="*/ 4117780 w 12192000"/>
              <a:gd name="connsiteY149" fmla="*/ 5045175 h 5096785"/>
              <a:gd name="connsiteX150" fmla="*/ 3960074 w 12192000"/>
              <a:gd name="connsiteY150" fmla="*/ 5050708 h 5096785"/>
              <a:gd name="connsiteX151" fmla="*/ 3947260 w 12192000"/>
              <a:gd name="connsiteY151" fmla="*/ 5041167 h 5096785"/>
              <a:gd name="connsiteX152" fmla="*/ 3931969 w 12192000"/>
              <a:gd name="connsiteY152" fmla="*/ 5035902 h 5096785"/>
              <a:gd name="connsiteX153" fmla="*/ 3929836 w 12192000"/>
              <a:gd name="connsiteY153" fmla="*/ 5036901 h 5096785"/>
              <a:gd name="connsiteX154" fmla="*/ 3911296 w 12192000"/>
              <a:gd name="connsiteY154" fmla="*/ 5035663 h 5096785"/>
              <a:gd name="connsiteX155" fmla="*/ 3907746 w 12192000"/>
              <a:gd name="connsiteY155" fmla="*/ 5032107 h 5096785"/>
              <a:gd name="connsiteX156" fmla="*/ 3895182 w 12192000"/>
              <a:gd name="connsiteY156" fmla="*/ 5030229 h 5096785"/>
              <a:gd name="connsiteX157" fmla="*/ 3870866 w 12192000"/>
              <a:gd name="connsiteY157" fmla="*/ 5023753 h 5096785"/>
              <a:gd name="connsiteX158" fmla="*/ 3865913 w 12192000"/>
              <a:gd name="connsiteY158" fmla="*/ 5025143 h 5096785"/>
              <a:gd name="connsiteX159" fmla="*/ 3828606 w 12192000"/>
              <a:gd name="connsiteY159" fmla="*/ 5019426 h 5096785"/>
              <a:gd name="connsiteX160" fmla="*/ 3827901 w 12192000"/>
              <a:gd name="connsiteY160" fmla="*/ 5020583 h 5096785"/>
              <a:gd name="connsiteX161" fmla="*/ 3816543 w 12192000"/>
              <a:gd name="connsiteY161" fmla="*/ 5024366 h 5096785"/>
              <a:gd name="connsiteX162" fmla="*/ 3795278 w 12192000"/>
              <a:gd name="connsiteY162" fmla="*/ 5028779 h 5096785"/>
              <a:gd name="connsiteX163" fmla="*/ 3743858 w 12192000"/>
              <a:gd name="connsiteY163" fmla="*/ 5054237 h 5096785"/>
              <a:gd name="connsiteX164" fmla="*/ 3704945 w 12192000"/>
              <a:gd name="connsiteY164" fmla="*/ 5048413 h 5096785"/>
              <a:gd name="connsiteX165" fmla="*/ 3696992 w 12192000"/>
              <a:gd name="connsiteY165" fmla="*/ 5047914 h 5096785"/>
              <a:gd name="connsiteX166" fmla="*/ 3696780 w 12192000"/>
              <a:gd name="connsiteY166" fmla="*/ 5048181 h 5096785"/>
              <a:gd name="connsiteX167" fmla="*/ 3688290 w 12192000"/>
              <a:gd name="connsiteY167" fmla="*/ 5048204 h 5096785"/>
              <a:gd name="connsiteX168" fmla="*/ 3682486 w 12192000"/>
              <a:gd name="connsiteY168" fmla="*/ 5047000 h 5096785"/>
              <a:gd name="connsiteX169" fmla="*/ 3667056 w 12192000"/>
              <a:gd name="connsiteY169" fmla="*/ 5046030 h 5096785"/>
              <a:gd name="connsiteX170" fmla="*/ 3661403 w 12192000"/>
              <a:gd name="connsiteY170" fmla="*/ 5047537 h 5096785"/>
              <a:gd name="connsiteX171" fmla="*/ 3658673 w 12192000"/>
              <a:gd name="connsiteY171" fmla="*/ 5050790 h 5096785"/>
              <a:gd name="connsiteX172" fmla="*/ 3657333 w 12192000"/>
              <a:gd name="connsiteY172" fmla="*/ 5050325 h 5096785"/>
              <a:gd name="connsiteX173" fmla="*/ 3626778 w 12192000"/>
              <a:gd name="connsiteY173" fmla="*/ 5057882 h 5096785"/>
              <a:gd name="connsiteX174" fmla="*/ 3560067 w 12192000"/>
              <a:gd name="connsiteY174" fmla="*/ 5064266 h 5096785"/>
              <a:gd name="connsiteX175" fmla="*/ 3522641 w 12192000"/>
              <a:gd name="connsiteY175" fmla="*/ 5063654 h 5096785"/>
              <a:gd name="connsiteX176" fmla="*/ 3419275 w 12192000"/>
              <a:gd name="connsiteY176" fmla="*/ 5066646 h 5096785"/>
              <a:gd name="connsiteX177" fmla="*/ 3314869 w 12192000"/>
              <a:gd name="connsiteY177" fmla="*/ 5073197 h 5096785"/>
              <a:gd name="connsiteX178" fmla="*/ 3259088 w 12192000"/>
              <a:gd name="connsiteY178" fmla="*/ 5096363 h 5096785"/>
              <a:gd name="connsiteX179" fmla="*/ 3253104 w 12192000"/>
              <a:gd name="connsiteY179" fmla="*/ 5096785 h 5096785"/>
              <a:gd name="connsiteX180" fmla="*/ 3238751 w 12192000"/>
              <a:gd name="connsiteY180" fmla="*/ 5092996 h 5096785"/>
              <a:gd name="connsiteX181" fmla="*/ 3233681 w 12192000"/>
              <a:gd name="connsiteY181" fmla="*/ 5090758 h 5096785"/>
              <a:gd name="connsiteX182" fmla="*/ 3225562 w 12192000"/>
              <a:gd name="connsiteY182" fmla="*/ 5089215 h 5096785"/>
              <a:gd name="connsiteX183" fmla="*/ 3225260 w 12192000"/>
              <a:gd name="connsiteY183" fmla="*/ 5089437 h 5096785"/>
              <a:gd name="connsiteX184" fmla="*/ 3217859 w 12192000"/>
              <a:gd name="connsiteY184" fmla="*/ 5087484 h 5096785"/>
              <a:gd name="connsiteX185" fmla="*/ 3182980 w 12192000"/>
              <a:gd name="connsiteY185" fmla="*/ 5074650 h 5096785"/>
              <a:gd name="connsiteX186" fmla="*/ 3123938 w 12192000"/>
              <a:gd name="connsiteY186" fmla="*/ 5089912 h 5096785"/>
              <a:gd name="connsiteX187" fmla="*/ 3101912 w 12192000"/>
              <a:gd name="connsiteY187" fmla="*/ 5090281 h 5096785"/>
              <a:gd name="connsiteX188" fmla="*/ 3089591 w 12192000"/>
              <a:gd name="connsiteY188" fmla="*/ 5091865 h 5096785"/>
              <a:gd name="connsiteX189" fmla="*/ 3088465 w 12192000"/>
              <a:gd name="connsiteY189" fmla="*/ 5092858 h 5096785"/>
              <a:gd name="connsiteX190" fmla="*/ 3055081 w 12192000"/>
              <a:gd name="connsiteY190" fmla="*/ 5080424 h 5096785"/>
              <a:gd name="connsiteX191" fmla="*/ 3049807 w 12192000"/>
              <a:gd name="connsiteY191" fmla="*/ 5080860 h 5096785"/>
              <a:gd name="connsiteX192" fmla="*/ 3029122 w 12192000"/>
              <a:gd name="connsiteY192" fmla="*/ 5070085 h 5096785"/>
              <a:gd name="connsiteX193" fmla="*/ 3017862 w 12192000"/>
              <a:gd name="connsiteY193" fmla="*/ 5065942 h 5096785"/>
              <a:gd name="connsiteX194" fmla="*/ 3015868 w 12192000"/>
              <a:gd name="connsiteY194" fmla="*/ 5061832 h 5096785"/>
              <a:gd name="connsiteX195" fmla="*/ 2998644 w 12192000"/>
              <a:gd name="connsiteY195" fmla="*/ 5057210 h 5096785"/>
              <a:gd name="connsiteX196" fmla="*/ 2996219 w 12192000"/>
              <a:gd name="connsiteY196" fmla="*/ 5057788 h 5096785"/>
              <a:gd name="connsiteX197" fmla="*/ 2983676 w 12192000"/>
              <a:gd name="connsiteY197" fmla="*/ 5049852 h 5096785"/>
              <a:gd name="connsiteX198" fmla="*/ 2975170 w 12192000"/>
              <a:gd name="connsiteY198" fmla="*/ 5038214 h 5096785"/>
              <a:gd name="connsiteX199" fmla="*/ 2822441 w 12192000"/>
              <a:gd name="connsiteY199" fmla="*/ 5014517 h 5096785"/>
              <a:gd name="connsiteX200" fmla="*/ 2624713 w 12192000"/>
              <a:gd name="connsiteY200" fmla="*/ 4938959 h 5096785"/>
              <a:gd name="connsiteX201" fmla="*/ 2588328 w 12192000"/>
              <a:gd name="connsiteY201" fmla="*/ 4956476 h 5096785"/>
              <a:gd name="connsiteX202" fmla="*/ 2389931 w 12192000"/>
              <a:gd name="connsiteY202" fmla="*/ 4905785 h 5096785"/>
              <a:gd name="connsiteX203" fmla="*/ 2335186 w 12192000"/>
              <a:gd name="connsiteY203" fmla="*/ 4902957 h 5096785"/>
              <a:gd name="connsiteX204" fmla="*/ 2295307 w 12192000"/>
              <a:gd name="connsiteY204" fmla="*/ 4879800 h 5096785"/>
              <a:gd name="connsiteX205" fmla="*/ 2273393 w 12192000"/>
              <a:gd name="connsiteY205" fmla="*/ 4883565 h 5096785"/>
              <a:gd name="connsiteX206" fmla="*/ 2269523 w 12192000"/>
              <a:gd name="connsiteY206" fmla="*/ 4884442 h 5096785"/>
              <a:gd name="connsiteX207" fmla="*/ 2256015 w 12192000"/>
              <a:gd name="connsiteY207" fmla="*/ 4883014 h 5096785"/>
              <a:gd name="connsiteX208" fmla="*/ 2249731 w 12192000"/>
              <a:gd name="connsiteY208" fmla="*/ 4888778 h 5096785"/>
              <a:gd name="connsiteX209" fmla="*/ 2227629 w 12192000"/>
              <a:gd name="connsiteY209" fmla="*/ 4891047 h 5096785"/>
              <a:gd name="connsiteX210" fmla="*/ 2203460 w 12192000"/>
              <a:gd name="connsiteY210" fmla="*/ 4886696 h 5096785"/>
              <a:gd name="connsiteX211" fmla="*/ 2091528 w 12192000"/>
              <a:gd name="connsiteY211" fmla="*/ 4859155 h 5096785"/>
              <a:gd name="connsiteX212" fmla="*/ 2022901 w 12192000"/>
              <a:gd name="connsiteY212" fmla="*/ 4846594 h 5096785"/>
              <a:gd name="connsiteX213" fmla="*/ 1994227 w 12192000"/>
              <a:gd name="connsiteY213" fmla="*/ 4847973 h 5096785"/>
              <a:gd name="connsiteX214" fmla="*/ 1955936 w 12192000"/>
              <a:gd name="connsiteY214" fmla="*/ 4845765 h 5096785"/>
              <a:gd name="connsiteX215" fmla="*/ 1741924 w 12192000"/>
              <a:gd name="connsiteY215" fmla="*/ 4808054 h 5096785"/>
              <a:gd name="connsiteX216" fmla="*/ 1734410 w 12192000"/>
              <a:gd name="connsiteY216" fmla="*/ 4811675 h 5096785"/>
              <a:gd name="connsiteX217" fmla="*/ 1691423 w 12192000"/>
              <a:gd name="connsiteY217" fmla="*/ 4802777 h 5096785"/>
              <a:gd name="connsiteX218" fmla="*/ 1554504 w 12192000"/>
              <a:gd name="connsiteY218" fmla="*/ 4739985 h 5096785"/>
              <a:gd name="connsiteX219" fmla="*/ 1470119 w 12192000"/>
              <a:gd name="connsiteY219" fmla="*/ 4723470 h 5096785"/>
              <a:gd name="connsiteX220" fmla="*/ 1437967 w 12192000"/>
              <a:gd name="connsiteY220" fmla="*/ 4722710 h 5096785"/>
              <a:gd name="connsiteX221" fmla="*/ 1384234 w 12192000"/>
              <a:gd name="connsiteY221" fmla="*/ 4721117 h 5096785"/>
              <a:gd name="connsiteX222" fmla="*/ 1338647 w 12192000"/>
              <a:gd name="connsiteY222" fmla="*/ 4732483 h 5096785"/>
              <a:gd name="connsiteX223" fmla="*/ 1295869 w 12192000"/>
              <a:gd name="connsiteY223" fmla="*/ 4726175 h 5096785"/>
              <a:gd name="connsiteX224" fmla="*/ 1292949 w 12192000"/>
              <a:gd name="connsiteY224" fmla="*/ 4708469 h 5096785"/>
              <a:gd name="connsiteX225" fmla="*/ 1244908 w 12192000"/>
              <a:gd name="connsiteY225" fmla="*/ 4706993 h 5096785"/>
              <a:gd name="connsiteX226" fmla="*/ 1171266 w 12192000"/>
              <a:gd name="connsiteY226" fmla="*/ 4706535 h 5096785"/>
              <a:gd name="connsiteX227" fmla="*/ 1160868 w 12192000"/>
              <a:gd name="connsiteY227" fmla="*/ 4701936 h 5096785"/>
              <a:gd name="connsiteX228" fmla="*/ 1147599 w 12192000"/>
              <a:gd name="connsiteY228" fmla="*/ 4714833 h 5096785"/>
              <a:gd name="connsiteX229" fmla="*/ 1119603 w 12192000"/>
              <a:gd name="connsiteY229" fmla="*/ 4721303 h 5096785"/>
              <a:gd name="connsiteX230" fmla="*/ 997851 w 12192000"/>
              <a:gd name="connsiteY230" fmla="*/ 4722336 h 5096785"/>
              <a:gd name="connsiteX231" fmla="*/ 976455 w 12192000"/>
              <a:gd name="connsiteY231" fmla="*/ 4726407 h 5096785"/>
              <a:gd name="connsiteX232" fmla="*/ 949939 w 12192000"/>
              <a:gd name="connsiteY232" fmla="*/ 4719699 h 5096785"/>
              <a:gd name="connsiteX233" fmla="*/ 894148 w 12192000"/>
              <a:gd name="connsiteY233" fmla="*/ 4710406 h 5096785"/>
              <a:gd name="connsiteX234" fmla="*/ 857990 w 12192000"/>
              <a:gd name="connsiteY234" fmla="*/ 4696844 h 5096785"/>
              <a:gd name="connsiteX235" fmla="*/ 848649 w 12192000"/>
              <a:gd name="connsiteY235" fmla="*/ 4704021 h 5096785"/>
              <a:gd name="connsiteX236" fmla="*/ 826436 w 12192000"/>
              <a:gd name="connsiteY236" fmla="*/ 4707421 h 5096785"/>
              <a:gd name="connsiteX237" fmla="*/ 733052 w 12192000"/>
              <a:gd name="connsiteY237" fmla="*/ 4701884 h 5096785"/>
              <a:gd name="connsiteX238" fmla="*/ 716185 w 12192000"/>
              <a:gd name="connsiteY238" fmla="*/ 4703827 h 5096785"/>
              <a:gd name="connsiteX239" fmla="*/ 696663 w 12192000"/>
              <a:gd name="connsiteY239" fmla="*/ 4697420 h 5096785"/>
              <a:gd name="connsiteX240" fmla="*/ 582722 w 12192000"/>
              <a:gd name="connsiteY240" fmla="*/ 4658637 h 5096785"/>
              <a:gd name="connsiteX241" fmla="*/ 581118 w 12192000"/>
              <a:gd name="connsiteY241" fmla="*/ 4654120 h 5096785"/>
              <a:gd name="connsiteX242" fmla="*/ 546453 w 12192000"/>
              <a:gd name="connsiteY242" fmla="*/ 4652542 h 5096785"/>
              <a:gd name="connsiteX243" fmla="*/ 536773 w 12192000"/>
              <a:gd name="connsiteY243" fmla="*/ 4644609 h 5096785"/>
              <a:gd name="connsiteX244" fmla="*/ 518899 w 12192000"/>
              <a:gd name="connsiteY244" fmla="*/ 4642839 h 5096785"/>
              <a:gd name="connsiteX245" fmla="*/ 388896 w 12192000"/>
              <a:gd name="connsiteY245" fmla="*/ 4619173 h 5096785"/>
              <a:gd name="connsiteX246" fmla="*/ 366479 w 12192000"/>
              <a:gd name="connsiteY246" fmla="*/ 4618896 h 5096785"/>
              <a:gd name="connsiteX247" fmla="*/ 342781 w 12192000"/>
              <a:gd name="connsiteY247" fmla="*/ 4601239 h 5096785"/>
              <a:gd name="connsiteX248" fmla="*/ 255925 w 12192000"/>
              <a:gd name="connsiteY248" fmla="*/ 4598685 h 5096785"/>
              <a:gd name="connsiteX249" fmla="*/ 226919 w 12192000"/>
              <a:gd name="connsiteY249" fmla="*/ 4598460 h 5096785"/>
              <a:gd name="connsiteX250" fmla="*/ 213925 w 12192000"/>
              <a:gd name="connsiteY250" fmla="*/ 4597783 h 5096785"/>
              <a:gd name="connsiteX251" fmla="*/ 215196 w 12192000"/>
              <a:gd name="connsiteY251" fmla="*/ 4588576 h 5096785"/>
              <a:gd name="connsiteX252" fmla="*/ 180214 w 12192000"/>
              <a:gd name="connsiteY252" fmla="*/ 4583701 h 5096785"/>
              <a:gd name="connsiteX253" fmla="*/ 83203 w 12192000"/>
              <a:gd name="connsiteY253" fmla="*/ 4531664 h 5096785"/>
              <a:gd name="connsiteX254" fmla="*/ 4106 w 12192000"/>
              <a:gd name="connsiteY254" fmla="*/ 4517202 h 5096785"/>
              <a:gd name="connsiteX255" fmla="*/ 0 w 12192000"/>
              <a:gd name="connsiteY255" fmla="*/ 4516084 h 5096785"/>
              <a:gd name="connsiteX256" fmla="*/ 0 w 12192000"/>
              <a:gd name="connsiteY256"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425215 w 12192000"/>
              <a:gd name="connsiteY90" fmla="*/ 4710396 h 5096785"/>
              <a:gd name="connsiteX91" fmla="*/ 6425070 w 12192000"/>
              <a:gd name="connsiteY91" fmla="*/ 4711644 h 5096785"/>
              <a:gd name="connsiteX92" fmla="*/ 6386800 w 12192000"/>
              <a:gd name="connsiteY92" fmla="*/ 4715431 h 5096785"/>
              <a:gd name="connsiteX93" fmla="*/ 6382703 w 12192000"/>
              <a:gd name="connsiteY93" fmla="*/ 4717930 h 5096785"/>
              <a:gd name="connsiteX94" fmla="*/ 6356495 w 12192000"/>
              <a:gd name="connsiteY94" fmla="*/ 4717843 h 5096785"/>
              <a:gd name="connsiteX95" fmla="*/ 6343628 w 12192000"/>
              <a:gd name="connsiteY95" fmla="*/ 4719161 h 5096785"/>
              <a:gd name="connsiteX96" fmla="*/ 6338605 w 12192000"/>
              <a:gd name="connsiteY96" fmla="*/ 4716723 h 5096785"/>
              <a:gd name="connsiteX97" fmla="*/ 6320318 w 12192000"/>
              <a:gd name="connsiteY97" fmla="*/ 4720095 h 5096785"/>
              <a:gd name="connsiteX98" fmla="*/ 6318742 w 12192000"/>
              <a:gd name="connsiteY98" fmla="*/ 4721541 h 5096785"/>
              <a:gd name="connsiteX99" fmla="*/ 6301708 w 12192000"/>
              <a:gd name="connsiteY99" fmla="*/ 4720380 h 5096785"/>
              <a:gd name="connsiteX100" fmla="*/ 6285082 w 12192000"/>
              <a:gd name="connsiteY100" fmla="*/ 4714639 h 5096785"/>
              <a:gd name="connsiteX101" fmla="*/ 6136936 w 12192000"/>
              <a:gd name="connsiteY101" fmla="*/ 4758246 h 5096785"/>
              <a:gd name="connsiteX102" fmla="*/ 5988578 w 12192000"/>
              <a:gd name="connsiteY102" fmla="*/ 4754427 h 5096785"/>
              <a:gd name="connsiteX103" fmla="*/ 5908701 w 12192000"/>
              <a:gd name="connsiteY103" fmla="*/ 4779160 h 5096785"/>
              <a:gd name="connsiteX104" fmla="*/ 5892219 w 12192000"/>
              <a:gd name="connsiteY104" fmla="*/ 4807892 h 5096785"/>
              <a:gd name="connsiteX105" fmla="*/ 5683612 w 12192000"/>
              <a:gd name="connsiteY105" fmla="*/ 4848770 h 5096785"/>
              <a:gd name="connsiteX106" fmla="*/ 5635111 w 12192000"/>
              <a:gd name="connsiteY106" fmla="*/ 4868888 h 5096785"/>
              <a:gd name="connsiteX107" fmla="*/ 5582652 w 12192000"/>
              <a:gd name="connsiteY107" fmla="*/ 4866836 h 5096785"/>
              <a:gd name="connsiteX108" fmla="*/ 5567213 w 12192000"/>
              <a:gd name="connsiteY108" fmla="*/ 4878769 h 5096785"/>
              <a:gd name="connsiteX109" fmla="*/ 5564659 w 12192000"/>
              <a:gd name="connsiteY109" fmla="*/ 4881042 h 5096785"/>
              <a:gd name="connsiteX110" fmla="*/ 5552102 w 12192000"/>
              <a:gd name="connsiteY110" fmla="*/ 4885426 h 5096785"/>
              <a:gd name="connsiteX111" fmla="*/ 5551475 w 12192000"/>
              <a:gd name="connsiteY111" fmla="*/ 4892560 h 5096785"/>
              <a:gd name="connsiteX112" fmla="*/ 5534664 w 12192000"/>
              <a:gd name="connsiteY112" fmla="*/ 4903385 h 5096785"/>
              <a:gd name="connsiteX113" fmla="*/ 5510737 w 12192000"/>
              <a:gd name="connsiteY113" fmla="*/ 4909807 h 5096785"/>
              <a:gd name="connsiteX114" fmla="*/ 5393901 w 12192000"/>
              <a:gd name="connsiteY114" fmla="*/ 4933709 h 5096785"/>
              <a:gd name="connsiteX115" fmla="*/ 5325782 w 12192000"/>
              <a:gd name="connsiteY115" fmla="*/ 4951789 h 5096785"/>
              <a:gd name="connsiteX116" fmla="*/ 5302703 w 12192000"/>
              <a:gd name="connsiteY116" fmla="*/ 4964590 h 5096785"/>
              <a:gd name="connsiteX117" fmla="*/ 5268591 w 12192000"/>
              <a:gd name="connsiteY117" fmla="*/ 4978479 h 5096785"/>
              <a:gd name="connsiteX118" fmla="*/ 5210559 w 12192000"/>
              <a:gd name="connsiteY118" fmla="*/ 5007585 h 5096785"/>
              <a:gd name="connsiteX119" fmla="*/ 5177597 w 12192000"/>
              <a:gd name="connsiteY119" fmla="*/ 5015926 h 5096785"/>
              <a:gd name="connsiteX120" fmla="*/ 5160569 w 12192000"/>
              <a:gd name="connsiteY120" fmla="*/ 5025681 h 5096785"/>
              <a:gd name="connsiteX121" fmla="*/ 5152748 w 12192000"/>
              <a:gd name="connsiteY121" fmla="*/ 5026569 h 5096785"/>
              <a:gd name="connsiteX122" fmla="*/ 5127678 w 12192000"/>
              <a:gd name="connsiteY122" fmla="*/ 5032947 h 5096785"/>
              <a:gd name="connsiteX123" fmla="*/ 5113147 w 12192000"/>
              <a:gd name="connsiteY123" fmla="*/ 5035818 h 5096785"/>
              <a:gd name="connsiteX124" fmla="*/ 5107301 w 12192000"/>
              <a:gd name="connsiteY124" fmla="*/ 5036672 h 5096785"/>
              <a:gd name="connsiteX125" fmla="*/ 5093215 w 12192000"/>
              <a:gd name="connsiteY125" fmla="*/ 5032880 h 5096785"/>
              <a:gd name="connsiteX126" fmla="*/ 5077058 w 12192000"/>
              <a:gd name="connsiteY126" fmla="*/ 5038681 h 5096785"/>
              <a:gd name="connsiteX127" fmla="*/ 5057349 w 12192000"/>
              <a:gd name="connsiteY127" fmla="*/ 5036015 h 5096785"/>
              <a:gd name="connsiteX128" fmla="*/ 5053945 w 12192000"/>
              <a:gd name="connsiteY128" fmla="*/ 5041952 h 5096785"/>
              <a:gd name="connsiteX129" fmla="*/ 5040021 w 12192000"/>
              <a:gd name="connsiteY129" fmla="*/ 5050052 h 5096785"/>
              <a:gd name="connsiteX130" fmla="*/ 5025913 w 12192000"/>
              <a:gd name="connsiteY130" fmla="*/ 5046535 h 5096785"/>
              <a:gd name="connsiteX131" fmla="*/ 4998218 w 12192000"/>
              <a:gd name="connsiteY131" fmla="*/ 5048065 h 5096785"/>
              <a:gd name="connsiteX132" fmla="*/ 4991008 w 12192000"/>
              <a:gd name="connsiteY132" fmla="*/ 5050439 h 5096785"/>
              <a:gd name="connsiteX133" fmla="*/ 4963503 w 12192000"/>
              <a:gd name="connsiteY133" fmla="*/ 5047575 h 5096785"/>
              <a:gd name="connsiteX134" fmla="*/ 4921053 w 12192000"/>
              <a:gd name="connsiteY134" fmla="*/ 5048925 h 5096785"/>
              <a:gd name="connsiteX135" fmla="*/ 4873420 w 12192000"/>
              <a:gd name="connsiteY135" fmla="*/ 5054929 h 5096785"/>
              <a:gd name="connsiteX136" fmla="*/ 4858825 w 12192000"/>
              <a:gd name="connsiteY136" fmla="*/ 5051329 h 5096785"/>
              <a:gd name="connsiteX137" fmla="*/ 4769340 w 12192000"/>
              <a:gd name="connsiteY137" fmla="*/ 5053090 h 5096785"/>
              <a:gd name="connsiteX138" fmla="*/ 4744152 w 12192000"/>
              <a:gd name="connsiteY138" fmla="*/ 5053391 h 5096785"/>
              <a:gd name="connsiteX139" fmla="*/ 4723556 w 12192000"/>
              <a:gd name="connsiteY139" fmla="*/ 5059633 h 5096785"/>
              <a:gd name="connsiteX140" fmla="*/ 4719699 w 12192000"/>
              <a:gd name="connsiteY140" fmla="*/ 5066298 h 5096785"/>
              <a:gd name="connsiteX141" fmla="*/ 4706016 w 12192000"/>
              <a:gd name="connsiteY141" fmla="*/ 5067422 h 5096785"/>
              <a:gd name="connsiteX142" fmla="*/ 4702593 w 12192000"/>
              <a:gd name="connsiteY142" fmla="*/ 5068973 h 5096785"/>
              <a:gd name="connsiteX143" fmla="*/ 4682766 w 12192000"/>
              <a:gd name="connsiteY143" fmla="*/ 5076609 h 5096785"/>
              <a:gd name="connsiteX144" fmla="*/ 4634960 w 12192000"/>
              <a:gd name="connsiteY144" fmla="*/ 5061852 h 5096785"/>
              <a:gd name="connsiteX145" fmla="*/ 4580645 w 12192000"/>
              <a:gd name="connsiteY145" fmla="*/ 5069246 h 5096785"/>
              <a:gd name="connsiteX146" fmla="*/ 4368005 w 12192000"/>
              <a:gd name="connsiteY146" fmla="*/ 5057426 h 5096785"/>
              <a:gd name="connsiteX147" fmla="*/ 4339489 w 12192000"/>
              <a:gd name="connsiteY147" fmla="*/ 5080858 h 5096785"/>
              <a:gd name="connsiteX148" fmla="*/ 4253895 w 12192000"/>
              <a:gd name="connsiteY148" fmla="*/ 5085008 h 5096785"/>
              <a:gd name="connsiteX149" fmla="*/ 4117780 w 12192000"/>
              <a:gd name="connsiteY149" fmla="*/ 5045175 h 5096785"/>
              <a:gd name="connsiteX150" fmla="*/ 3960074 w 12192000"/>
              <a:gd name="connsiteY150" fmla="*/ 5050708 h 5096785"/>
              <a:gd name="connsiteX151" fmla="*/ 3947260 w 12192000"/>
              <a:gd name="connsiteY151" fmla="*/ 5041167 h 5096785"/>
              <a:gd name="connsiteX152" fmla="*/ 3931969 w 12192000"/>
              <a:gd name="connsiteY152" fmla="*/ 5035902 h 5096785"/>
              <a:gd name="connsiteX153" fmla="*/ 3929836 w 12192000"/>
              <a:gd name="connsiteY153" fmla="*/ 5036901 h 5096785"/>
              <a:gd name="connsiteX154" fmla="*/ 3911296 w 12192000"/>
              <a:gd name="connsiteY154" fmla="*/ 5035663 h 5096785"/>
              <a:gd name="connsiteX155" fmla="*/ 3907746 w 12192000"/>
              <a:gd name="connsiteY155" fmla="*/ 5032107 h 5096785"/>
              <a:gd name="connsiteX156" fmla="*/ 3895182 w 12192000"/>
              <a:gd name="connsiteY156" fmla="*/ 5030229 h 5096785"/>
              <a:gd name="connsiteX157" fmla="*/ 3870866 w 12192000"/>
              <a:gd name="connsiteY157" fmla="*/ 5023753 h 5096785"/>
              <a:gd name="connsiteX158" fmla="*/ 3865913 w 12192000"/>
              <a:gd name="connsiteY158" fmla="*/ 5025143 h 5096785"/>
              <a:gd name="connsiteX159" fmla="*/ 3828606 w 12192000"/>
              <a:gd name="connsiteY159" fmla="*/ 5019426 h 5096785"/>
              <a:gd name="connsiteX160" fmla="*/ 3827901 w 12192000"/>
              <a:gd name="connsiteY160" fmla="*/ 5020583 h 5096785"/>
              <a:gd name="connsiteX161" fmla="*/ 3816543 w 12192000"/>
              <a:gd name="connsiteY161" fmla="*/ 5024366 h 5096785"/>
              <a:gd name="connsiteX162" fmla="*/ 3795278 w 12192000"/>
              <a:gd name="connsiteY162" fmla="*/ 5028779 h 5096785"/>
              <a:gd name="connsiteX163" fmla="*/ 3743858 w 12192000"/>
              <a:gd name="connsiteY163" fmla="*/ 5054237 h 5096785"/>
              <a:gd name="connsiteX164" fmla="*/ 3704945 w 12192000"/>
              <a:gd name="connsiteY164" fmla="*/ 5048413 h 5096785"/>
              <a:gd name="connsiteX165" fmla="*/ 3696992 w 12192000"/>
              <a:gd name="connsiteY165" fmla="*/ 5047914 h 5096785"/>
              <a:gd name="connsiteX166" fmla="*/ 3696780 w 12192000"/>
              <a:gd name="connsiteY166" fmla="*/ 5048181 h 5096785"/>
              <a:gd name="connsiteX167" fmla="*/ 3688290 w 12192000"/>
              <a:gd name="connsiteY167" fmla="*/ 5048204 h 5096785"/>
              <a:gd name="connsiteX168" fmla="*/ 3682486 w 12192000"/>
              <a:gd name="connsiteY168" fmla="*/ 5047000 h 5096785"/>
              <a:gd name="connsiteX169" fmla="*/ 3667056 w 12192000"/>
              <a:gd name="connsiteY169" fmla="*/ 5046030 h 5096785"/>
              <a:gd name="connsiteX170" fmla="*/ 3661403 w 12192000"/>
              <a:gd name="connsiteY170" fmla="*/ 5047537 h 5096785"/>
              <a:gd name="connsiteX171" fmla="*/ 3658673 w 12192000"/>
              <a:gd name="connsiteY171" fmla="*/ 5050790 h 5096785"/>
              <a:gd name="connsiteX172" fmla="*/ 3657333 w 12192000"/>
              <a:gd name="connsiteY172" fmla="*/ 5050325 h 5096785"/>
              <a:gd name="connsiteX173" fmla="*/ 3626778 w 12192000"/>
              <a:gd name="connsiteY173" fmla="*/ 5057882 h 5096785"/>
              <a:gd name="connsiteX174" fmla="*/ 3560067 w 12192000"/>
              <a:gd name="connsiteY174" fmla="*/ 5064266 h 5096785"/>
              <a:gd name="connsiteX175" fmla="*/ 3522641 w 12192000"/>
              <a:gd name="connsiteY175" fmla="*/ 5063654 h 5096785"/>
              <a:gd name="connsiteX176" fmla="*/ 3419275 w 12192000"/>
              <a:gd name="connsiteY176" fmla="*/ 5066646 h 5096785"/>
              <a:gd name="connsiteX177" fmla="*/ 3314869 w 12192000"/>
              <a:gd name="connsiteY177" fmla="*/ 5073197 h 5096785"/>
              <a:gd name="connsiteX178" fmla="*/ 3259088 w 12192000"/>
              <a:gd name="connsiteY178" fmla="*/ 5096363 h 5096785"/>
              <a:gd name="connsiteX179" fmla="*/ 3253104 w 12192000"/>
              <a:gd name="connsiteY179" fmla="*/ 5096785 h 5096785"/>
              <a:gd name="connsiteX180" fmla="*/ 3238751 w 12192000"/>
              <a:gd name="connsiteY180" fmla="*/ 5092996 h 5096785"/>
              <a:gd name="connsiteX181" fmla="*/ 3233681 w 12192000"/>
              <a:gd name="connsiteY181" fmla="*/ 5090758 h 5096785"/>
              <a:gd name="connsiteX182" fmla="*/ 3225562 w 12192000"/>
              <a:gd name="connsiteY182" fmla="*/ 5089215 h 5096785"/>
              <a:gd name="connsiteX183" fmla="*/ 3225260 w 12192000"/>
              <a:gd name="connsiteY183" fmla="*/ 5089437 h 5096785"/>
              <a:gd name="connsiteX184" fmla="*/ 3217859 w 12192000"/>
              <a:gd name="connsiteY184" fmla="*/ 5087484 h 5096785"/>
              <a:gd name="connsiteX185" fmla="*/ 3182980 w 12192000"/>
              <a:gd name="connsiteY185" fmla="*/ 5074650 h 5096785"/>
              <a:gd name="connsiteX186" fmla="*/ 3123938 w 12192000"/>
              <a:gd name="connsiteY186" fmla="*/ 5089912 h 5096785"/>
              <a:gd name="connsiteX187" fmla="*/ 3101912 w 12192000"/>
              <a:gd name="connsiteY187" fmla="*/ 5090281 h 5096785"/>
              <a:gd name="connsiteX188" fmla="*/ 3089591 w 12192000"/>
              <a:gd name="connsiteY188" fmla="*/ 5091865 h 5096785"/>
              <a:gd name="connsiteX189" fmla="*/ 3088465 w 12192000"/>
              <a:gd name="connsiteY189" fmla="*/ 5092858 h 5096785"/>
              <a:gd name="connsiteX190" fmla="*/ 3055081 w 12192000"/>
              <a:gd name="connsiteY190" fmla="*/ 5080424 h 5096785"/>
              <a:gd name="connsiteX191" fmla="*/ 3049807 w 12192000"/>
              <a:gd name="connsiteY191" fmla="*/ 5080860 h 5096785"/>
              <a:gd name="connsiteX192" fmla="*/ 3029122 w 12192000"/>
              <a:gd name="connsiteY192" fmla="*/ 5070085 h 5096785"/>
              <a:gd name="connsiteX193" fmla="*/ 3017862 w 12192000"/>
              <a:gd name="connsiteY193" fmla="*/ 5065942 h 5096785"/>
              <a:gd name="connsiteX194" fmla="*/ 3015868 w 12192000"/>
              <a:gd name="connsiteY194" fmla="*/ 5061832 h 5096785"/>
              <a:gd name="connsiteX195" fmla="*/ 2998644 w 12192000"/>
              <a:gd name="connsiteY195" fmla="*/ 5057210 h 5096785"/>
              <a:gd name="connsiteX196" fmla="*/ 2996219 w 12192000"/>
              <a:gd name="connsiteY196" fmla="*/ 5057788 h 5096785"/>
              <a:gd name="connsiteX197" fmla="*/ 2983676 w 12192000"/>
              <a:gd name="connsiteY197" fmla="*/ 5049852 h 5096785"/>
              <a:gd name="connsiteX198" fmla="*/ 2975170 w 12192000"/>
              <a:gd name="connsiteY198" fmla="*/ 5038214 h 5096785"/>
              <a:gd name="connsiteX199" fmla="*/ 2822441 w 12192000"/>
              <a:gd name="connsiteY199" fmla="*/ 5014517 h 5096785"/>
              <a:gd name="connsiteX200" fmla="*/ 2624713 w 12192000"/>
              <a:gd name="connsiteY200" fmla="*/ 4938959 h 5096785"/>
              <a:gd name="connsiteX201" fmla="*/ 2532669 w 12192000"/>
              <a:gd name="connsiteY201" fmla="*/ 4940573 h 5096785"/>
              <a:gd name="connsiteX202" fmla="*/ 2389931 w 12192000"/>
              <a:gd name="connsiteY202" fmla="*/ 4905785 h 5096785"/>
              <a:gd name="connsiteX203" fmla="*/ 2335186 w 12192000"/>
              <a:gd name="connsiteY203" fmla="*/ 4902957 h 5096785"/>
              <a:gd name="connsiteX204" fmla="*/ 2295307 w 12192000"/>
              <a:gd name="connsiteY204" fmla="*/ 4879800 h 5096785"/>
              <a:gd name="connsiteX205" fmla="*/ 2273393 w 12192000"/>
              <a:gd name="connsiteY205" fmla="*/ 4883565 h 5096785"/>
              <a:gd name="connsiteX206" fmla="*/ 2269523 w 12192000"/>
              <a:gd name="connsiteY206" fmla="*/ 4884442 h 5096785"/>
              <a:gd name="connsiteX207" fmla="*/ 2256015 w 12192000"/>
              <a:gd name="connsiteY207" fmla="*/ 4883014 h 5096785"/>
              <a:gd name="connsiteX208" fmla="*/ 2249731 w 12192000"/>
              <a:gd name="connsiteY208" fmla="*/ 4888778 h 5096785"/>
              <a:gd name="connsiteX209" fmla="*/ 2227629 w 12192000"/>
              <a:gd name="connsiteY209" fmla="*/ 4891047 h 5096785"/>
              <a:gd name="connsiteX210" fmla="*/ 2203460 w 12192000"/>
              <a:gd name="connsiteY210" fmla="*/ 4886696 h 5096785"/>
              <a:gd name="connsiteX211" fmla="*/ 2091528 w 12192000"/>
              <a:gd name="connsiteY211" fmla="*/ 4859155 h 5096785"/>
              <a:gd name="connsiteX212" fmla="*/ 2022901 w 12192000"/>
              <a:gd name="connsiteY212" fmla="*/ 4846594 h 5096785"/>
              <a:gd name="connsiteX213" fmla="*/ 1994227 w 12192000"/>
              <a:gd name="connsiteY213" fmla="*/ 4847973 h 5096785"/>
              <a:gd name="connsiteX214" fmla="*/ 1955936 w 12192000"/>
              <a:gd name="connsiteY214" fmla="*/ 4845765 h 5096785"/>
              <a:gd name="connsiteX215" fmla="*/ 1741924 w 12192000"/>
              <a:gd name="connsiteY215" fmla="*/ 4808054 h 5096785"/>
              <a:gd name="connsiteX216" fmla="*/ 1734410 w 12192000"/>
              <a:gd name="connsiteY216" fmla="*/ 4811675 h 5096785"/>
              <a:gd name="connsiteX217" fmla="*/ 1691423 w 12192000"/>
              <a:gd name="connsiteY217" fmla="*/ 4802777 h 5096785"/>
              <a:gd name="connsiteX218" fmla="*/ 1554504 w 12192000"/>
              <a:gd name="connsiteY218" fmla="*/ 4739985 h 5096785"/>
              <a:gd name="connsiteX219" fmla="*/ 1470119 w 12192000"/>
              <a:gd name="connsiteY219" fmla="*/ 4723470 h 5096785"/>
              <a:gd name="connsiteX220" fmla="*/ 1437967 w 12192000"/>
              <a:gd name="connsiteY220" fmla="*/ 4722710 h 5096785"/>
              <a:gd name="connsiteX221" fmla="*/ 1384234 w 12192000"/>
              <a:gd name="connsiteY221" fmla="*/ 4721117 h 5096785"/>
              <a:gd name="connsiteX222" fmla="*/ 1338647 w 12192000"/>
              <a:gd name="connsiteY222" fmla="*/ 4732483 h 5096785"/>
              <a:gd name="connsiteX223" fmla="*/ 1295869 w 12192000"/>
              <a:gd name="connsiteY223" fmla="*/ 4726175 h 5096785"/>
              <a:gd name="connsiteX224" fmla="*/ 1292949 w 12192000"/>
              <a:gd name="connsiteY224" fmla="*/ 4708469 h 5096785"/>
              <a:gd name="connsiteX225" fmla="*/ 1244908 w 12192000"/>
              <a:gd name="connsiteY225" fmla="*/ 4706993 h 5096785"/>
              <a:gd name="connsiteX226" fmla="*/ 1171266 w 12192000"/>
              <a:gd name="connsiteY226" fmla="*/ 4706535 h 5096785"/>
              <a:gd name="connsiteX227" fmla="*/ 1160868 w 12192000"/>
              <a:gd name="connsiteY227" fmla="*/ 4701936 h 5096785"/>
              <a:gd name="connsiteX228" fmla="*/ 1147599 w 12192000"/>
              <a:gd name="connsiteY228" fmla="*/ 4714833 h 5096785"/>
              <a:gd name="connsiteX229" fmla="*/ 1119603 w 12192000"/>
              <a:gd name="connsiteY229" fmla="*/ 4721303 h 5096785"/>
              <a:gd name="connsiteX230" fmla="*/ 997851 w 12192000"/>
              <a:gd name="connsiteY230" fmla="*/ 4722336 h 5096785"/>
              <a:gd name="connsiteX231" fmla="*/ 976455 w 12192000"/>
              <a:gd name="connsiteY231" fmla="*/ 4726407 h 5096785"/>
              <a:gd name="connsiteX232" fmla="*/ 949939 w 12192000"/>
              <a:gd name="connsiteY232" fmla="*/ 4719699 h 5096785"/>
              <a:gd name="connsiteX233" fmla="*/ 894148 w 12192000"/>
              <a:gd name="connsiteY233" fmla="*/ 4710406 h 5096785"/>
              <a:gd name="connsiteX234" fmla="*/ 857990 w 12192000"/>
              <a:gd name="connsiteY234" fmla="*/ 4696844 h 5096785"/>
              <a:gd name="connsiteX235" fmla="*/ 848649 w 12192000"/>
              <a:gd name="connsiteY235" fmla="*/ 4704021 h 5096785"/>
              <a:gd name="connsiteX236" fmla="*/ 826436 w 12192000"/>
              <a:gd name="connsiteY236" fmla="*/ 4707421 h 5096785"/>
              <a:gd name="connsiteX237" fmla="*/ 733052 w 12192000"/>
              <a:gd name="connsiteY237" fmla="*/ 4701884 h 5096785"/>
              <a:gd name="connsiteX238" fmla="*/ 716185 w 12192000"/>
              <a:gd name="connsiteY238" fmla="*/ 4703827 h 5096785"/>
              <a:gd name="connsiteX239" fmla="*/ 696663 w 12192000"/>
              <a:gd name="connsiteY239" fmla="*/ 4697420 h 5096785"/>
              <a:gd name="connsiteX240" fmla="*/ 582722 w 12192000"/>
              <a:gd name="connsiteY240" fmla="*/ 4658637 h 5096785"/>
              <a:gd name="connsiteX241" fmla="*/ 581118 w 12192000"/>
              <a:gd name="connsiteY241" fmla="*/ 4654120 h 5096785"/>
              <a:gd name="connsiteX242" fmla="*/ 546453 w 12192000"/>
              <a:gd name="connsiteY242" fmla="*/ 4652542 h 5096785"/>
              <a:gd name="connsiteX243" fmla="*/ 536773 w 12192000"/>
              <a:gd name="connsiteY243" fmla="*/ 4644609 h 5096785"/>
              <a:gd name="connsiteX244" fmla="*/ 518899 w 12192000"/>
              <a:gd name="connsiteY244" fmla="*/ 4642839 h 5096785"/>
              <a:gd name="connsiteX245" fmla="*/ 388896 w 12192000"/>
              <a:gd name="connsiteY245" fmla="*/ 4619173 h 5096785"/>
              <a:gd name="connsiteX246" fmla="*/ 366479 w 12192000"/>
              <a:gd name="connsiteY246" fmla="*/ 4618896 h 5096785"/>
              <a:gd name="connsiteX247" fmla="*/ 342781 w 12192000"/>
              <a:gd name="connsiteY247" fmla="*/ 4601239 h 5096785"/>
              <a:gd name="connsiteX248" fmla="*/ 255925 w 12192000"/>
              <a:gd name="connsiteY248" fmla="*/ 4598685 h 5096785"/>
              <a:gd name="connsiteX249" fmla="*/ 226919 w 12192000"/>
              <a:gd name="connsiteY249" fmla="*/ 4598460 h 5096785"/>
              <a:gd name="connsiteX250" fmla="*/ 213925 w 12192000"/>
              <a:gd name="connsiteY250" fmla="*/ 4597783 h 5096785"/>
              <a:gd name="connsiteX251" fmla="*/ 215196 w 12192000"/>
              <a:gd name="connsiteY251" fmla="*/ 4588576 h 5096785"/>
              <a:gd name="connsiteX252" fmla="*/ 180214 w 12192000"/>
              <a:gd name="connsiteY252" fmla="*/ 4583701 h 5096785"/>
              <a:gd name="connsiteX253" fmla="*/ 83203 w 12192000"/>
              <a:gd name="connsiteY253" fmla="*/ 4531664 h 5096785"/>
              <a:gd name="connsiteX254" fmla="*/ 4106 w 12192000"/>
              <a:gd name="connsiteY254" fmla="*/ 4517202 h 5096785"/>
              <a:gd name="connsiteX255" fmla="*/ 0 w 12192000"/>
              <a:gd name="connsiteY255" fmla="*/ 4516084 h 5096785"/>
              <a:gd name="connsiteX256" fmla="*/ 0 w 12192000"/>
              <a:gd name="connsiteY256"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425215 w 12192000"/>
              <a:gd name="connsiteY90" fmla="*/ 4710396 h 5096785"/>
              <a:gd name="connsiteX91" fmla="*/ 6425070 w 12192000"/>
              <a:gd name="connsiteY91" fmla="*/ 4711644 h 5096785"/>
              <a:gd name="connsiteX92" fmla="*/ 6386800 w 12192000"/>
              <a:gd name="connsiteY92" fmla="*/ 4715431 h 5096785"/>
              <a:gd name="connsiteX93" fmla="*/ 6382703 w 12192000"/>
              <a:gd name="connsiteY93" fmla="*/ 4717930 h 5096785"/>
              <a:gd name="connsiteX94" fmla="*/ 6356495 w 12192000"/>
              <a:gd name="connsiteY94" fmla="*/ 4717843 h 5096785"/>
              <a:gd name="connsiteX95" fmla="*/ 6343628 w 12192000"/>
              <a:gd name="connsiteY95" fmla="*/ 4719161 h 5096785"/>
              <a:gd name="connsiteX96" fmla="*/ 6338605 w 12192000"/>
              <a:gd name="connsiteY96" fmla="*/ 4716723 h 5096785"/>
              <a:gd name="connsiteX97" fmla="*/ 6320318 w 12192000"/>
              <a:gd name="connsiteY97" fmla="*/ 4720095 h 5096785"/>
              <a:gd name="connsiteX98" fmla="*/ 6318742 w 12192000"/>
              <a:gd name="connsiteY98" fmla="*/ 4721541 h 5096785"/>
              <a:gd name="connsiteX99" fmla="*/ 6301708 w 12192000"/>
              <a:gd name="connsiteY99" fmla="*/ 4720380 h 5096785"/>
              <a:gd name="connsiteX100" fmla="*/ 6285082 w 12192000"/>
              <a:gd name="connsiteY100" fmla="*/ 4714639 h 5096785"/>
              <a:gd name="connsiteX101" fmla="*/ 6136936 w 12192000"/>
              <a:gd name="connsiteY101" fmla="*/ 4758246 h 5096785"/>
              <a:gd name="connsiteX102" fmla="*/ 5988578 w 12192000"/>
              <a:gd name="connsiteY102" fmla="*/ 4754427 h 5096785"/>
              <a:gd name="connsiteX103" fmla="*/ 5908701 w 12192000"/>
              <a:gd name="connsiteY103" fmla="*/ 4779160 h 5096785"/>
              <a:gd name="connsiteX104" fmla="*/ 5892219 w 12192000"/>
              <a:gd name="connsiteY104" fmla="*/ 4807892 h 5096785"/>
              <a:gd name="connsiteX105" fmla="*/ 5683612 w 12192000"/>
              <a:gd name="connsiteY105" fmla="*/ 4848770 h 5096785"/>
              <a:gd name="connsiteX106" fmla="*/ 5635111 w 12192000"/>
              <a:gd name="connsiteY106" fmla="*/ 4868888 h 5096785"/>
              <a:gd name="connsiteX107" fmla="*/ 5582652 w 12192000"/>
              <a:gd name="connsiteY107" fmla="*/ 4866836 h 5096785"/>
              <a:gd name="connsiteX108" fmla="*/ 5567213 w 12192000"/>
              <a:gd name="connsiteY108" fmla="*/ 4878769 h 5096785"/>
              <a:gd name="connsiteX109" fmla="*/ 5564659 w 12192000"/>
              <a:gd name="connsiteY109" fmla="*/ 4881042 h 5096785"/>
              <a:gd name="connsiteX110" fmla="*/ 5552102 w 12192000"/>
              <a:gd name="connsiteY110" fmla="*/ 4885426 h 5096785"/>
              <a:gd name="connsiteX111" fmla="*/ 5551475 w 12192000"/>
              <a:gd name="connsiteY111" fmla="*/ 4892560 h 5096785"/>
              <a:gd name="connsiteX112" fmla="*/ 5534664 w 12192000"/>
              <a:gd name="connsiteY112" fmla="*/ 4903385 h 5096785"/>
              <a:gd name="connsiteX113" fmla="*/ 5510737 w 12192000"/>
              <a:gd name="connsiteY113" fmla="*/ 4909807 h 5096785"/>
              <a:gd name="connsiteX114" fmla="*/ 5393901 w 12192000"/>
              <a:gd name="connsiteY114" fmla="*/ 4933709 h 5096785"/>
              <a:gd name="connsiteX115" fmla="*/ 5325782 w 12192000"/>
              <a:gd name="connsiteY115" fmla="*/ 4951789 h 5096785"/>
              <a:gd name="connsiteX116" fmla="*/ 5302703 w 12192000"/>
              <a:gd name="connsiteY116" fmla="*/ 4964590 h 5096785"/>
              <a:gd name="connsiteX117" fmla="*/ 5268591 w 12192000"/>
              <a:gd name="connsiteY117" fmla="*/ 4978479 h 5096785"/>
              <a:gd name="connsiteX118" fmla="*/ 5210559 w 12192000"/>
              <a:gd name="connsiteY118" fmla="*/ 5007585 h 5096785"/>
              <a:gd name="connsiteX119" fmla="*/ 5177597 w 12192000"/>
              <a:gd name="connsiteY119" fmla="*/ 5015926 h 5096785"/>
              <a:gd name="connsiteX120" fmla="*/ 5160569 w 12192000"/>
              <a:gd name="connsiteY120" fmla="*/ 5025681 h 5096785"/>
              <a:gd name="connsiteX121" fmla="*/ 5152748 w 12192000"/>
              <a:gd name="connsiteY121" fmla="*/ 5026569 h 5096785"/>
              <a:gd name="connsiteX122" fmla="*/ 5127678 w 12192000"/>
              <a:gd name="connsiteY122" fmla="*/ 5032947 h 5096785"/>
              <a:gd name="connsiteX123" fmla="*/ 5113147 w 12192000"/>
              <a:gd name="connsiteY123" fmla="*/ 5035818 h 5096785"/>
              <a:gd name="connsiteX124" fmla="*/ 5107301 w 12192000"/>
              <a:gd name="connsiteY124" fmla="*/ 5036672 h 5096785"/>
              <a:gd name="connsiteX125" fmla="*/ 5093215 w 12192000"/>
              <a:gd name="connsiteY125" fmla="*/ 5032880 h 5096785"/>
              <a:gd name="connsiteX126" fmla="*/ 5077058 w 12192000"/>
              <a:gd name="connsiteY126" fmla="*/ 5038681 h 5096785"/>
              <a:gd name="connsiteX127" fmla="*/ 5057349 w 12192000"/>
              <a:gd name="connsiteY127" fmla="*/ 5036015 h 5096785"/>
              <a:gd name="connsiteX128" fmla="*/ 5053945 w 12192000"/>
              <a:gd name="connsiteY128" fmla="*/ 5041952 h 5096785"/>
              <a:gd name="connsiteX129" fmla="*/ 5040021 w 12192000"/>
              <a:gd name="connsiteY129" fmla="*/ 5050052 h 5096785"/>
              <a:gd name="connsiteX130" fmla="*/ 5025913 w 12192000"/>
              <a:gd name="connsiteY130" fmla="*/ 5046535 h 5096785"/>
              <a:gd name="connsiteX131" fmla="*/ 4998218 w 12192000"/>
              <a:gd name="connsiteY131" fmla="*/ 5048065 h 5096785"/>
              <a:gd name="connsiteX132" fmla="*/ 4991008 w 12192000"/>
              <a:gd name="connsiteY132" fmla="*/ 5050439 h 5096785"/>
              <a:gd name="connsiteX133" fmla="*/ 4963503 w 12192000"/>
              <a:gd name="connsiteY133" fmla="*/ 5047575 h 5096785"/>
              <a:gd name="connsiteX134" fmla="*/ 4921053 w 12192000"/>
              <a:gd name="connsiteY134" fmla="*/ 5048925 h 5096785"/>
              <a:gd name="connsiteX135" fmla="*/ 4873420 w 12192000"/>
              <a:gd name="connsiteY135" fmla="*/ 5054929 h 5096785"/>
              <a:gd name="connsiteX136" fmla="*/ 4858825 w 12192000"/>
              <a:gd name="connsiteY136" fmla="*/ 5051329 h 5096785"/>
              <a:gd name="connsiteX137" fmla="*/ 4769340 w 12192000"/>
              <a:gd name="connsiteY137" fmla="*/ 5053090 h 5096785"/>
              <a:gd name="connsiteX138" fmla="*/ 4744152 w 12192000"/>
              <a:gd name="connsiteY138" fmla="*/ 5053391 h 5096785"/>
              <a:gd name="connsiteX139" fmla="*/ 4723556 w 12192000"/>
              <a:gd name="connsiteY139" fmla="*/ 5059633 h 5096785"/>
              <a:gd name="connsiteX140" fmla="*/ 4719699 w 12192000"/>
              <a:gd name="connsiteY140" fmla="*/ 5066298 h 5096785"/>
              <a:gd name="connsiteX141" fmla="*/ 4706016 w 12192000"/>
              <a:gd name="connsiteY141" fmla="*/ 5067422 h 5096785"/>
              <a:gd name="connsiteX142" fmla="*/ 4702593 w 12192000"/>
              <a:gd name="connsiteY142" fmla="*/ 5068973 h 5096785"/>
              <a:gd name="connsiteX143" fmla="*/ 4682766 w 12192000"/>
              <a:gd name="connsiteY143" fmla="*/ 5076609 h 5096785"/>
              <a:gd name="connsiteX144" fmla="*/ 4634960 w 12192000"/>
              <a:gd name="connsiteY144" fmla="*/ 5061852 h 5096785"/>
              <a:gd name="connsiteX145" fmla="*/ 4580645 w 12192000"/>
              <a:gd name="connsiteY145" fmla="*/ 5069246 h 5096785"/>
              <a:gd name="connsiteX146" fmla="*/ 4368005 w 12192000"/>
              <a:gd name="connsiteY146" fmla="*/ 5057426 h 5096785"/>
              <a:gd name="connsiteX147" fmla="*/ 4339489 w 12192000"/>
              <a:gd name="connsiteY147" fmla="*/ 5080858 h 5096785"/>
              <a:gd name="connsiteX148" fmla="*/ 4253895 w 12192000"/>
              <a:gd name="connsiteY148" fmla="*/ 5085008 h 5096785"/>
              <a:gd name="connsiteX149" fmla="*/ 4117780 w 12192000"/>
              <a:gd name="connsiteY149" fmla="*/ 5045175 h 5096785"/>
              <a:gd name="connsiteX150" fmla="*/ 3960074 w 12192000"/>
              <a:gd name="connsiteY150" fmla="*/ 5050708 h 5096785"/>
              <a:gd name="connsiteX151" fmla="*/ 3947260 w 12192000"/>
              <a:gd name="connsiteY151" fmla="*/ 5041167 h 5096785"/>
              <a:gd name="connsiteX152" fmla="*/ 3931969 w 12192000"/>
              <a:gd name="connsiteY152" fmla="*/ 5035902 h 5096785"/>
              <a:gd name="connsiteX153" fmla="*/ 3929836 w 12192000"/>
              <a:gd name="connsiteY153" fmla="*/ 5036901 h 5096785"/>
              <a:gd name="connsiteX154" fmla="*/ 3911296 w 12192000"/>
              <a:gd name="connsiteY154" fmla="*/ 5035663 h 5096785"/>
              <a:gd name="connsiteX155" fmla="*/ 3907746 w 12192000"/>
              <a:gd name="connsiteY155" fmla="*/ 5032107 h 5096785"/>
              <a:gd name="connsiteX156" fmla="*/ 3895182 w 12192000"/>
              <a:gd name="connsiteY156" fmla="*/ 5030229 h 5096785"/>
              <a:gd name="connsiteX157" fmla="*/ 3870866 w 12192000"/>
              <a:gd name="connsiteY157" fmla="*/ 5023753 h 5096785"/>
              <a:gd name="connsiteX158" fmla="*/ 3865913 w 12192000"/>
              <a:gd name="connsiteY158" fmla="*/ 5025143 h 5096785"/>
              <a:gd name="connsiteX159" fmla="*/ 3828606 w 12192000"/>
              <a:gd name="connsiteY159" fmla="*/ 5019426 h 5096785"/>
              <a:gd name="connsiteX160" fmla="*/ 3827901 w 12192000"/>
              <a:gd name="connsiteY160" fmla="*/ 5020583 h 5096785"/>
              <a:gd name="connsiteX161" fmla="*/ 3816543 w 12192000"/>
              <a:gd name="connsiteY161" fmla="*/ 5024366 h 5096785"/>
              <a:gd name="connsiteX162" fmla="*/ 3795278 w 12192000"/>
              <a:gd name="connsiteY162" fmla="*/ 5028779 h 5096785"/>
              <a:gd name="connsiteX163" fmla="*/ 3743858 w 12192000"/>
              <a:gd name="connsiteY163" fmla="*/ 5054237 h 5096785"/>
              <a:gd name="connsiteX164" fmla="*/ 3704945 w 12192000"/>
              <a:gd name="connsiteY164" fmla="*/ 5048413 h 5096785"/>
              <a:gd name="connsiteX165" fmla="*/ 3696992 w 12192000"/>
              <a:gd name="connsiteY165" fmla="*/ 5047914 h 5096785"/>
              <a:gd name="connsiteX166" fmla="*/ 3696780 w 12192000"/>
              <a:gd name="connsiteY166" fmla="*/ 5048181 h 5096785"/>
              <a:gd name="connsiteX167" fmla="*/ 3688290 w 12192000"/>
              <a:gd name="connsiteY167" fmla="*/ 5048204 h 5096785"/>
              <a:gd name="connsiteX168" fmla="*/ 3682486 w 12192000"/>
              <a:gd name="connsiteY168" fmla="*/ 5047000 h 5096785"/>
              <a:gd name="connsiteX169" fmla="*/ 3667056 w 12192000"/>
              <a:gd name="connsiteY169" fmla="*/ 5046030 h 5096785"/>
              <a:gd name="connsiteX170" fmla="*/ 3661403 w 12192000"/>
              <a:gd name="connsiteY170" fmla="*/ 5047537 h 5096785"/>
              <a:gd name="connsiteX171" fmla="*/ 3658673 w 12192000"/>
              <a:gd name="connsiteY171" fmla="*/ 5050790 h 5096785"/>
              <a:gd name="connsiteX172" fmla="*/ 3657333 w 12192000"/>
              <a:gd name="connsiteY172" fmla="*/ 5050325 h 5096785"/>
              <a:gd name="connsiteX173" fmla="*/ 3626778 w 12192000"/>
              <a:gd name="connsiteY173" fmla="*/ 5057882 h 5096785"/>
              <a:gd name="connsiteX174" fmla="*/ 3560067 w 12192000"/>
              <a:gd name="connsiteY174" fmla="*/ 5064266 h 5096785"/>
              <a:gd name="connsiteX175" fmla="*/ 3522641 w 12192000"/>
              <a:gd name="connsiteY175" fmla="*/ 5063654 h 5096785"/>
              <a:gd name="connsiteX176" fmla="*/ 3419275 w 12192000"/>
              <a:gd name="connsiteY176" fmla="*/ 5066646 h 5096785"/>
              <a:gd name="connsiteX177" fmla="*/ 3314869 w 12192000"/>
              <a:gd name="connsiteY177" fmla="*/ 5073197 h 5096785"/>
              <a:gd name="connsiteX178" fmla="*/ 3259088 w 12192000"/>
              <a:gd name="connsiteY178" fmla="*/ 5096363 h 5096785"/>
              <a:gd name="connsiteX179" fmla="*/ 3253104 w 12192000"/>
              <a:gd name="connsiteY179" fmla="*/ 5096785 h 5096785"/>
              <a:gd name="connsiteX180" fmla="*/ 3238751 w 12192000"/>
              <a:gd name="connsiteY180" fmla="*/ 5092996 h 5096785"/>
              <a:gd name="connsiteX181" fmla="*/ 3233681 w 12192000"/>
              <a:gd name="connsiteY181" fmla="*/ 5090758 h 5096785"/>
              <a:gd name="connsiteX182" fmla="*/ 3225562 w 12192000"/>
              <a:gd name="connsiteY182" fmla="*/ 5089215 h 5096785"/>
              <a:gd name="connsiteX183" fmla="*/ 3225260 w 12192000"/>
              <a:gd name="connsiteY183" fmla="*/ 5089437 h 5096785"/>
              <a:gd name="connsiteX184" fmla="*/ 3217859 w 12192000"/>
              <a:gd name="connsiteY184" fmla="*/ 5087484 h 5096785"/>
              <a:gd name="connsiteX185" fmla="*/ 3182980 w 12192000"/>
              <a:gd name="connsiteY185" fmla="*/ 5074650 h 5096785"/>
              <a:gd name="connsiteX186" fmla="*/ 3123938 w 12192000"/>
              <a:gd name="connsiteY186" fmla="*/ 5089912 h 5096785"/>
              <a:gd name="connsiteX187" fmla="*/ 3101912 w 12192000"/>
              <a:gd name="connsiteY187" fmla="*/ 5090281 h 5096785"/>
              <a:gd name="connsiteX188" fmla="*/ 3089591 w 12192000"/>
              <a:gd name="connsiteY188" fmla="*/ 5091865 h 5096785"/>
              <a:gd name="connsiteX189" fmla="*/ 3088465 w 12192000"/>
              <a:gd name="connsiteY189" fmla="*/ 5092858 h 5096785"/>
              <a:gd name="connsiteX190" fmla="*/ 3055081 w 12192000"/>
              <a:gd name="connsiteY190" fmla="*/ 5080424 h 5096785"/>
              <a:gd name="connsiteX191" fmla="*/ 3049807 w 12192000"/>
              <a:gd name="connsiteY191" fmla="*/ 5080860 h 5096785"/>
              <a:gd name="connsiteX192" fmla="*/ 3029122 w 12192000"/>
              <a:gd name="connsiteY192" fmla="*/ 5070085 h 5096785"/>
              <a:gd name="connsiteX193" fmla="*/ 3017862 w 12192000"/>
              <a:gd name="connsiteY193" fmla="*/ 5065942 h 5096785"/>
              <a:gd name="connsiteX194" fmla="*/ 3015868 w 12192000"/>
              <a:gd name="connsiteY194" fmla="*/ 5061832 h 5096785"/>
              <a:gd name="connsiteX195" fmla="*/ 2998644 w 12192000"/>
              <a:gd name="connsiteY195" fmla="*/ 5057210 h 5096785"/>
              <a:gd name="connsiteX196" fmla="*/ 2996219 w 12192000"/>
              <a:gd name="connsiteY196" fmla="*/ 5057788 h 5096785"/>
              <a:gd name="connsiteX197" fmla="*/ 2983676 w 12192000"/>
              <a:gd name="connsiteY197" fmla="*/ 5049852 h 5096785"/>
              <a:gd name="connsiteX198" fmla="*/ 2975170 w 12192000"/>
              <a:gd name="connsiteY198" fmla="*/ 5038214 h 5096785"/>
              <a:gd name="connsiteX199" fmla="*/ 2822441 w 12192000"/>
              <a:gd name="connsiteY199" fmla="*/ 5014517 h 5096785"/>
              <a:gd name="connsiteX200" fmla="*/ 2532669 w 12192000"/>
              <a:gd name="connsiteY200" fmla="*/ 4940573 h 5096785"/>
              <a:gd name="connsiteX201" fmla="*/ 2389931 w 12192000"/>
              <a:gd name="connsiteY201" fmla="*/ 4905785 h 5096785"/>
              <a:gd name="connsiteX202" fmla="*/ 2335186 w 12192000"/>
              <a:gd name="connsiteY202" fmla="*/ 4902957 h 5096785"/>
              <a:gd name="connsiteX203" fmla="*/ 2295307 w 12192000"/>
              <a:gd name="connsiteY203" fmla="*/ 4879800 h 5096785"/>
              <a:gd name="connsiteX204" fmla="*/ 2273393 w 12192000"/>
              <a:gd name="connsiteY204" fmla="*/ 4883565 h 5096785"/>
              <a:gd name="connsiteX205" fmla="*/ 2269523 w 12192000"/>
              <a:gd name="connsiteY205" fmla="*/ 4884442 h 5096785"/>
              <a:gd name="connsiteX206" fmla="*/ 2256015 w 12192000"/>
              <a:gd name="connsiteY206" fmla="*/ 4883014 h 5096785"/>
              <a:gd name="connsiteX207" fmla="*/ 2249731 w 12192000"/>
              <a:gd name="connsiteY207" fmla="*/ 4888778 h 5096785"/>
              <a:gd name="connsiteX208" fmla="*/ 2227629 w 12192000"/>
              <a:gd name="connsiteY208" fmla="*/ 4891047 h 5096785"/>
              <a:gd name="connsiteX209" fmla="*/ 2203460 w 12192000"/>
              <a:gd name="connsiteY209" fmla="*/ 4886696 h 5096785"/>
              <a:gd name="connsiteX210" fmla="*/ 2091528 w 12192000"/>
              <a:gd name="connsiteY210" fmla="*/ 4859155 h 5096785"/>
              <a:gd name="connsiteX211" fmla="*/ 2022901 w 12192000"/>
              <a:gd name="connsiteY211" fmla="*/ 4846594 h 5096785"/>
              <a:gd name="connsiteX212" fmla="*/ 1994227 w 12192000"/>
              <a:gd name="connsiteY212" fmla="*/ 4847973 h 5096785"/>
              <a:gd name="connsiteX213" fmla="*/ 1955936 w 12192000"/>
              <a:gd name="connsiteY213" fmla="*/ 4845765 h 5096785"/>
              <a:gd name="connsiteX214" fmla="*/ 1741924 w 12192000"/>
              <a:gd name="connsiteY214" fmla="*/ 4808054 h 5096785"/>
              <a:gd name="connsiteX215" fmla="*/ 1734410 w 12192000"/>
              <a:gd name="connsiteY215" fmla="*/ 4811675 h 5096785"/>
              <a:gd name="connsiteX216" fmla="*/ 1691423 w 12192000"/>
              <a:gd name="connsiteY216" fmla="*/ 4802777 h 5096785"/>
              <a:gd name="connsiteX217" fmla="*/ 1554504 w 12192000"/>
              <a:gd name="connsiteY217" fmla="*/ 4739985 h 5096785"/>
              <a:gd name="connsiteX218" fmla="*/ 1470119 w 12192000"/>
              <a:gd name="connsiteY218" fmla="*/ 4723470 h 5096785"/>
              <a:gd name="connsiteX219" fmla="*/ 1437967 w 12192000"/>
              <a:gd name="connsiteY219" fmla="*/ 4722710 h 5096785"/>
              <a:gd name="connsiteX220" fmla="*/ 1384234 w 12192000"/>
              <a:gd name="connsiteY220" fmla="*/ 4721117 h 5096785"/>
              <a:gd name="connsiteX221" fmla="*/ 1338647 w 12192000"/>
              <a:gd name="connsiteY221" fmla="*/ 4732483 h 5096785"/>
              <a:gd name="connsiteX222" fmla="*/ 1295869 w 12192000"/>
              <a:gd name="connsiteY222" fmla="*/ 4726175 h 5096785"/>
              <a:gd name="connsiteX223" fmla="*/ 1292949 w 12192000"/>
              <a:gd name="connsiteY223" fmla="*/ 4708469 h 5096785"/>
              <a:gd name="connsiteX224" fmla="*/ 1244908 w 12192000"/>
              <a:gd name="connsiteY224" fmla="*/ 4706993 h 5096785"/>
              <a:gd name="connsiteX225" fmla="*/ 1171266 w 12192000"/>
              <a:gd name="connsiteY225" fmla="*/ 4706535 h 5096785"/>
              <a:gd name="connsiteX226" fmla="*/ 1160868 w 12192000"/>
              <a:gd name="connsiteY226" fmla="*/ 4701936 h 5096785"/>
              <a:gd name="connsiteX227" fmla="*/ 1147599 w 12192000"/>
              <a:gd name="connsiteY227" fmla="*/ 4714833 h 5096785"/>
              <a:gd name="connsiteX228" fmla="*/ 1119603 w 12192000"/>
              <a:gd name="connsiteY228" fmla="*/ 4721303 h 5096785"/>
              <a:gd name="connsiteX229" fmla="*/ 997851 w 12192000"/>
              <a:gd name="connsiteY229" fmla="*/ 4722336 h 5096785"/>
              <a:gd name="connsiteX230" fmla="*/ 976455 w 12192000"/>
              <a:gd name="connsiteY230" fmla="*/ 4726407 h 5096785"/>
              <a:gd name="connsiteX231" fmla="*/ 949939 w 12192000"/>
              <a:gd name="connsiteY231" fmla="*/ 4719699 h 5096785"/>
              <a:gd name="connsiteX232" fmla="*/ 894148 w 12192000"/>
              <a:gd name="connsiteY232" fmla="*/ 4710406 h 5096785"/>
              <a:gd name="connsiteX233" fmla="*/ 857990 w 12192000"/>
              <a:gd name="connsiteY233" fmla="*/ 4696844 h 5096785"/>
              <a:gd name="connsiteX234" fmla="*/ 848649 w 12192000"/>
              <a:gd name="connsiteY234" fmla="*/ 4704021 h 5096785"/>
              <a:gd name="connsiteX235" fmla="*/ 826436 w 12192000"/>
              <a:gd name="connsiteY235" fmla="*/ 4707421 h 5096785"/>
              <a:gd name="connsiteX236" fmla="*/ 733052 w 12192000"/>
              <a:gd name="connsiteY236" fmla="*/ 4701884 h 5096785"/>
              <a:gd name="connsiteX237" fmla="*/ 716185 w 12192000"/>
              <a:gd name="connsiteY237" fmla="*/ 4703827 h 5096785"/>
              <a:gd name="connsiteX238" fmla="*/ 696663 w 12192000"/>
              <a:gd name="connsiteY238" fmla="*/ 4697420 h 5096785"/>
              <a:gd name="connsiteX239" fmla="*/ 582722 w 12192000"/>
              <a:gd name="connsiteY239" fmla="*/ 4658637 h 5096785"/>
              <a:gd name="connsiteX240" fmla="*/ 581118 w 12192000"/>
              <a:gd name="connsiteY240" fmla="*/ 4654120 h 5096785"/>
              <a:gd name="connsiteX241" fmla="*/ 546453 w 12192000"/>
              <a:gd name="connsiteY241" fmla="*/ 4652542 h 5096785"/>
              <a:gd name="connsiteX242" fmla="*/ 536773 w 12192000"/>
              <a:gd name="connsiteY242" fmla="*/ 4644609 h 5096785"/>
              <a:gd name="connsiteX243" fmla="*/ 518899 w 12192000"/>
              <a:gd name="connsiteY243" fmla="*/ 4642839 h 5096785"/>
              <a:gd name="connsiteX244" fmla="*/ 388896 w 12192000"/>
              <a:gd name="connsiteY244" fmla="*/ 4619173 h 5096785"/>
              <a:gd name="connsiteX245" fmla="*/ 366479 w 12192000"/>
              <a:gd name="connsiteY245" fmla="*/ 4618896 h 5096785"/>
              <a:gd name="connsiteX246" fmla="*/ 342781 w 12192000"/>
              <a:gd name="connsiteY246" fmla="*/ 4601239 h 5096785"/>
              <a:gd name="connsiteX247" fmla="*/ 255925 w 12192000"/>
              <a:gd name="connsiteY247" fmla="*/ 4598685 h 5096785"/>
              <a:gd name="connsiteX248" fmla="*/ 226919 w 12192000"/>
              <a:gd name="connsiteY248" fmla="*/ 4598460 h 5096785"/>
              <a:gd name="connsiteX249" fmla="*/ 213925 w 12192000"/>
              <a:gd name="connsiteY249" fmla="*/ 4597783 h 5096785"/>
              <a:gd name="connsiteX250" fmla="*/ 215196 w 12192000"/>
              <a:gd name="connsiteY250" fmla="*/ 4588576 h 5096785"/>
              <a:gd name="connsiteX251" fmla="*/ 180214 w 12192000"/>
              <a:gd name="connsiteY251" fmla="*/ 4583701 h 5096785"/>
              <a:gd name="connsiteX252" fmla="*/ 83203 w 12192000"/>
              <a:gd name="connsiteY252" fmla="*/ 4531664 h 5096785"/>
              <a:gd name="connsiteX253" fmla="*/ 4106 w 12192000"/>
              <a:gd name="connsiteY253" fmla="*/ 4517202 h 5096785"/>
              <a:gd name="connsiteX254" fmla="*/ 0 w 12192000"/>
              <a:gd name="connsiteY254" fmla="*/ 4516084 h 5096785"/>
              <a:gd name="connsiteX255" fmla="*/ 0 w 12192000"/>
              <a:gd name="connsiteY255"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425215 w 12192000"/>
              <a:gd name="connsiteY90" fmla="*/ 4710396 h 5096785"/>
              <a:gd name="connsiteX91" fmla="*/ 6425070 w 12192000"/>
              <a:gd name="connsiteY91" fmla="*/ 4711644 h 5096785"/>
              <a:gd name="connsiteX92" fmla="*/ 6386800 w 12192000"/>
              <a:gd name="connsiteY92" fmla="*/ 4715431 h 5096785"/>
              <a:gd name="connsiteX93" fmla="*/ 6382703 w 12192000"/>
              <a:gd name="connsiteY93" fmla="*/ 4717930 h 5096785"/>
              <a:gd name="connsiteX94" fmla="*/ 6356495 w 12192000"/>
              <a:gd name="connsiteY94" fmla="*/ 4717843 h 5096785"/>
              <a:gd name="connsiteX95" fmla="*/ 6343628 w 12192000"/>
              <a:gd name="connsiteY95" fmla="*/ 4719161 h 5096785"/>
              <a:gd name="connsiteX96" fmla="*/ 6338605 w 12192000"/>
              <a:gd name="connsiteY96" fmla="*/ 4716723 h 5096785"/>
              <a:gd name="connsiteX97" fmla="*/ 6320318 w 12192000"/>
              <a:gd name="connsiteY97" fmla="*/ 4720095 h 5096785"/>
              <a:gd name="connsiteX98" fmla="*/ 6318742 w 12192000"/>
              <a:gd name="connsiteY98" fmla="*/ 4721541 h 5096785"/>
              <a:gd name="connsiteX99" fmla="*/ 6301708 w 12192000"/>
              <a:gd name="connsiteY99" fmla="*/ 4720380 h 5096785"/>
              <a:gd name="connsiteX100" fmla="*/ 6285082 w 12192000"/>
              <a:gd name="connsiteY100" fmla="*/ 4714639 h 5096785"/>
              <a:gd name="connsiteX101" fmla="*/ 6136936 w 12192000"/>
              <a:gd name="connsiteY101" fmla="*/ 4758246 h 5096785"/>
              <a:gd name="connsiteX102" fmla="*/ 5988578 w 12192000"/>
              <a:gd name="connsiteY102" fmla="*/ 4754427 h 5096785"/>
              <a:gd name="connsiteX103" fmla="*/ 5908701 w 12192000"/>
              <a:gd name="connsiteY103" fmla="*/ 4779160 h 5096785"/>
              <a:gd name="connsiteX104" fmla="*/ 5892219 w 12192000"/>
              <a:gd name="connsiteY104" fmla="*/ 4807892 h 5096785"/>
              <a:gd name="connsiteX105" fmla="*/ 5683612 w 12192000"/>
              <a:gd name="connsiteY105" fmla="*/ 4848770 h 5096785"/>
              <a:gd name="connsiteX106" fmla="*/ 5635111 w 12192000"/>
              <a:gd name="connsiteY106" fmla="*/ 4868888 h 5096785"/>
              <a:gd name="connsiteX107" fmla="*/ 5582652 w 12192000"/>
              <a:gd name="connsiteY107" fmla="*/ 4866836 h 5096785"/>
              <a:gd name="connsiteX108" fmla="*/ 5567213 w 12192000"/>
              <a:gd name="connsiteY108" fmla="*/ 4878769 h 5096785"/>
              <a:gd name="connsiteX109" fmla="*/ 5564659 w 12192000"/>
              <a:gd name="connsiteY109" fmla="*/ 4881042 h 5096785"/>
              <a:gd name="connsiteX110" fmla="*/ 5552102 w 12192000"/>
              <a:gd name="connsiteY110" fmla="*/ 4885426 h 5096785"/>
              <a:gd name="connsiteX111" fmla="*/ 5551475 w 12192000"/>
              <a:gd name="connsiteY111" fmla="*/ 4892560 h 5096785"/>
              <a:gd name="connsiteX112" fmla="*/ 5534664 w 12192000"/>
              <a:gd name="connsiteY112" fmla="*/ 4903385 h 5096785"/>
              <a:gd name="connsiteX113" fmla="*/ 5510737 w 12192000"/>
              <a:gd name="connsiteY113" fmla="*/ 4909807 h 5096785"/>
              <a:gd name="connsiteX114" fmla="*/ 5393901 w 12192000"/>
              <a:gd name="connsiteY114" fmla="*/ 4933709 h 5096785"/>
              <a:gd name="connsiteX115" fmla="*/ 5325782 w 12192000"/>
              <a:gd name="connsiteY115" fmla="*/ 4951789 h 5096785"/>
              <a:gd name="connsiteX116" fmla="*/ 5302703 w 12192000"/>
              <a:gd name="connsiteY116" fmla="*/ 4964590 h 5096785"/>
              <a:gd name="connsiteX117" fmla="*/ 5268591 w 12192000"/>
              <a:gd name="connsiteY117" fmla="*/ 4978479 h 5096785"/>
              <a:gd name="connsiteX118" fmla="*/ 5210559 w 12192000"/>
              <a:gd name="connsiteY118" fmla="*/ 5007585 h 5096785"/>
              <a:gd name="connsiteX119" fmla="*/ 5177597 w 12192000"/>
              <a:gd name="connsiteY119" fmla="*/ 5015926 h 5096785"/>
              <a:gd name="connsiteX120" fmla="*/ 5160569 w 12192000"/>
              <a:gd name="connsiteY120" fmla="*/ 5025681 h 5096785"/>
              <a:gd name="connsiteX121" fmla="*/ 5152748 w 12192000"/>
              <a:gd name="connsiteY121" fmla="*/ 5026569 h 5096785"/>
              <a:gd name="connsiteX122" fmla="*/ 5127678 w 12192000"/>
              <a:gd name="connsiteY122" fmla="*/ 5032947 h 5096785"/>
              <a:gd name="connsiteX123" fmla="*/ 5113147 w 12192000"/>
              <a:gd name="connsiteY123" fmla="*/ 5035818 h 5096785"/>
              <a:gd name="connsiteX124" fmla="*/ 5107301 w 12192000"/>
              <a:gd name="connsiteY124" fmla="*/ 5036672 h 5096785"/>
              <a:gd name="connsiteX125" fmla="*/ 5093215 w 12192000"/>
              <a:gd name="connsiteY125" fmla="*/ 5032880 h 5096785"/>
              <a:gd name="connsiteX126" fmla="*/ 5077058 w 12192000"/>
              <a:gd name="connsiteY126" fmla="*/ 5038681 h 5096785"/>
              <a:gd name="connsiteX127" fmla="*/ 5057349 w 12192000"/>
              <a:gd name="connsiteY127" fmla="*/ 5036015 h 5096785"/>
              <a:gd name="connsiteX128" fmla="*/ 5053945 w 12192000"/>
              <a:gd name="connsiteY128" fmla="*/ 5041952 h 5096785"/>
              <a:gd name="connsiteX129" fmla="*/ 5040021 w 12192000"/>
              <a:gd name="connsiteY129" fmla="*/ 5050052 h 5096785"/>
              <a:gd name="connsiteX130" fmla="*/ 5025913 w 12192000"/>
              <a:gd name="connsiteY130" fmla="*/ 5046535 h 5096785"/>
              <a:gd name="connsiteX131" fmla="*/ 4998218 w 12192000"/>
              <a:gd name="connsiteY131" fmla="*/ 5048065 h 5096785"/>
              <a:gd name="connsiteX132" fmla="*/ 4991008 w 12192000"/>
              <a:gd name="connsiteY132" fmla="*/ 5050439 h 5096785"/>
              <a:gd name="connsiteX133" fmla="*/ 4963503 w 12192000"/>
              <a:gd name="connsiteY133" fmla="*/ 5047575 h 5096785"/>
              <a:gd name="connsiteX134" fmla="*/ 4921053 w 12192000"/>
              <a:gd name="connsiteY134" fmla="*/ 5048925 h 5096785"/>
              <a:gd name="connsiteX135" fmla="*/ 4873420 w 12192000"/>
              <a:gd name="connsiteY135" fmla="*/ 5054929 h 5096785"/>
              <a:gd name="connsiteX136" fmla="*/ 4858825 w 12192000"/>
              <a:gd name="connsiteY136" fmla="*/ 5051329 h 5096785"/>
              <a:gd name="connsiteX137" fmla="*/ 4769340 w 12192000"/>
              <a:gd name="connsiteY137" fmla="*/ 5053090 h 5096785"/>
              <a:gd name="connsiteX138" fmla="*/ 4744152 w 12192000"/>
              <a:gd name="connsiteY138" fmla="*/ 5053391 h 5096785"/>
              <a:gd name="connsiteX139" fmla="*/ 4723556 w 12192000"/>
              <a:gd name="connsiteY139" fmla="*/ 5059633 h 5096785"/>
              <a:gd name="connsiteX140" fmla="*/ 4719699 w 12192000"/>
              <a:gd name="connsiteY140" fmla="*/ 5066298 h 5096785"/>
              <a:gd name="connsiteX141" fmla="*/ 4706016 w 12192000"/>
              <a:gd name="connsiteY141" fmla="*/ 5067422 h 5096785"/>
              <a:gd name="connsiteX142" fmla="*/ 4702593 w 12192000"/>
              <a:gd name="connsiteY142" fmla="*/ 5068973 h 5096785"/>
              <a:gd name="connsiteX143" fmla="*/ 4682766 w 12192000"/>
              <a:gd name="connsiteY143" fmla="*/ 5076609 h 5096785"/>
              <a:gd name="connsiteX144" fmla="*/ 4634960 w 12192000"/>
              <a:gd name="connsiteY144" fmla="*/ 5061852 h 5096785"/>
              <a:gd name="connsiteX145" fmla="*/ 4580645 w 12192000"/>
              <a:gd name="connsiteY145" fmla="*/ 5069246 h 5096785"/>
              <a:gd name="connsiteX146" fmla="*/ 4368005 w 12192000"/>
              <a:gd name="connsiteY146" fmla="*/ 5057426 h 5096785"/>
              <a:gd name="connsiteX147" fmla="*/ 4339489 w 12192000"/>
              <a:gd name="connsiteY147" fmla="*/ 5080858 h 5096785"/>
              <a:gd name="connsiteX148" fmla="*/ 4253895 w 12192000"/>
              <a:gd name="connsiteY148" fmla="*/ 5085008 h 5096785"/>
              <a:gd name="connsiteX149" fmla="*/ 4117780 w 12192000"/>
              <a:gd name="connsiteY149" fmla="*/ 5045175 h 5096785"/>
              <a:gd name="connsiteX150" fmla="*/ 3960074 w 12192000"/>
              <a:gd name="connsiteY150" fmla="*/ 5050708 h 5096785"/>
              <a:gd name="connsiteX151" fmla="*/ 3947260 w 12192000"/>
              <a:gd name="connsiteY151" fmla="*/ 5041167 h 5096785"/>
              <a:gd name="connsiteX152" fmla="*/ 3931969 w 12192000"/>
              <a:gd name="connsiteY152" fmla="*/ 5035902 h 5096785"/>
              <a:gd name="connsiteX153" fmla="*/ 3929836 w 12192000"/>
              <a:gd name="connsiteY153" fmla="*/ 5036901 h 5096785"/>
              <a:gd name="connsiteX154" fmla="*/ 3911296 w 12192000"/>
              <a:gd name="connsiteY154" fmla="*/ 5035663 h 5096785"/>
              <a:gd name="connsiteX155" fmla="*/ 3907746 w 12192000"/>
              <a:gd name="connsiteY155" fmla="*/ 5032107 h 5096785"/>
              <a:gd name="connsiteX156" fmla="*/ 3895182 w 12192000"/>
              <a:gd name="connsiteY156" fmla="*/ 5030229 h 5096785"/>
              <a:gd name="connsiteX157" fmla="*/ 3870866 w 12192000"/>
              <a:gd name="connsiteY157" fmla="*/ 5023753 h 5096785"/>
              <a:gd name="connsiteX158" fmla="*/ 3865913 w 12192000"/>
              <a:gd name="connsiteY158" fmla="*/ 5025143 h 5096785"/>
              <a:gd name="connsiteX159" fmla="*/ 3828606 w 12192000"/>
              <a:gd name="connsiteY159" fmla="*/ 5019426 h 5096785"/>
              <a:gd name="connsiteX160" fmla="*/ 3827901 w 12192000"/>
              <a:gd name="connsiteY160" fmla="*/ 5020583 h 5096785"/>
              <a:gd name="connsiteX161" fmla="*/ 3816543 w 12192000"/>
              <a:gd name="connsiteY161" fmla="*/ 5024366 h 5096785"/>
              <a:gd name="connsiteX162" fmla="*/ 3795278 w 12192000"/>
              <a:gd name="connsiteY162" fmla="*/ 5028779 h 5096785"/>
              <a:gd name="connsiteX163" fmla="*/ 3743858 w 12192000"/>
              <a:gd name="connsiteY163" fmla="*/ 5054237 h 5096785"/>
              <a:gd name="connsiteX164" fmla="*/ 3704945 w 12192000"/>
              <a:gd name="connsiteY164" fmla="*/ 5048413 h 5096785"/>
              <a:gd name="connsiteX165" fmla="*/ 3696992 w 12192000"/>
              <a:gd name="connsiteY165" fmla="*/ 5047914 h 5096785"/>
              <a:gd name="connsiteX166" fmla="*/ 3696780 w 12192000"/>
              <a:gd name="connsiteY166" fmla="*/ 5048181 h 5096785"/>
              <a:gd name="connsiteX167" fmla="*/ 3688290 w 12192000"/>
              <a:gd name="connsiteY167" fmla="*/ 5048204 h 5096785"/>
              <a:gd name="connsiteX168" fmla="*/ 3682486 w 12192000"/>
              <a:gd name="connsiteY168" fmla="*/ 5047000 h 5096785"/>
              <a:gd name="connsiteX169" fmla="*/ 3667056 w 12192000"/>
              <a:gd name="connsiteY169" fmla="*/ 5046030 h 5096785"/>
              <a:gd name="connsiteX170" fmla="*/ 3661403 w 12192000"/>
              <a:gd name="connsiteY170" fmla="*/ 5047537 h 5096785"/>
              <a:gd name="connsiteX171" fmla="*/ 3658673 w 12192000"/>
              <a:gd name="connsiteY171" fmla="*/ 5050790 h 5096785"/>
              <a:gd name="connsiteX172" fmla="*/ 3657333 w 12192000"/>
              <a:gd name="connsiteY172" fmla="*/ 5050325 h 5096785"/>
              <a:gd name="connsiteX173" fmla="*/ 3626778 w 12192000"/>
              <a:gd name="connsiteY173" fmla="*/ 5057882 h 5096785"/>
              <a:gd name="connsiteX174" fmla="*/ 3560067 w 12192000"/>
              <a:gd name="connsiteY174" fmla="*/ 5064266 h 5096785"/>
              <a:gd name="connsiteX175" fmla="*/ 3522641 w 12192000"/>
              <a:gd name="connsiteY175" fmla="*/ 5063654 h 5096785"/>
              <a:gd name="connsiteX176" fmla="*/ 3419275 w 12192000"/>
              <a:gd name="connsiteY176" fmla="*/ 5066646 h 5096785"/>
              <a:gd name="connsiteX177" fmla="*/ 3314869 w 12192000"/>
              <a:gd name="connsiteY177" fmla="*/ 5073197 h 5096785"/>
              <a:gd name="connsiteX178" fmla="*/ 3259088 w 12192000"/>
              <a:gd name="connsiteY178" fmla="*/ 5096363 h 5096785"/>
              <a:gd name="connsiteX179" fmla="*/ 3253104 w 12192000"/>
              <a:gd name="connsiteY179" fmla="*/ 5096785 h 5096785"/>
              <a:gd name="connsiteX180" fmla="*/ 3238751 w 12192000"/>
              <a:gd name="connsiteY180" fmla="*/ 5092996 h 5096785"/>
              <a:gd name="connsiteX181" fmla="*/ 3233681 w 12192000"/>
              <a:gd name="connsiteY181" fmla="*/ 5090758 h 5096785"/>
              <a:gd name="connsiteX182" fmla="*/ 3225562 w 12192000"/>
              <a:gd name="connsiteY182" fmla="*/ 5089215 h 5096785"/>
              <a:gd name="connsiteX183" fmla="*/ 3225260 w 12192000"/>
              <a:gd name="connsiteY183" fmla="*/ 5089437 h 5096785"/>
              <a:gd name="connsiteX184" fmla="*/ 3217859 w 12192000"/>
              <a:gd name="connsiteY184" fmla="*/ 5087484 h 5096785"/>
              <a:gd name="connsiteX185" fmla="*/ 3182980 w 12192000"/>
              <a:gd name="connsiteY185" fmla="*/ 5074650 h 5096785"/>
              <a:gd name="connsiteX186" fmla="*/ 3123938 w 12192000"/>
              <a:gd name="connsiteY186" fmla="*/ 5089912 h 5096785"/>
              <a:gd name="connsiteX187" fmla="*/ 3101912 w 12192000"/>
              <a:gd name="connsiteY187" fmla="*/ 5090281 h 5096785"/>
              <a:gd name="connsiteX188" fmla="*/ 3089591 w 12192000"/>
              <a:gd name="connsiteY188" fmla="*/ 5091865 h 5096785"/>
              <a:gd name="connsiteX189" fmla="*/ 3088465 w 12192000"/>
              <a:gd name="connsiteY189" fmla="*/ 5092858 h 5096785"/>
              <a:gd name="connsiteX190" fmla="*/ 3055081 w 12192000"/>
              <a:gd name="connsiteY190" fmla="*/ 5080424 h 5096785"/>
              <a:gd name="connsiteX191" fmla="*/ 3049807 w 12192000"/>
              <a:gd name="connsiteY191" fmla="*/ 5080860 h 5096785"/>
              <a:gd name="connsiteX192" fmla="*/ 3029122 w 12192000"/>
              <a:gd name="connsiteY192" fmla="*/ 5070085 h 5096785"/>
              <a:gd name="connsiteX193" fmla="*/ 3017862 w 12192000"/>
              <a:gd name="connsiteY193" fmla="*/ 5065942 h 5096785"/>
              <a:gd name="connsiteX194" fmla="*/ 3015868 w 12192000"/>
              <a:gd name="connsiteY194" fmla="*/ 5061832 h 5096785"/>
              <a:gd name="connsiteX195" fmla="*/ 2998644 w 12192000"/>
              <a:gd name="connsiteY195" fmla="*/ 5057210 h 5096785"/>
              <a:gd name="connsiteX196" fmla="*/ 2996219 w 12192000"/>
              <a:gd name="connsiteY196" fmla="*/ 5057788 h 5096785"/>
              <a:gd name="connsiteX197" fmla="*/ 2983676 w 12192000"/>
              <a:gd name="connsiteY197" fmla="*/ 5049852 h 5096785"/>
              <a:gd name="connsiteX198" fmla="*/ 2975170 w 12192000"/>
              <a:gd name="connsiteY198" fmla="*/ 5038214 h 5096785"/>
              <a:gd name="connsiteX199" fmla="*/ 2758830 w 12192000"/>
              <a:gd name="connsiteY199" fmla="*/ 4974760 h 5096785"/>
              <a:gd name="connsiteX200" fmla="*/ 2532669 w 12192000"/>
              <a:gd name="connsiteY200" fmla="*/ 4940573 h 5096785"/>
              <a:gd name="connsiteX201" fmla="*/ 2389931 w 12192000"/>
              <a:gd name="connsiteY201" fmla="*/ 4905785 h 5096785"/>
              <a:gd name="connsiteX202" fmla="*/ 2335186 w 12192000"/>
              <a:gd name="connsiteY202" fmla="*/ 4902957 h 5096785"/>
              <a:gd name="connsiteX203" fmla="*/ 2295307 w 12192000"/>
              <a:gd name="connsiteY203" fmla="*/ 4879800 h 5096785"/>
              <a:gd name="connsiteX204" fmla="*/ 2273393 w 12192000"/>
              <a:gd name="connsiteY204" fmla="*/ 4883565 h 5096785"/>
              <a:gd name="connsiteX205" fmla="*/ 2269523 w 12192000"/>
              <a:gd name="connsiteY205" fmla="*/ 4884442 h 5096785"/>
              <a:gd name="connsiteX206" fmla="*/ 2256015 w 12192000"/>
              <a:gd name="connsiteY206" fmla="*/ 4883014 h 5096785"/>
              <a:gd name="connsiteX207" fmla="*/ 2249731 w 12192000"/>
              <a:gd name="connsiteY207" fmla="*/ 4888778 h 5096785"/>
              <a:gd name="connsiteX208" fmla="*/ 2227629 w 12192000"/>
              <a:gd name="connsiteY208" fmla="*/ 4891047 h 5096785"/>
              <a:gd name="connsiteX209" fmla="*/ 2203460 w 12192000"/>
              <a:gd name="connsiteY209" fmla="*/ 4886696 h 5096785"/>
              <a:gd name="connsiteX210" fmla="*/ 2091528 w 12192000"/>
              <a:gd name="connsiteY210" fmla="*/ 4859155 h 5096785"/>
              <a:gd name="connsiteX211" fmla="*/ 2022901 w 12192000"/>
              <a:gd name="connsiteY211" fmla="*/ 4846594 h 5096785"/>
              <a:gd name="connsiteX212" fmla="*/ 1994227 w 12192000"/>
              <a:gd name="connsiteY212" fmla="*/ 4847973 h 5096785"/>
              <a:gd name="connsiteX213" fmla="*/ 1955936 w 12192000"/>
              <a:gd name="connsiteY213" fmla="*/ 4845765 h 5096785"/>
              <a:gd name="connsiteX214" fmla="*/ 1741924 w 12192000"/>
              <a:gd name="connsiteY214" fmla="*/ 4808054 h 5096785"/>
              <a:gd name="connsiteX215" fmla="*/ 1734410 w 12192000"/>
              <a:gd name="connsiteY215" fmla="*/ 4811675 h 5096785"/>
              <a:gd name="connsiteX216" fmla="*/ 1691423 w 12192000"/>
              <a:gd name="connsiteY216" fmla="*/ 4802777 h 5096785"/>
              <a:gd name="connsiteX217" fmla="*/ 1554504 w 12192000"/>
              <a:gd name="connsiteY217" fmla="*/ 4739985 h 5096785"/>
              <a:gd name="connsiteX218" fmla="*/ 1470119 w 12192000"/>
              <a:gd name="connsiteY218" fmla="*/ 4723470 h 5096785"/>
              <a:gd name="connsiteX219" fmla="*/ 1437967 w 12192000"/>
              <a:gd name="connsiteY219" fmla="*/ 4722710 h 5096785"/>
              <a:gd name="connsiteX220" fmla="*/ 1384234 w 12192000"/>
              <a:gd name="connsiteY220" fmla="*/ 4721117 h 5096785"/>
              <a:gd name="connsiteX221" fmla="*/ 1338647 w 12192000"/>
              <a:gd name="connsiteY221" fmla="*/ 4732483 h 5096785"/>
              <a:gd name="connsiteX222" fmla="*/ 1295869 w 12192000"/>
              <a:gd name="connsiteY222" fmla="*/ 4726175 h 5096785"/>
              <a:gd name="connsiteX223" fmla="*/ 1292949 w 12192000"/>
              <a:gd name="connsiteY223" fmla="*/ 4708469 h 5096785"/>
              <a:gd name="connsiteX224" fmla="*/ 1244908 w 12192000"/>
              <a:gd name="connsiteY224" fmla="*/ 4706993 h 5096785"/>
              <a:gd name="connsiteX225" fmla="*/ 1171266 w 12192000"/>
              <a:gd name="connsiteY225" fmla="*/ 4706535 h 5096785"/>
              <a:gd name="connsiteX226" fmla="*/ 1160868 w 12192000"/>
              <a:gd name="connsiteY226" fmla="*/ 4701936 h 5096785"/>
              <a:gd name="connsiteX227" fmla="*/ 1147599 w 12192000"/>
              <a:gd name="connsiteY227" fmla="*/ 4714833 h 5096785"/>
              <a:gd name="connsiteX228" fmla="*/ 1119603 w 12192000"/>
              <a:gd name="connsiteY228" fmla="*/ 4721303 h 5096785"/>
              <a:gd name="connsiteX229" fmla="*/ 997851 w 12192000"/>
              <a:gd name="connsiteY229" fmla="*/ 4722336 h 5096785"/>
              <a:gd name="connsiteX230" fmla="*/ 976455 w 12192000"/>
              <a:gd name="connsiteY230" fmla="*/ 4726407 h 5096785"/>
              <a:gd name="connsiteX231" fmla="*/ 949939 w 12192000"/>
              <a:gd name="connsiteY231" fmla="*/ 4719699 h 5096785"/>
              <a:gd name="connsiteX232" fmla="*/ 894148 w 12192000"/>
              <a:gd name="connsiteY232" fmla="*/ 4710406 h 5096785"/>
              <a:gd name="connsiteX233" fmla="*/ 857990 w 12192000"/>
              <a:gd name="connsiteY233" fmla="*/ 4696844 h 5096785"/>
              <a:gd name="connsiteX234" fmla="*/ 848649 w 12192000"/>
              <a:gd name="connsiteY234" fmla="*/ 4704021 h 5096785"/>
              <a:gd name="connsiteX235" fmla="*/ 826436 w 12192000"/>
              <a:gd name="connsiteY235" fmla="*/ 4707421 h 5096785"/>
              <a:gd name="connsiteX236" fmla="*/ 733052 w 12192000"/>
              <a:gd name="connsiteY236" fmla="*/ 4701884 h 5096785"/>
              <a:gd name="connsiteX237" fmla="*/ 716185 w 12192000"/>
              <a:gd name="connsiteY237" fmla="*/ 4703827 h 5096785"/>
              <a:gd name="connsiteX238" fmla="*/ 696663 w 12192000"/>
              <a:gd name="connsiteY238" fmla="*/ 4697420 h 5096785"/>
              <a:gd name="connsiteX239" fmla="*/ 582722 w 12192000"/>
              <a:gd name="connsiteY239" fmla="*/ 4658637 h 5096785"/>
              <a:gd name="connsiteX240" fmla="*/ 581118 w 12192000"/>
              <a:gd name="connsiteY240" fmla="*/ 4654120 h 5096785"/>
              <a:gd name="connsiteX241" fmla="*/ 546453 w 12192000"/>
              <a:gd name="connsiteY241" fmla="*/ 4652542 h 5096785"/>
              <a:gd name="connsiteX242" fmla="*/ 536773 w 12192000"/>
              <a:gd name="connsiteY242" fmla="*/ 4644609 h 5096785"/>
              <a:gd name="connsiteX243" fmla="*/ 518899 w 12192000"/>
              <a:gd name="connsiteY243" fmla="*/ 4642839 h 5096785"/>
              <a:gd name="connsiteX244" fmla="*/ 388896 w 12192000"/>
              <a:gd name="connsiteY244" fmla="*/ 4619173 h 5096785"/>
              <a:gd name="connsiteX245" fmla="*/ 366479 w 12192000"/>
              <a:gd name="connsiteY245" fmla="*/ 4618896 h 5096785"/>
              <a:gd name="connsiteX246" fmla="*/ 342781 w 12192000"/>
              <a:gd name="connsiteY246" fmla="*/ 4601239 h 5096785"/>
              <a:gd name="connsiteX247" fmla="*/ 255925 w 12192000"/>
              <a:gd name="connsiteY247" fmla="*/ 4598685 h 5096785"/>
              <a:gd name="connsiteX248" fmla="*/ 226919 w 12192000"/>
              <a:gd name="connsiteY248" fmla="*/ 4598460 h 5096785"/>
              <a:gd name="connsiteX249" fmla="*/ 213925 w 12192000"/>
              <a:gd name="connsiteY249" fmla="*/ 4597783 h 5096785"/>
              <a:gd name="connsiteX250" fmla="*/ 215196 w 12192000"/>
              <a:gd name="connsiteY250" fmla="*/ 4588576 h 5096785"/>
              <a:gd name="connsiteX251" fmla="*/ 180214 w 12192000"/>
              <a:gd name="connsiteY251" fmla="*/ 4583701 h 5096785"/>
              <a:gd name="connsiteX252" fmla="*/ 83203 w 12192000"/>
              <a:gd name="connsiteY252" fmla="*/ 4531664 h 5096785"/>
              <a:gd name="connsiteX253" fmla="*/ 4106 w 12192000"/>
              <a:gd name="connsiteY253" fmla="*/ 4517202 h 5096785"/>
              <a:gd name="connsiteX254" fmla="*/ 0 w 12192000"/>
              <a:gd name="connsiteY254" fmla="*/ 4516084 h 5096785"/>
              <a:gd name="connsiteX255" fmla="*/ 0 w 12192000"/>
              <a:gd name="connsiteY255"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425215 w 12192000"/>
              <a:gd name="connsiteY90" fmla="*/ 4710396 h 5096785"/>
              <a:gd name="connsiteX91" fmla="*/ 6425070 w 12192000"/>
              <a:gd name="connsiteY91" fmla="*/ 4711644 h 5096785"/>
              <a:gd name="connsiteX92" fmla="*/ 6386800 w 12192000"/>
              <a:gd name="connsiteY92" fmla="*/ 4715431 h 5096785"/>
              <a:gd name="connsiteX93" fmla="*/ 6382703 w 12192000"/>
              <a:gd name="connsiteY93" fmla="*/ 4717930 h 5096785"/>
              <a:gd name="connsiteX94" fmla="*/ 6356495 w 12192000"/>
              <a:gd name="connsiteY94" fmla="*/ 4717843 h 5096785"/>
              <a:gd name="connsiteX95" fmla="*/ 6343628 w 12192000"/>
              <a:gd name="connsiteY95" fmla="*/ 4719161 h 5096785"/>
              <a:gd name="connsiteX96" fmla="*/ 6338605 w 12192000"/>
              <a:gd name="connsiteY96" fmla="*/ 4716723 h 5096785"/>
              <a:gd name="connsiteX97" fmla="*/ 6320318 w 12192000"/>
              <a:gd name="connsiteY97" fmla="*/ 4720095 h 5096785"/>
              <a:gd name="connsiteX98" fmla="*/ 6318742 w 12192000"/>
              <a:gd name="connsiteY98" fmla="*/ 4721541 h 5096785"/>
              <a:gd name="connsiteX99" fmla="*/ 6301708 w 12192000"/>
              <a:gd name="connsiteY99" fmla="*/ 4720380 h 5096785"/>
              <a:gd name="connsiteX100" fmla="*/ 6285082 w 12192000"/>
              <a:gd name="connsiteY100" fmla="*/ 4714639 h 5096785"/>
              <a:gd name="connsiteX101" fmla="*/ 6136936 w 12192000"/>
              <a:gd name="connsiteY101" fmla="*/ 4758246 h 5096785"/>
              <a:gd name="connsiteX102" fmla="*/ 5988578 w 12192000"/>
              <a:gd name="connsiteY102" fmla="*/ 4754427 h 5096785"/>
              <a:gd name="connsiteX103" fmla="*/ 5908701 w 12192000"/>
              <a:gd name="connsiteY103" fmla="*/ 4779160 h 5096785"/>
              <a:gd name="connsiteX104" fmla="*/ 5892219 w 12192000"/>
              <a:gd name="connsiteY104" fmla="*/ 4807892 h 5096785"/>
              <a:gd name="connsiteX105" fmla="*/ 5683612 w 12192000"/>
              <a:gd name="connsiteY105" fmla="*/ 4848770 h 5096785"/>
              <a:gd name="connsiteX106" fmla="*/ 5635111 w 12192000"/>
              <a:gd name="connsiteY106" fmla="*/ 4868888 h 5096785"/>
              <a:gd name="connsiteX107" fmla="*/ 5582652 w 12192000"/>
              <a:gd name="connsiteY107" fmla="*/ 4866836 h 5096785"/>
              <a:gd name="connsiteX108" fmla="*/ 5567213 w 12192000"/>
              <a:gd name="connsiteY108" fmla="*/ 4878769 h 5096785"/>
              <a:gd name="connsiteX109" fmla="*/ 5564659 w 12192000"/>
              <a:gd name="connsiteY109" fmla="*/ 4881042 h 5096785"/>
              <a:gd name="connsiteX110" fmla="*/ 5552102 w 12192000"/>
              <a:gd name="connsiteY110" fmla="*/ 4885426 h 5096785"/>
              <a:gd name="connsiteX111" fmla="*/ 5551475 w 12192000"/>
              <a:gd name="connsiteY111" fmla="*/ 4892560 h 5096785"/>
              <a:gd name="connsiteX112" fmla="*/ 5534664 w 12192000"/>
              <a:gd name="connsiteY112" fmla="*/ 4903385 h 5096785"/>
              <a:gd name="connsiteX113" fmla="*/ 5510737 w 12192000"/>
              <a:gd name="connsiteY113" fmla="*/ 4909807 h 5096785"/>
              <a:gd name="connsiteX114" fmla="*/ 5393901 w 12192000"/>
              <a:gd name="connsiteY114" fmla="*/ 4933709 h 5096785"/>
              <a:gd name="connsiteX115" fmla="*/ 5325782 w 12192000"/>
              <a:gd name="connsiteY115" fmla="*/ 4951789 h 5096785"/>
              <a:gd name="connsiteX116" fmla="*/ 5302703 w 12192000"/>
              <a:gd name="connsiteY116" fmla="*/ 4964590 h 5096785"/>
              <a:gd name="connsiteX117" fmla="*/ 5268591 w 12192000"/>
              <a:gd name="connsiteY117" fmla="*/ 4978479 h 5096785"/>
              <a:gd name="connsiteX118" fmla="*/ 5210559 w 12192000"/>
              <a:gd name="connsiteY118" fmla="*/ 5007585 h 5096785"/>
              <a:gd name="connsiteX119" fmla="*/ 5177597 w 12192000"/>
              <a:gd name="connsiteY119" fmla="*/ 5015926 h 5096785"/>
              <a:gd name="connsiteX120" fmla="*/ 5160569 w 12192000"/>
              <a:gd name="connsiteY120" fmla="*/ 5025681 h 5096785"/>
              <a:gd name="connsiteX121" fmla="*/ 5152748 w 12192000"/>
              <a:gd name="connsiteY121" fmla="*/ 5026569 h 5096785"/>
              <a:gd name="connsiteX122" fmla="*/ 5127678 w 12192000"/>
              <a:gd name="connsiteY122" fmla="*/ 5032947 h 5096785"/>
              <a:gd name="connsiteX123" fmla="*/ 5113147 w 12192000"/>
              <a:gd name="connsiteY123" fmla="*/ 5035818 h 5096785"/>
              <a:gd name="connsiteX124" fmla="*/ 5107301 w 12192000"/>
              <a:gd name="connsiteY124" fmla="*/ 5036672 h 5096785"/>
              <a:gd name="connsiteX125" fmla="*/ 5093215 w 12192000"/>
              <a:gd name="connsiteY125" fmla="*/ 5032880 h 5096785"/>
              <a:gd name="connsiteX126" fmla="*/ 5077058 w 12192000"/>
              <a:gd name="connsiteY126" fmla="*/ 5038681 h 5096785"/>
              <a:gd name="connsiteX127" fmla="*/ 5057349 w 12192000"/>
              <a:gd name="connsiteY127" fmla="*/ 5036015 h 5096785"/>
              <a:gd name="connsiteX128" fmla="*/ 5053945 w 12192000"/>
              <a:gd name="connsiteY128" fmla="*/ 5041952 h 5096785"/>
              <a:gd name="connsiteX129" fmla="*/ 5040021 w 12192000"/>
              <a:gd name="connsiteY129" fmla="*/ 5050052 h 5096785"/>
              <a:gd name="connsiteX130" fmla="*/ 5025913 w 12192000"/>
              <a:gd name="connsiteY130" fmla="*/ 5046535 h 5096785"/>
              <a:gd name="connsiteX131" fmla="*/ 4998218 w 12192000"/>
              <a:gd name="connsiteY131" fmla="*/ 5048065 h 5096785"/>
              <a:gd name="connsiteX132" fmla="*/ 4991008 w 12192000"/>
              <a:gd name="connsiteY132" fmla="*/ 5050439 h 5096785"/>
              <a:gd name="connsiteX133" fmla="*/ 4963503 w 12192000"/>
              <a:gd name="connsiteY133" fmla="*/ 5047575 h 5096785"/>
              <a:gd name="connsiteX134" fmla="*/ 4921053 w 12192000"/>
              <a:gd name="connsiteY134" fmla="*/ 5048925 h 5096785"/>
              <a:gd name="connsiteX135" fmla="*/ 4873420 w 12192000"/>
              <a:gd name="connsiteY135" fmla="*/ 5054929 h 5096785"/>
              <a:gd name="connsiteX136" fmla="*/ 4858825 w 12192000"/>
              <a:gd name="connsiteY136" fmla="*/ 5051329 h 5096785"/>
              <a:gd name="connsiteX137" fmla="*/ 4769340 w 12192000"/>
              <a:gd name="connsiteY137" fmla="*/ 5053090 h 5096785"/>
              <a:gd name="connsiteX138" fmla="*/ 4744152 w 12192000"/>
              <a:gd name="connsiteY138" fmla="*/ 5053391 h 5096785"/>
              <a:gd name="connsiteX139" fmla="*/ 4723556 w 12192000"/>
              <a:gd name="connsiteY139" fmla="*/ 5059633 h 5096785"/>
              <a:gd name="connsiteX140" fmla="*/ 4719699 w 12192000"/>
              <a:gd name="connsiteY140" fmla="*/ 5066298 h 5096785"/>
              <a:gd name="connsiteX141" fmla="*/ 4706016 w 12192000"/>
              <a:gd name="connsiteY141" fmla="*/ 5067422 h 5096785"/>
              <a:gd name="connsiteX142" fmla="*/ 4702593 w 12192000"/>
              <a:gd name="connsiteY142" fmla="*/ 5068973 h 5096785"/>
              <a:gd name="connsiteX143" fmla="*/ 4682766 w 12192000"/>
              <a:gd name="connsiteY143" fmla="*/ 5076609 h 5096785"/>
              <a:gd name="connsiteX144" fmla="*/ 4634960 w 12192000"/>
              <a:gd name="connsiteY144" fmla="*/ 5061852 h 5096785"/>
              <a:gd name="connsiteX145" fmla="*/ 4580645 w 12192000"/>
              <a:gd name="connsiteY145" fmla="*/ 5069246 h 5096785"/>
              <a:gd name="connsiteX146" fmla="*/ 4368005 w 12192000"/>
              <a:gd name="connsiteY146" fmla="*/ 5057426 h 5096785"/>
              <a:gd name="connsiteX147" fmla="*/ 4339489 w 12192000"/>
              <a:gd name="connsiteY147" fmla="*/ 5080858 h 5096785"/>
              <a:gd name="connsiteX148" fmla="*/ 4253895 w 12192000"/>
              <a:gd name="connsiteY148" fmla="*/ 5085008 h 5096785"/>
              <a:gd name="connsiteX149" fmla="*/ 4117780 w 12192000"/>
              <a:gd name="connsiteY149" fmla="*/ 5045175 h 5096785"/>
              <a:gd name="connsiteX150" fmla="*/ 3960074 w 12192000"/>
              <a:gd name="connsiteY150" fmla="*/ 5050708 h 5096785"/>
              <a:gd name="connsiteX151" fmla="*/ 3947260 w 12192000"/>
              <a:gd name="connsiteY151" fmla="*/ 5041167 h 5096785"/>
              <a:gd name="connsiteX152" fmla="*/ 3931969 w 12192000"/>
              <a:gd name="connsiteY152" fmla="*/ 5035902 h 5096785"/>
              <a:gd name="connsiteX153" fmla="*/ 3929836 w 12192000"/>
              <a:gd name="connsiteY153" fmla="*/ 5036901 h 5096785"/>
              <a:gd name="connsiteX154" fmla="*/ 3911296 w 12192000"/>
              <a:gd name="connsiteY154" fmla="*/ 5035663 h 5096785"/>
              <a:gd name="connsiteX155" fmla="*/ 3907746 w 12192000"/>
              <a:gd name="connsiteY155" fmla="*/ 5032107 h 5096785"/>
              <a:gd name="connsiteX156" fmla="*/ 3895182 w 12192000"/>
              <a:gd name="connsiteY156" fmla="*/ 5030229 h 5096785"/>
              <a:gd name="connsiteX157" fmla="*/ 3870866 w 12192000"/>
              <a:gd name="connsiteY157" fmla="*/ 5023753 h 5096785"/>
              <a:gd name="connsiteX158" fmla="*/ 3865913 w 12192000"/>
              <a:gd name="connsiteY158" fmla="*/ 5025143 h 5096785"/>
              <a:gd name="connsiteX159" fmla="*/ 3828606 w 12192000"/>
              <a:gd name="connsiteY159" fmla="*/ 5019426 h 5096785"/>
              <a:gd name="connsiteX160" fmla="*/ 3827901 w 12192000"/>
              <a:gd name="connsiteY160" fmla="*/ 5020583 h 5096785"/>
              <a:gd name="connsiteX161" fmla="*/ 3816543 w 12192000"/>
              <a:gd name="connsiteY161" fmla="*/ 5024366 h 5096785"/>
              <a:gd name="connsiteX162" fmla="*/ 3795278 w 12192000"/>
              <a:gd name="connsiteY162" fmla="*/ 5028779 h 5096785"/>
              <a:gd name="connsiteX163" fmla="*/ 3743858 w 12192000"/>
              <a:gd name="connsiteY163" fmla="*/ 5054237 h 5096785"/>
              <a:gd name="connsiteX164" fmla="*/ 3704945 w 12192000"/>
              <a:gd name="connsiteY164" fmla="*/ 5048413 h 5096785"/>
              <a:gd name="connsiteX165" fmla="*/ 3696992 w 12192000"/>
              <a:gd name="connsiteY165" fmla="*/ 5047914 h 5096785"/>
              <a:gd name="connsiteX166" fmla="*/ 3696780 w 12192000"/>
              <a:gd name="connsiteY166" fmla="*/ 5048181 h 5096785"/>
              <a:gd name="connsiteX167" fmla="*/ 3688290 w 12192000"/>
              <a:gd name="connsiteY167" fmla="*/ 5048204 h 5096785"/>
              <a:gd name="connsiteX168" fmla="*/ 3682486 w 12192000"/>
              <a:gd name="connsiteY168" fmla="*/ 5047000 h 5096785"/>
              <a:gd name="connsiteX169" fmla="*/ 3667056 w 12192000"/>
              <a:gd name="connsiteY169" fmla="*/ 5046030 h 5096785"/>
              <a:gd name="connsiteX170" fmla="*/ 3661403 w 12192000"/>
              <a:gd name="connsiteY170" fmla="*/ 5047537 h 5096785"/>
              <a:gd name="connsiteX171" fmla="*/ 3658673 w 12192000"/>
              <a:gd name="connsiteY171" fmla="*/ 5050790 h 5096785"/>
              <a:gd name="connsiteX172" fmla="*/ 3657333 w 12192000"/>
              <a:gd name="connsiteY172" fmla="*/ 5050325 h 5096785"/>
              <a:gd name="connsiteX173" fmla="*/ 3626778 w 12192000"/>
              <a:gd name="connsiteY173" fmla="*/ 5057882 h 5096785"/>
              <a:gd name="connsiteX174" fmla="*/ 3560067 w 12192000"/>
              <a:gd name="connsiteY174" fmla="*/ 5064266 h 5096785"/>
              <a:gd name="connsiteX175" fmla="*/ 3522641 w 12192000"/>
              <a:gd name="connsiteY175" fmla="*/ 5063654 h 5096785"/>
              <a:gd name="connsiteX176" fmla="*/ 3419275 w 12192000"/>
              <a:gd name="connsiteY176" fmla="*/ 5066646 h 5096785"/>
              <a:gd name="connsiteX177" fmla="*/ 3314869 w 12192000"/>
              <a:gd name="connsiteY177" fmla="*/ 5073197 h 5096785"/>
              <a:gd name="connsiteX178" fmla="*/ 3259088 w 12192000"/>
              <a:gd name="connsiteY178" fmla="*/ 5096363 h 5096785"/>
              <a:gd name="connsiteX179" fmla="*/ 3253104 w 12192000"/>
              <a:gd name="connsiteY179" fmla="*/ 5096785 h 5096785"/>
              <a:gd name="connsiteX180" fmla="*/ 3238751 w 12192000"/>
              <a:gd name="connsiteY180" fmla="*/ 5092996 h 5096785"/>
              <a:gd name="connsiteX181" fmla="*/ 3233681 w 12192000"/>
              <a:gd name="connsiteY181" fmla="*/ 5090758 h 5096785"/>
              <a:gd name="connsiteX182" fmla="*/ 3225562 w 12192000"/>
              <a:gd name="connsiteY182" fmla="*/ 5089215 h 5096785"/>
              <a:gd name="connsiteX183" fmla="*/ 3225260 w 12192000"/>
              <a:gd name="connsiteY183" fmla="*/ 5089437 h 5096785"/>
              <a:gd name="connsiteX184" fmla="*/ 3217859 w 12192000"/>
              <a:gd name="connsiteY184" fmla="*/ 5087484 h 5096785"/>
              <a:gd name="connsiteX185" fmla="*/ 3182980 w 12192000"/>
              <a:gd name="connsiteY185" fmla="*/ 5074650 h 5096785"/>
              <a:gd name="connsiteX186" fmla="*/ 3123938 w 12192000"/>
              <a:gd name="connsiteY186" fmla="*/ 5089912 h 5096785"/>
              <a:gd name="connsiteX187" fmla="*/ 3101912 w 12192000"/>
              <a:gd name="connsiteY187" fmla="*/ 5090281 h 5096785"/>
              <a:gd name="connsiteX188" fmla="*/ 3089591 w 12192000"/>
              <a:gd name="connsiteY188" fmla="*/ 5091865 h 5096785"/>
              <a:gd name="connsiteX189" fmla="*/ 3088465 w 12192000"/>
              <a:gd name="connsiteY189" fmla="*/ 5092858 h 5096785"/>
              <a:gd name="connsiteX190" fmla="*/ 3055081 w 12192000"/>
              <a:gd name="connsiteY190" fmla="*/ 5080424 h 5096785"/>
              <a:gd name="connsiteX191" fmla="*/ 3049807 w 12192000"/>
              <a:gd name="connsiteY191" fmla="*/ 5080860 h 5096785"/>
              <a:gd name="connsiteX192" fmla="*/ 3029122 w 12192000"/>
              <a:gd name="connsiteY192" fmla="*/ 5070085 h 5096785"/>
              <a:gd name="connsiteX193" fmla="*/ 3017862 w 12192000"/>
              <a:gd name="connsiteY193" fmla="*/ 5065942 h 5096785"/>
              <a:gd name="connsiteX194" fmla="*/ 3015868 w 12192000"/>
              <a:gd name="connsiteY194" fmla="*/ 5061832 h 5096785"/>
              <a:gd name="connsiteX195" fmla="*/ 2998644 w 12192000"/>
              <a:gd name="connsiteY195" fmla="*/ 5057210 h 5096785"/>
              <a:gd name="connsiteX196" fmla="*/ 2996219 w 12192000"/>
              <a:gd name="connsiteY196" fmla="*/ 5057788 h 5096785"/>
              <a:gd name="connsiteX197" fmla="*/ 2983676 w 12192000"/>
              <a:gd name="connsiteY197" fmla="*/ 5049852 h 5096785"/>
              <a:gd name="connsiteX198" fmla="*/ 2903609 w 12192000"/>
              <a:gd name="connsiteY198" fmla="*/ 4998457 h 5096785"/>
              <a:gd name="connsiteX199" fmla="*/ 2758830 w 12192000"/>
              <a:gd name="connsiteY199" fmla="*/ 4974760 h 5096785"/>
              <a:gd name="connsiteX200" fmla="*/ 2532669 w 12192000"/>
              <a:gd name="connsiteY200" fmla="*/ 4940573 h 5096785"/>
              <a:gd name="connsiteX201" fmla="*/ 2389931 w 12192000"/>
              <a:gd name="connsiteY201" fmla="*/ 4905785 h 5096785"/>
              <a:gd name="connsiteX202" fmla="*/ 2335186 w 12192000"/>
              <a:gd name="connsiteY202" fmla="*/ 4902957 h 5096785"/>
              <a:gd name="connsiteX203" fmla="*/ 2295307 w 12192000"/>
              <a:gd name="connsiteY203" fmla="*/ 4879800 h 5096785"/>
              <a:gd name="connsiteX204" fmla="*/ 2273393 w 12192000"/>
              <a:gd name="connsiteY204" fmla="*/ 4883565 h 5096785"/>
              <a:gd name="connsiteX205" fmla="*/ 2269523 w 12192000"/>
              <a:gd name="connsiteY205" fmla="*/ 4884442 h 5096785"/>
              <a:gd name="connsiteX206" fmla="*/ 2256015 w 12192000"/>
              <a:gd name="connsiteY206" fmla="*/ 4883014 h 5096785"/>
              <a:gd name="connsiteX207" fmla="*/ 2249731 w 12192000"/>
              <a:gd name="connsiteY207" fmla="*/ 4888778 h 5096785"/>
              <a:gd name="connsiteX208" fmla="*/ 2227629 w 12192000"/>
              <a:gd name="connsiteY208" fmla="*/ 4891047 h 5096785"/>
              <a:gd name="connsiteX209" fmla="*/ 2203460 w 12192000"/>
              <a:gd name="connsiteY209" fmla="*/ 4886696 h 5096785"/>
              <a:gd name="connsiteX210" fmla="*/ 2091528 w 12192000"/>
              <a:gd name="connsiteY210" fmla="*/ 4859155 h 5096785"/>
              <a:gd name="connsiteX211" fmla="*/ 2022901 w 12192000"/>
              <a:gd name="connsiteY211" fmla="*/ 4846594 h 5096785"/>
              <a:gd name="connsiteX212" fmla="*/ 1994227 w 12192000"/>
              <a:gd name="connsiteY212" fmla="*/ 4847973 h 5096785"/>
              <a:gd name="connsiteX213" fmla="*/ 1955936 w 12192000"/>
              <a:gd name="connsiteY213" fmla="*/ 4845765 h 5096785"/>
              <a:gd name="connsiteX214" fmla="*/ 1741924 w 12192000"/>
              <a:gd name="connsiteY214" fmla="*/ 4808054 h 5096785"/>
              <a:gd name="connsiteX215" fmla="*/ 1734410 w 12192000"/>
              <a:gd name="connsiteY215" fmla="*/ 4811675 h 5096785"/>
              <a:gd name="connsiteX216" fmla="*/ 1691423 w 12192000"/>
              <a:gd name="connsiteY216" fmla="*/ 4802777 h 5096785"/>
              <a:gd name="connsiteX217" fmla="*/ 1554504 w 12192000"/>
              <a:gd name="connsiteY217" fmla="*/ 4739985 h 5096785"/>
              <a:gd name="connsiteX218" fmla="*/ 1470119 w 12192000"/>
              <a:gd name="connsiteY218" fmla="*/ 4723470 h 5096785"/>
              <a:gd name="connsiteX219" fmla="*/ 1437967 w 12192000"/>
              <a:gd name="connsiteY219" fmla="*/ 4722710 h 5096785"/>
              <a:gd name="connsiteX220" fmla="*/ 1384234 w 12192000"/>
              <a:gd name="connsiteY220" fmla="*/ 4721117 h 5096785"/>
              <a:gd name="connsiteX221" fmla="*/ 1338647 w 12192000"/>
              <a:gd name="connsiteY221" fmla="*/ 4732483 h 5096785"/>
              <a:gd name="connsiteX222" fmla="*/ 1295869 w 12192000"/>
              <a:gd name="connsiteY222" fmla="*/ 4726175 h 5096785"/>
              <a:gd name="connsiteX223" fmla="*/ 1292949 w 12192000"/>
              <a:gd name="connsiteY223" fmla="*/ 4708469 h 5096785"/>
              <a:gd name="connsiteX224" fmla="*/ 1244908 w 12192000"/>
              <a:gd name="connsiteY224" fmla="*/ 4706993 h 5096785"/>
              <a:gd name="connsiteX225" fmla="*/ 1171266 w 12192000"/>
              <a:gd name="connsiteY225" fmla="*/ 4706535 h 5096785"/>
              <a:gd name="connsiteX226" fmla="*/ 1160868 w 12192000"/>
              <a:gd name="connsiteY226" fmla="*/ 4701936 h 5096785"/>
              <a:gd name="connsiteX227" fmla="*/ 1147599 w 12192000"/>
              <a:gd name="connsiteY227" fmla="*/ 4714833 h 5096785"/>
              <a:gd name="connsiteX228" fmla="*/ 1119603 w 12192000"/>
              <a:gd name="connsiteY228" fmla="*/ 4721303 h 5096785"/>
              <a:gd name="connsiteX229" fmla="*/ 997851 w 12192000"/>
              <a:gd name="connsiteY229" fmla="*/ 4722336 h 5096785"/>
              <a:gd name="connsiteX230" fmla="*/ 976455 w 12192000"/>
              <a:gd name="connsiteY230" fmla="*/ 4726407 h 5096785"/>
              <a:gd name="connsiteX231" fmla="*/ 949939 w 12192000"/>
              <a:gd name="connsiteY231" fmla="*/ 4719699 h 5096785"/>
              <a:gd name="connsiteX232" fmla="*/ 894148 w 12192000"/>
              <a:gd name="connsiteY232" fmla="*/ 4710406 h 5096785"/>
              <a:gd name="connsiteX233" fmla="*/ 857990 w 12192000"/>
              <a:gd name="connsiteY233" fmla="*/ 4696844 h 5096785"/>
              <a:gd name="connsiteX234" fmla="*/ 848649 w 12192000"/>
              <a:gd name="connsiteY234" fmla="*/ 4704021 h 5096785"/>
              <a:gd name="connsiteX235" fmla="*/ 826436 w 12192000"/>
              <a:gd name="connsiteY235" fmla="*/ 4707421 h 5096785"/>
              <a:gd name="connsiteX236" fmla="*/ 733052 w 12192000"/>
              <a:gd name="connsiteY236" fmla="*/ 4701884 h 5096785"/>
              <a:gd name="connsiteX237" fmla="*/ 716185 w 12192000"/>
              <a:gd name="connsiteY237" fmla="*/ 4703827 h 5096785"/>
              <a:gd name="connsiteX238" fmla="*/ 696663 w 12192000"/>
              <a:gd name="connsiteY238" fmla="*/ 4697420 h 5096785"/>
              <a:gd name="connsiteX239" fmla="*/ 582722 w 12192000"/>
              <a:gd name="connsiteY239" fmla="*/ 4658637 h 5096785"/>
              <a:gd name="connsiteX240" fmla="*/ 581118 w 12192000"/>
              <a:gd name="connsiteY240" fmla="*/ 4654120 h 5096785"/>
              <a:gd name="connsiteX241" fmla="*/ 546453 w 12192000"/>
              <a:gd name="connsiteY241" fmla="*/ 4652542 h 5096785"/>
              <a:gd name="connsiteX242" fmla="*/ 536773 w 12192000"/>
              <a:gd name="connsiteY242" fmla="*/ 4644609 h 5096785"/>
              <a:gd name="connsiteX243" fmla="*/ 518899 w 12192000"/>
              <a:gd name="connsiteY243" fmla="*/ 4642839 h 5096785"/>
              <a:gd name="connsiteX244" fmla="*/ 388896 w 12192000"/>
              <a:gd name="connsiteY244" fmla="*/ 4619173 h 5096785"/>
              <a:gd name="connsiteX245" fmla="*/ 366479 w 12192000"/>
              <a:gd name="connsiteY245" fmla="*/ 4618896 h 5096785"/>
              <a:gd name="connsiteX246" fmla="*/ 342781 w 12192000"/>
              <a:gd name="connsiteY246" fmla="*/ 4601239 h 5096785"/>
              <a:gd name="connsiteX247" fmla="*/ 255925 w 12192000"/>
              <a:gd name="connsiteY247" fmla="*/ 4598685 h 5096785"/>
              <a:gd name="connsiteX248" fmla="*/ 226919 w 12192000"/>
              <a:gd name="connsiteY248" fmla="*/ 4598460 h 5096785"/>
              <a:gd name="connsiteX249" fmla="*/ 213925 w 12192000"/>
              <a:gd name="connsiteY249" fmla="*/ 4597783 h 5096785"/>
              <a:gd name="connsiteX250" fmla="*/ 215196 w 12192000"/>
              <a:gd name="connsiteY250" fmla="*/ 4588576 h 5096785"/>
              <a:gd name="connsiteX251" fmla="*/ 180214 w 12192000"/>
              <a:gd name="connsiteY251" fmla="*/ 4583701 h 5096785"/>
              <a:gd name="connsiteX252" fmla="*/ 83203 w 12192000"/>
              <a:gd name="connsiteY252" fmla="*/ 4531664 h 5096785"/>
              <a:gd name="connsiteX253" fmla="*/ 4106 w 12192000"/>
              <a:gd name="connsiteY253" fmla="*/ 4517202 h 5096785"/>
              <a:gd name="connsiteX254" fmla="*/ 0 w 12192000"/>
              <a:gd name="connsiteY254" fmla="*/ 4516084 h 5096785"/>
              <a:gd name="connsiteX255" fmla="*/ 0 w 12192000"/>
              <a:gd name="connsiteY255"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425215 w 12192000"/>
              <a:gd name="connsiteY90" fmla="*/ 4710396 h 5096785"/>
              <a:gd name="connsiteX91" fmla="*/ 6386800 w 12192000"/>
              <a:gd name="connsiteY91" fmla="*/ 4715431 h 5096785"/>
              <a:gd name="connsiteX92" fmla="*/ 6382703 w 12192000"/>
              <a:gd name="connsiteY92" fmla="*/ 4717930 h 5096785"/>
              <a:gd name="connsiteX93" fmla="*/ 6356495 w 12192000"/>
              <a:gd name="connsiteY93" fmla="*/ 4717843 h 5096785"/>
              <a:gd name="connsiteX94" fmla="*/ 6343628 w 12192000"/>
              <a:gd name="connsiteY94" fmla="*/ 4719161 h 5096785"/>
              <a:gd name="connsiteX95" fmla="*/ 6338605 w 12192000"/>
              <a:gd name="connsiteY95" fmla="*/ 4716723 h 5096785"/>
              <a:gd name="connsiteX96" fmla="*/ 6320318 w 12192000"/>
              <a:gd name="connsiteY96" fmla="*/ 4720095 h 5096785"/>
              <a:gd name="connsiteX97" fmla="*/ 6318742 w 12192000"/>
              <a:gd name="connsiteY97" fmla="*/ 4721541 h 5096785"/>
              <a:gd name="connsiteX98" fmla="*/ 6301708 w 12192000"/>
              <a:gd name="connsiteY98" fmla="*/ 4720380 h 5096785"/>
              <a:gd name="connsiteX99" fmla="*/ 6285082 w 12192000"/>
              <a:gd name="connsiteY99" fmla="*/ 4714639 h 5096785"/>
              <a:gd name="connsiteX100" fmla="*/ 6136936 w 12192000"/>
              <a:gd name="connsiteY100" fmla="*/ 4758246 h 5096785"/>
              <a:gd name="connsiteX101" fmla="*/ 5988578 w 12192000"/>
              <a:gd name="connsiteY101" fmla="*/ 4754427 h 5096785"/>
              <a:gd name="connsiteX102" fmla="*/ 5908701 w 12192000"/>
              <a:gd name="connsiteY102" fmla="*/ 4779160 h 5096785"/>
              <a:gd name="connsiteX103" fmla="*/ 5892219 w 12192000"/>
              <a:gd name="connsiteY103" fmla="*/ 4807892 h 5096785"/>
              <a:gd name="connsiteX104" fmla="*/ 5683612 w 12192000"/>
              <a:gd name="connsiteY104" fmla="*/ 4848770 h 5096785"/>
              <a:gd name="connsiteX105" fmla="*/ 5635111 w 12192000"/>
              <a:gd name="connsiteY105" fmla="*/ 4868888 h 5096785"/>
              <a:gd name="connsiteX106" fmla="*/ 5582652 w 12192000"/>
              <a:gd name="connsiteY106" fmla="*/ 4866836 h 5096785"/>
              <a:gd name="connsiteX107" fmla="*/ 5567213 w 12192000"/>
              <a:gd name="connsiteY107" fmla="*/ 4878769 h 5096785"/>
              <a:gd name="connsiteX108" fmla="*/ 5564659 w 12192000"/>
              <a:gd name="connsiteY108" fmla="*/ 4881042 h 5096785"/>
              <a:gd name="connsiteX109" fmla="*/ 5552102 w 12192000"/>
              <a:gd name="connsiteY109" fmla="*/ 4885426 h 5096785"/>
              <a:gd name="connsiteX110" fmla="*/ 5551475 w 12192000"/>
              <a:gd name="connsiteY110" fmla="*/ 4892560 h 5096785"/>
              <a:gd name="connsiteX111" fmla="*/ 5534664 w 12192000"/>
              <a:gd name="connsiteY111" fmla="*/ 4903385 h 5096785"/>
              <a:gd name="connsiteX112" fmla="*/ 5510737 w 12192000"/>
              <a:gd name="connsiteY112" fmla="*/ 4909807 h 5096785"/>
              <a:gd name="connsiteX113" fmla="*/ 5393901 w 12192000"/>
              <a:gd name="connsiteY113" fmla="*/ 4933709 h 5096785"/>
              <a:gd name="connsiteX114" fmla="*/ 5325782 w 12192000"/>
              <a:gd name="connsiteY114" fmla="*/ 4951789 h 5096785"/>
              <a:gd name="connsiteX115" fmla="*/ 5302703 w 12192000"/>
              <a:gd name="connsiteY115" fmla="*/ 4964590 h 5096785"/>
              <a:gd name="connsiteX116" fmla="*/ 5268591 w 12192000"/>
              <a:gd name="connsiteY116" fmla="*/ 4978479 h 5096785"/>
              <a:gd name="connsiteX117" fmla="*/ 5210559 w 12192000"/>
              <a:gd name="connsiteY117" fmla="*/ 5007585 h 5096785"/>
              <a:gd name="connsiteX118" fmla="*/ 5177597 w 12192000"/>
              <a:gd name="connsiteY118" fmla="*/ 5015926 h 5096785"/>
              <a:gd name="connsiteX119" fmla="*/ 5160569 w 12192000"/>
              <a:gd name="connsiteY119" fmla="*/ 5025681 h 5096785"/>
              <a:gd name="connsiteX120" fmla="*/ 5152748 w 12192000"/>
              <a:gd name="connsiteY120" fmla="*/ 5026569 h 5096785"/>
              <a:gd name="connsiteX121" fmla="*/ 5127678 w 12192000"/>
              <a:gd name="connsiteY121" fmla="*/ 5032947 h 5096785"/>
              <a:gd name="connsiteX122" fmla="*/ 5113147 w 12192000"/>
              <a:gd name="connsiteY122" fmla="*/ 5035818 h 5096785"/>
              <a:gd name="connsiteX123" fmla="*/ 5107301 w 12192000"/>
              <a:gd name="connsiteY123" fmla="*/ 5036672 h 5096785"/>
              <a:gd name="connsiteX124" fmla="*/ 5093215 w 12192000"/>
              <a:gd name="connsiteY124" fmla="*/ 5032880 h 5096785"/>
              <a:gd name="connsiteX125" fmla="*/ 5077058 w 12192000"/>
              <a:gd name="connsiteY125" fmla="*/ 5038681 h 5096785"/>
              <a:gd name="connsiteX126" fmla="*/ 5057349 w 12192000"/>
              <a:gd name="connsiteY126" fmla="*/ 5036015 h 5096785"/>
              <a:gd name="connsiteX127" fmla="*/ 5053945 w 12192000"/>
              <a:gd name="connsiteY127" fmla="*/ 5041952 h 5096785"/>
              <a:gd name="connsiteX128" fmla="*/ 5040021 w 12192000"/>
              <a:gd name="connsiteY128" fmla="*/ 5050052 h 5096785"/>
              <a:gd name="connsiteX129" fmla="*/ 5025913 w 12192000"/>
              <a:gd name="connsiteY129" fmla="*/ 5046535 h 5096785"/>
              <a:gd name="connsiteX130" fmla="*/ 4998218 w 12192000"/>
              <a:gd name="connsiteY130" fmla="*/ 5048065 h 5096785"/>
              <a:gd name="connsiteX131" fmla="*/ 4991008 w 12192000"/>
              <a:gd name="connsiteY131" fmla="*/ 5050439 h 5096785"/>
              <a:gd name="connsiteX132" fmla="*/ 4963503 w 12192000"/>
              <a:gd name="connsiteY132" fmla="*/ 5047575 h 5096785"/>
              <a:gd name="connsiteX133" fmla="*/ 4921053 w 12192000"/>
              <a:gd name="connsiteY133" fmla="*/ 5048925 h 5096785"/>
              <a:gd name="connsiteX134" fmla="*/ 4873420 w 12192000"/>
              <a:gd name="connsiteY134" fmla="*/ 5054929 h 5096785"/>
              <a:gd name="connsiteX135" fmla="*/ 4858825 w 12192000"/>
              <a:gd name="connsiteY135" fmla="*/ 5051329 h 5096785"/>
              <a:gd name="connsiteX136" fmla="*/ 4769340 w 12192000"/>
              <a:gd name="connsiteY136" fmla="*/ 5053090 h 5096785"/>
              <a:gd name="connsiteX137" fmla="*/ 4744152 w 12192000"/>
              <a:gd name="connsiteY137" fmla="*/ 5053391 h 5096785"/>
              <a:gd name="connsiteX138" fmla="*/ 4723556 w 12192000"/>
              <a:gd name="connsiteY138" fmla="*/ 5059633 h 5096785"/>
              <a:gd name="connsiteX139" fmla="*/ 4719699 w 12192000"/>
              <a:gd name="connsiteY139" fmla="*/ 5066298 h 5096785"/>
              <a:gd name="connsiteX140" fmla="*/ 4706016 w 12192000"/>
              <a:gd name="connsiteY140" fmla="*/ 5067422 h 5096785"/>
              <a:gd name="connsiteX141" fmla="*/ 4702593 w 12192000"/>
              <a:gd name="connsiteY141" fmla="*/ 5068973 h 5096785"/>
              <a:gd name="connsiteX142" fmla="*/ 4682766 w 12192000"/>
              <a:gd name="connsiteY142" fmla="*/ 5076609 h 5096785"/>
              <a:gd name="connsiteX143" fmla="*/ 4634960 w 12192000"/>
              <a:gd name="connsiteY143" fmla="*/ 5061852 h 5096785"/>
              <a:gd name="connsiteX144" fmla="*/ 4580645 w 12192000"/>
              <a:gd name="connsiteY144" fmla="*/ 5069246 h 5096785"/>
              <a:gd name="connsiteX145" fmla="*/ 4368005 w 12192000"/>
              <a:gd name="connsiteY145" fmla="*/ 5057426 h 5096785"/>
              <a:gd name="connsiteX146" fmla="*/ 4339489 w 12192000"/>
              <a:gd name="connsiteY146" fmla="*/ 5080858 h 5096785"/>
              <a:gd name="connsiteX147" fmla="*/ 4253895 w 12192000"/>
              <a:gd name="connsiteY147" fmla="*/ 5085008 h 5096785"/>
              <a:gd name="connsiteX148" fmla="*/ 4117780 w 12192000"/>
              <a:gd name="connsiteY148" fmla="*/ 5045175 h 5096785"/>
              <a:gd name="connsiteX149" fmla="*/ 3960074 w 12192000"/>
              <a:gd name="connsiteY149" fmla="*/ 5050708 h 5096785"/>
              <a:gd name="connsiteX150" fmla="*/ 3947260 w 12192000"/>
              <a:gd name="connsiteY150" fmla="*/ 5041167 h 5096785"/>
              <a:gd name="connsiteX151" fmla="*/ 3931969 w 12192000"/>
              <a:gd name="connsiteY151" fmla="*/ 5035902 h 5096785"/>
              <a:gd name="connsiteX152" fmla="*/ 3929836 w 12192000"/>
              <a:gd name="connsiteY152" fmla="*/ 5036901 h 5096785"/>
              <a:gd name="connsiteX153" fmla="*/ 3911296 w 12192000"/>
              <a:gd name="connsiteY153" fmla="*/ 5035663 h 5096785"/>
              <a:gd name="connsiteX154" fmla="*/ 3907746 w 12192000"/>
              <a:gd name="connsiteY154" fmla="*/ 5032107 h 5096785"/>
              <a:gd name="connsiteX155" fmla="*/ 3895182 w 12192000"/>
              <a:gd name="connsiteY155" fmla="*/ 5030229 h 5096785"/>
              <a:gd name="connsiteX156" fmla="*/ 3870866 w 12192000"/>
              <a:gd name="connsiteY156" fmla="*/ 5023753 h 5096785"/>
              <a:gd name="connsiteX157" fmla="*/ 3865913 w 12192000"/>
              <a:gd name="connsiteY157" fmla="*/ 5025143 h 5096785"/>
              <a:gd name="connsiteX158" fmla="*/ 3828606 w 12192000"/>
              <a:gd name="connsiteY158" fmla="*/ 5019426 h 5096785"/>
              <a:gd name="connsiteX159" fmla="*/ 3827901 w 12192000"/>
              <a:gd name="connsiteY159" fmla="*/ 5020583 h 5096785"/>
              <a:gd name="connsiteX160" fmla="*/ 3816543 w 12192000"/>
              <a:gd name="connsiteY160" fmla="*/ 5024366 h 5096785"/>
              <a:gd name="connsiteX161" fmla="*/ 3795278 w 12192000"/>
              <a:gd name="connsiteY161" fmla="*/ 5028779 h 5096785"/>
              <a:gd name="connsiteX162" fmla="*/ 3743858 w 12192000"/>
              <a:gd name="connsiteY162" fmla="*/ 5054237 h 5096785"/>
              <a:gd name="connsiteX163" fmla="*/ 3704945 w 12192000"/>
              <a:gd name="connsiteY163" fmla="*/ 5048413 h 5096785"/>
              <a:gd name="connsiteX164" fmla="*/ 3696992 w 12192000"/>
              <a:gd name="connsiteY164" fmla="*/ 5047914 h 5096785"/>
              <a:gd name="connsiteX165" fmla="*/ 3696780 w 12192000"/>
              <a:gd name="connsiteY165" fmla="*/ 5048181 h 5096785"/>
              <a:gd name="connsiteX166" fmla="*/ 3688290 w 12192000"/>
              <a:gd name="connsiteY166" fmla="*/ 5048204 h 5096785"/>
              <a:gd name="connsiteX167" fmla="*/ 3682486 w 12192000"/>
              <a:gd name="connsiteY167" fmla="*/ 5047000 h 5096785"/>
              <a:gd name="connsiteX168" fmla="*/ 3667056 w 12192000"/>
              <a:gd name="connsiteY168" fmla="*/ 5046030 h 5096785"/>
              <a:gd name="connsiteX169" fmla="*/ 3661403 w 12192000"/>
              <a:gd name="connsiteY169" fmla="*/ 5047537 h 5096785"/>
              <a:gd name="connsiteX170" fmla="*/ 3658673 w 12192000"/>
              <a:gd name="connsiteY170" fmla="*/ 5050790 h 5096785"/>
              <a:gd name="connsiteX171" fmla="*/ 3657333 w 12192000"/>
              <a:gd name="connsiteY171" fmla="*/ 5050325 h 5096785"/>
              <a:gd name="connsiteX172" fmla="*/ 3626778 w 12192000"/>
              <a:gd name="connsiteY172" fmla="*/ 5057882 h 5096785"/>
              <a:gd name="connsiteX173" fmla="*/ 3560067 w 12192000"/>
              <a:gd name="connsiteY173" fmla="*/ 5064266 h 5096785"/>
              <a:gd name="connsiteX174" fmla="*/ 3522641 w 12192000"/>
              <a:gd name="connsiteY174" fmla="*/ 5063654 h 5096785"/>
              <a:gd name="connsiteX175" fmla="*/ 3419275 w 12192000"/>
              <a:gd name="connsiteY175" fmla="*/ 5066646 h 5096785"/>
              <a:gd name="connsiteX176" fmla="*/ 3314869 w 12192000"/>
              <a:gd name="connsiteY176" fmla="*/ 5073197 h 5096785"/>
              <a:gd name="connsiteX177" fmla="*/ 3259088 w 12192000"/>
              <a:gd name="connsiteY177" fmla="*/ 5096363 h 5096785"/>
              <a:gd name="connsiteX178" fmla="*/ 3253104 w 12192000"/>
              <a:gd name="connsiteY178" fmla="*/ 5096785 h 5096785"/>
              <a:gd name="connsiteX179" fmla="*/ 3238751 w 12192000"/>
              <a:gd name="connsiteY179" fmla="*/ 5092996 h 5096785"/>
              <a:gd name="connsiteX180" fmla="*/ 3233681 w 12192000"/>
              <a:gd name="connsiteY180" fmla="*/ 5090758 h 5096785"/>
              <a:gd name="connsiteX181" fmla="*/ 3225562 w 12192000"/>
              <a:gd name="connsiteY181" fmla="*/ 5089215 h 5096785"/>
              <a:gd name="connsiteX182" fmla="*/ 3225260 w 12192000"/>
              <a:gd name="connsiteY182" fmla="*/ 5089437 h 5096785"/>
              <a:gd name="connsiteX183" fmla="*/ 3217859 w 12192000"/>
              <a:gd name="connsiteY183" fmla="*/ 5087484 h 5096785"/>
              <a:gd name="connsiteX184" fmla="*/ 3182980 w 12192000"/>
              <a:gd name="connsiteY184" fmla="*/ 5074650 h 5096785"/>
              <a:gd name="connsiteX185" fmla="*/ 3123938 w 12192000"/>
              <a:gd name="connsiteY185" fmla="*/ 5089912 h 5096785"/>
              <a:gd name="connsiteX186" fmla="*/ 3101912 w 12192000"/>
              <a:gd name="connsiteY186" fmla="*/ 5090281 h 5096785"/>
              <a:gd name="connsiteX187" fmla="*/ 3089591 w 12192000"/>
              <a:gd name="connsiteY187" fmla="*/ 5091865 h 5096785"/>
              <a:gd name="connsiteX188" fmla="*/ 3088465 w 12192000"/>
              <a:gd name="connsiteY188" fmla="*/ 5092858 h 5096785"/>
              <a:gd name="connsiteX189" fmla="*/ 3055081 w 12192000"/>
              <a:gd name="connsiteY189" fmla="*/ 5080424 h 5096785"/>
              <a:gd name="connsiteX190" fmla="*/ 3049807 w 12192000"/>
              <a:gd name="connsiteY190" fmla="*/ 5080860 h 5096785"/>
              <a:gd name="connsiteX191" fmla="*/ 3029122 w 12192000"/>
              <a:gd name="connsiteY191" fmla="*/ 5070085 h 5096785"/>
              <a:gd name="connsiteX192" fmla="*/ 3017862 w 12192000"/>
              <a:gd name="connsiteY192" fmla="*/ 5065942 h 5096785"/>
              <a:gd name="connsiteX193" fmla="*/ 3015868 w 12192000"/>
              <a:gd name="connsiteY193" fmla="*/ 5061832 h 5096785"/>
              <a:gd name="connsiteX194" fmla="*/ 2998644 w 12192000"/>
              <a:gd name="connsiteY194" fmla="*/ 5057210 h 5096785"/>
              <a:gd name="connsiteX195" fmla="*/ 2996219 w 12192000"/>
              <a:gd name="connsiteY195" fmla="*/ 5057788 h 5096785"/>
              <a:gd name="connsiteX196" fmla="*/ 2983676 w 12192000"/>
              <a:gd name="connsiteY196" fmla="*/ 5049852 h 5096785"/>
              <a:gd name="connsiteX197" fmla="*/ 2903609 w 12192000"/>
              <a:gd name="connsiteY197" fmla="*/ 4998457 h 5096785"/>
              <a:gd name="connsiteX198" fmla="*/ 2758830 w 12192000"/>
              <a:gd name="connsiteY198" fmla="*/ 4974760 h 5096785"/>
              <a:gd name="connsiteX199" fmla="*/ 2532669 w 12192000"/>
              <a:gd name="connsiteY199" fmla="*/ 4940573 h 5096785"/>
              <a:gd name="connsiteX200" fmla="*/ 2389931 w 12192000"/>
              <a:gd name="connsiteY200" fmla="*/ 4905785 h 5096785"/>
              <a:gd name="connsiteX201" fmla="*/ 2335186 w 12192000"/>
              <a:gd name="connsiteY201" fmla="*/ 4902957 h 5096785"/>
              <a:gd name="connsiteX202" fmla="*/ 2295307 w 12192000"/>
              <a:gd name="connsiteY202" fmla="*/ 4879800 h 5096785"/>
              <a:gd name="connsiteX203" fmla="*/ 2273393 w 12192000"/>
              <a:gd name="connsiteY203" fmla="*/ 4883565 h 5096785"/>
              <a:gd name="connsiteX204" fmla="*/ 2269523 w 12192000"/>
              <a:gd name="connsiteY204" fmla="*/ 4884442 h 5096785"/>
              <a:gd name="connsiteX205" fmla="*/ 2256015 w 12192000"/>
              <a:gd name="connsiteY205" fmla="*/ 4883014 h 5096785"/>
              <a:gd name="connsiteX206" fmla="*/ 2249731 w 12192000"/>
              <a:gd name="connsiteY206" fmla="*/ 4888778 h 5096785"/>
              <a:gd name="connsiteX207" fmla="*/ 2227629 w 12192000"/>
              <a:gd name="connsiteY207" fmla="*/ 4891047 h 5096785"/>
              <a:gd name="connsiteX208" fmla="*/ 2203460 w 12192000"/>
              <a:gd name="connsiteY208" fmla="*/ 4886696 h 5096785"/>
              <a:gd name="connsiteX209" fmla="*/ 2091528 w 12192000"/>
              <a:gd name="connsiteY209" fmla="*/ 4859155 h 5096785"/>
              <a:gd name="connsiteX210" fmla="*/ 2022901 w 12192000"/>
              <a:gd name="connsiteY210" fmla="*/ 4846594 h 5096785"/>
              <a:gd name="connsiteX211" fmla="*/ 1994227 w 12192000"/>
              <a:gd name="connsiteY211" fmla="*/ 4847973 h 5096785"/>
              <a:gd name="connsiteX212" fmla="*/ 1955936 w 12192000"/>
              <a:gd name="connsiteY212" fmla="*/ 4845765 h 5096785"/>
              <a:gd name="connsiteX213" fmla="*/ 1741924 w 12192000"/>
              <a:gd name="connsiteY213" fmla="*/ 4808054 h 5096785"/>
              <a:gd name="connsiteX214" fmla="*/ 1734410 w 12192000"/>
              <a:gd name="connsiteY214" fmla="*/ 4811675 h 5096785"/>
              <a:gd name="connsiteX215" fmla="*/ 1691423 w 12192000"/>
              <a:gd name="connsiteY215" fmla="*/ 4802777 h 5096785"/>
              <a:gd name="connsiteX216" fmla="*/ 1554504 w 12192000"/>
              <a:gd name="connsiteY216" fmla="*/ 4739985 h 5096785"/>
              <a:gd name="connsiteX217" fmla="*/ 1470119 w 12192000"/>
              <a:gd name="connsiteY217" fmla="*/ 4723470 h 5096785"/>
              <a:gd name="connsiteX218" fmla="*/ 1437967 w 12192000"/>
              <a:gd name="connsiteY218" fmla="*/ 4722710 h 5096785"/>
              <a:gd name="connsiteX219" fmla="*/ 1384234 w 12192000"/>
              <a:gd name="connsiteY219" fmla="*/ 4721117 h 5096785"/>
              <a:gd name="connsiteX220" fmla="*/ 1338647 w 12192000"/>
              <a:gd name="connsiteY220" fmla="*/ 4732483 h 5096785"/>
              <a:gd name="connsiteX221" fmla="*/ 1295869 w 12192000"/>
              <a:gd name="connsiteY221" fmla="*/ 4726175 h 5096785"/>
              <a:gd name="connsiteX222" fmla="*/ 1292949 w 12192000"/>
              <a:gd name="connsiteY222" fmla="*/ 4708469 h 5096785"/>
              <a:gd name="connsiteX223" fmla="*/ 1244908 w 12192000"/>
              <a:gd name="connsiteY223" fmla="*/ 4706993 h 5096785"/>
              <a:gd name="connsiteX224" fmla="*/ 1171266 w 12192000"/>
              <a:gd name="connsiteY224" fmla="*/ 4706535 h 5096785"/>
              <a:gd name="connsiteX225" fmla="*/ 1160868 w 12192000"/>
              <a:gd name="connsiteY225" fmla="*/ 4701936 h 5096785"/>
              <a:gd name="connsiteX226" fmla="*/ 1147599 w 12192000"/>
              <a:gd name="connsiteY226" fmla="*/ 4714833 h 5096785"/>
              <a:gd name="connsiteX227" fmla="*/ 1119603 w 12192000"/>
              <a:gd name="connsiteY227" fmla="*/ 4721303 h 5096785"/>
              <a:gd name="connsiteX228" fmla="*/ 997851 w 12192000"/>
              <a:gd name="connsiteY228" fmla="*/ 4722336 h 5096785"/>
              <a:gd name="connsiteX229" fmla="*/ 976455 w 12192000"/>
              <a:gd name="connsiteY229" fmla="*/ 4726407 h 5096785"/>
              <a:gd name="connsiteX230" fmla="*/ 949939 w 12192000"/>
              <a:gd name="connsiteY230" fmla="*/ 4719699 h 5096785"/>
              <a:gd name="connsiteX231" fmla="*/ 894148 w 12192000"/>
              <a:gd name="connsiteY231" fmla="*/ 4710406 h 5096785"/>
              <a:gd name="connsiteX232" fmla="*/ 857990 w 12192000"/>
              <a:gd name="connsiteY232" fmla="*/ 4696844 h 5096785"/>
              <a:gd name="connsiteX233" fmla="*/ 848649 w 12192000"/>
              <a:gd name="connsiteY233" fmla="*/ 4704021 h 5096785"/>
              <a:gd name="connsiteX234" fmla="*/ 826436 w 12192000"/>
              <a:gd name="connsiteY234" fmla="*/ 4707421 h 5096785"/>
              <a:gd name="connsiteX235" fmla="*/ 733052 w 12192000"/>
              <a:gd name="connsiteY235" fmla="*/ 4701884 h 5096785"/>
              <a:gd name="connsiteX236" fmla="*/ 716185 w 12192000"/>
              <a:gd name="connsiteY236" fmla="*/ 4703827 h 5096785"/>
              <a:gd name="connsiteX237" fmla="*/ 696663 w 12192000"/>
              <a:gd name="connsiteY237" fmla="*/ 4697420 h 5096785"/>
              <a:gd name="connsiteX238" fmla="*/ 582722 w 12192000"/>
              <a:gd name="connsiteY238" fmla="*/ 4658637 h 5096785"/>
              <a:gd name="connsiteX239" fmla="*/ 581118 w 12192000"/>
              <a:gd name="connsiteY239" fmla="*/ 4654120 h 5096785"/>
              <a:gd name="connsiteX240" fmla="*/ 546453 w 12192000"/>
              <a:gd name="connsiteY240" fmla="*/ 4652542 h 5096785"/>
              <a:gd name="connsiteX241" fmla="*/ 536773 w 12192000"/>
              <a:gd name="connsiteY241" fmla="*/ 4644609 h 5096785"/>
              <a:gd name="connsiteX242" fmla="*/ 518899 w 12192000"/>
              <a:gd name="connsiteY242" fmla="*/ 4642839 h 5096785"/>
              <a:gd name="connsiteX243" fmla="*/ 388896 w 12192000"/>
              <a:gd name="connsiteY243" fmla="*/ 4619173 h 5096785"/>
              <a:gd name="connsiteX244" fmla="*/ 366479 w 12192000"/>
              <a:gd name="connsiteY244" fmla="*/ 4618896 h 5096785"/>
              <a:gd name="connsiteX245" fmla="*/ 342781 w 12192000"/>
              <a:gd name="connsiteY245" fmla="*/ 4601239 h 5096785"/>
              <a:gd name="connsiteX246" fmla="*/ 255925 w 12192000"/>
              <a:gd name="connsiteY246" fmla="*/ 4598685 h 5096785"/>
              <a:gd name="connsiteX247" fmla="*/ 226919 w 12192000"/>
              <a:gd name="connsiteY247" fmla="*/ 4598460 h 5096785"/>
              <a:gd name="connsiteX248" fmla="*/ 213925 w 12192000"/>
              <a:gd name="connsiteY248" fmla="*/ 4597783 h 5096785"/>
              <a:gd name="connsiteX249" fmla="*/ 215196 w 12192000"/>
              <a:gd name="connsiteY249" fmla="*/ 4588576 h 5096785"/>
              <a:gd name="connsiteX250" fmla="*/ 180214 w 12192000"/>
              <a:gd name="connsiteY250" fmla="*/ 4583701 h 5096785"/>
              <a:gd name="connsiteX251" fmla="*/ 83203 w 12192000"/>
              <a:gd name="connsiteY251" fmla="*/ 4531664 h 5096785"/>
              <a:gd name="connsiteX252" fmla="*/ 4106 w 12192000"/>
              <a:gd name="connsiteY252" fmla="*/ 4517202 h 5096785"/>
              <a:gd name="connsiteX253" fmla="*/ 0 w 12192000"/>
              <a:gd name="connsiteY253" fmla="*/ 4516084 h 5096785"/>
              <a:gd name="connsiteX254" fmla="*/ 0 w 12192000"/>
              <a:gd name="connsiteY254"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386800 w 12192000"/>
              <a:gd name="connsiteY90" fmla="*/ 4715431 h 5096785"/>
              <a:gd name="connsiteX91" fmla="*/ 6382703 w 12192000"/>
              <a:gd name="connsiteY91" fmla="*/ 4717930 h 5096785"/>
              <a:gd name="connsiteX92" fmla="*/ 6356495 w 12192000"/>
              <a:gd name="connsiteY92" fmla="*/ 4717843 h 5096785"/>
              <a:gd name="connsiteX93" fmla="*/ 6343628 w 12192000"/>
              <a:gd name="connsiteY93" fmla="*/ 4719161 h 5096785"/>
              <a:gd name="connsiteX94" fmla="*/ 6338605 w 12192000"/>
              <a:gd name="connsiteY94" fmla="*/ 4716723 h 5096785"/>
              <a:gd name="connsiteX95" fmla="*/ 6320318 w 12192000"/>
              <a:gd name="connsiteY95" fmla="*/ 4720095 h 5096785"/>
              <a:gd name="connsiteX96" fmla="*/ 6318742 w 12192000"/>
              <a:gd name="connsiteY96" fmla="*/ 4721541 h 5096785"/>
              <a:gd name="connsiteX97" fmla="*/ 6301708 w 12192000"/>
              <a:gd name="connsiteY97" fmla="*/ 4720380 h 5096785"/>
              <a:gd name="connsiteX98" fmla="*/ 6285082 w 12192000"/>
              <a:gd name="connsiteY98" fmla="*/ 4714639 h 5096785"/>
              <a:gd name="connsiteX99" fmla="*/ 6136936 w 12192000"/>
              <a:gd name="connsiteY99" fmla="*/ 4758246 h 5096785"/>
              <a:gd name="connsiteX100" fmla="*/ 5988578 w 12192000"/>
              <a:gd name="connsiteY100" fmla="*/ 4754427 h 5096785"/>
              <a:gd name="connsiteX101" fmla="*/ 5908701 w 12192000"/>
              <a:gd name="connsiteY101" fmla="*/ 4779160 h 5096785"/>
              <a:gd name="connsiteX102" fmla="*/ 5892219 w 12192000"/>
              <a:gd name="connsiteY102" fmla="*/ 4807892 h 5096785"/>
              <a:gd name="connsiteX103" fmla="*/ 5683612 w 12192000"/>
              <a:gd name="connsiteY103" fmla="*/ 4848770 h 5096785"/>
              <a:gd name="connsiteX104" fmla="*/ 5635111 w 12192000"/>
              <a:gd name="connsiteY104" fmla="*/ 4868888 h 5096785"/>
              <a:gd name="connsiteX105" fmla="*/ 5582652 w 12192000"/>
              <a:gd name="connsiteY105" fmla="*/ 4866836 h 5096785"/>
              <a:gd name="connsiteX106" fmla="*/ 5567213 w 12192000"/>
              <a:gd name="connsiteY106" fmla="*/ 4878769 h 5096785"/>
              <a:gd name="connsiteX107" fmla="*/ 5564659 w 12192000"/>
              <a:gd name="connsiteY107" fmla="*/ 4881042 h 5096785"/>
              <a:gd name="connsiteX108" fmla="*/ 5552102 w 12192000"/>
              <a:gd name="connsiteY108" fmla="*/ 4885426 h 5096785"/>
              <a:gd name="connsiteX109" fmla="*/ 5551475 w 12192000"/>
              <a:gd name="connsiteY109" fmla="*/ 4892560 h 5096785"/>
              <a:gd name="connsiteX110" fmla="*/ 5534664 w 12192000"/>
              <a:gd name="connsiteY110" fmla="*/ 4903385 h 5096785"/>
              <a:gd name="connsiteX111" fmla="*/ 5510737 w 12192000"/>
              <a:gd name="connsiteY111" fmla="*/ 4909807 h 5096785"/>
              <a:gd name="connsiteX112" fmla="*/ 5393901 w 12192000"/>
              <a:gd name="connsiteY112" fmla="*/ 4933709 h 5096785"/>
              <a:gd name="connsiteX113" fmla="*/ 5325782 w 12192000"/>
              <a:gd name="connsiteY113" fmla="*/ 4951789 h 5096785"/>
              <a:gd name="connsiteX114" fmla="*/ 5302703 w 12192000"/>
              <a:gd name="connsiteY114" fmla="*/ 4964590 h 5096785"/>
              <a:gd name="connsiteX115" fmla="*/ 5268591 w 12192000"/>
              <a:gd name="connsiteY115" fmla="*/ 4978479 h 5096785"/>
              <a:gd name="connsiteX116" fmla="*/ 5210559 w 12192000"/>
              <a:gd name="connsiteY116" fmla="*/ 5007585 h 5096785"/>
              <a:gd name="connsiteX117" fmla="*/ 5177597 w 12192000"/>
              <a:gd name="connsiteY117" fmla="*/ 5015926 h 5096785"/>
              <a:gd name="connsiteX118" fmla="*/ 5160569 w 12192000"/>
              <a:gd name="connsiteY118" fmla="*/ 5025681 h 5096785"/>
              <a:gd name="connsiteX119" fmla="*/ 5152748 w 12192000"/>
              <a:gd name="connsiteY119" fmla="*/ 5026569 h 5096785"/>
              <a:gd name="connsiteX120" fmla="*/ 5127678 w 12192000"/>
              <a:gd name="connsiteY120" fmla="*/ 5032947 h 5096785"/>
              <a:gd name="connsiteX121" fmla="*/ 5113147 w 12192000"/>
              <a:gd name="connsiteY121" fmla="*/ 5035818 h 5096785"/>
              <a:gd name="connsiteX122" fmla="*/ 5107301 w 12192000"/>
              <a:gd name="connsiteY122" fmla="*/ 5036672 h 5096785"/>
              <a:gd name="connsiteX123" fmla="*/ 5093215 w 12192000"/>
              <a:gd name="connsiteY123" fmla="*/ 5032880 h 5096785"/>
              <a:gd name="connsiteX124" fmla="*/ 5077058 w 12192000"/>
              <a:gd name="connsiteY124" fmla="*/ 5038681 h 5096785"/>
              <a:gd name="connsiteX125" fmla="*/ 5057349 w 12192000"/>
              <a:gd name="connsiteY125" fmla="*/ 5036015 h 5096785"/>
              <a:gd name="connsiteX126" fmla="*/ 5053945 w 12192000"/>
              <a:gd name="connsiteY126" fmla="*/ 5041952 h 5096785"/>
              <a:gd name="connsiteX127" fmla="*/ 5040021 w 12192000"/>
              <a:gd name="connsiteY127" fmla="*/ 5050052 h 5096785"/>
              <a:gd name="connsiteX128" fmla="*/ 5025913 w 12192000"/>
              <a:gd name="connsiteY128" fmla="*/ 5046535 h 5096785"/>
              <a:gd name="connsiteX129" fmla="*/ 4998218 w 12192000"/>
              <a:gd name="connsiteY129" fmla="*/ 5048065 h 5096785"/>
              <a:gd name="connsiteX130" fmla="*/ 4991008 w 12192000"/>
              <a:gd name="connsiteY130" fmla="*/ 5050439 h 5096785"/>
              <a:gd name="connsiteX131" fmla="*/ 4963503 w 12192000"/>
              <a:gd name="connsiteY131" fmla="*/ 5047575 h 5096785"/>
              <a:gd name="connsiteX132" fmla="*/ 4921053 w 12192000"/>
              <a:gd name="connsiteY132" fmla="*/ 5048925 h 5096785"/>
              <a:gd name="connsiteX133" fmla="*/ 4873420 w 12192000"/>
              <a:gd name="connsiteY133" fmla="*/ 5054929 h 5096785"/>
              <a:gd name="connsiteX134" fmla="*/ 4858825 w 12192000"/>
              <a:gd name="connsiteY134" fmla="*/ 5051329 h 5096785"/>
              <a:gd name="connsiteX135" fmla="*/ 4769340 w 12192000"/>
              <a:gd name="connsiteY135" fmla="*/ 5053090 h 5096785"/>
              <a:gd name="connsiteX136" fmla="*/ 4744152 w 12192000"/>
              <a:gd name="connsiteY136" fmla="*/ 5053391 h 5096785"/>
              <a:gd name="connsiteX137" fmla="*/ 4723556 w 12192000"/>
              <a:gd name="connsiteY137" fmla="*/ 5059633 h 5096785"/>
              <a:gd name="connsiteX138" fmla="*/ 4719699 w 12192000"/>
              <a:gd name="connsiteY138" fmla="*/ 5066298 h 5096785"/>
              <a:gd name="connsiteX139" fmla="*/ 4706016 w 12192000"/>
              <a:gd name="connsiteY139" fmla="*/ 5067422 h 5096785"/>
              <a:gd name="connsiteX140" fmla="*/ 4702593 w 12192000"/>
              <a:gd name="connsiteY140" fmla="*/ 5068973 h 5096785"/>
              <a:gd name="connsiteX141" fmla="*/ 4682766 w 12192000"/>
              <a:gd name="connsiteY141" fmla="*/ 5076609 h 5096785"/>
              <a:gd name="connsiteX142" fmla="*/ 4634960 w 12192000"/>
              <a:gd name="connsiteY142" fmla="*/ 5061852 h 5096785"/>
              <a:gd name="connsiteX143" fmla="*/ 4580645 w 12192000"/>
              <a:gd name="connsiteY143" fmla="*/ 5069246 h 5096785"/>
              <a:gd name="connsiteX144" fmla="*/ 4368005 w 12192000"/>
              <a:gd name="connsiteY144" fmla="*/ 5057426 h 5096785"/>
              <a:gd name="connsiteX145" fmla="*/ 4339489 w 12192000"/>
              <a:gd name="connsiteY145" fmla="*/ 5080858 h 5096785"/>
              <a:gd name="connsiteX146" fmla="*/ 4253895 w 12192000"/>
              <a:gd name="connsiteY146" fmla="*/ 5085008 h 5096785"/>
              <a:gd name="connsiteX147" fmla="*/ 4117780 w 12192000"/>
              <a:gd name="connsiteY147" fmla="*/ 5045175 h 5096785"/>
              <a:gd name="connsiteX148" fmla="*/ 3960074 w 12192000"/>
              <a:gd name="connsiteY148" fmla="*/ 5050708 h 5096785"/>
              <a:gd name="connsiteX149" fmla="*/ 3947260 w 12192000"/>
              <a:gd name="connsiteY149" fmla="*/ 5041167 h 5096785"/>
              <a:gd name="connsiteX150" fmla="*/ 3931969 w 12192000"/>
              <a:gd name="connsiteY150" fmla="*/ 5035902 h 5096785"/>
              <a:gd name="connsiteX151" fmla="*/ 3929836 w 12192000"/>
              <a:gd name="connsiteY151" fmla="*/ 5036901 h 5096785"/>
              <a:gd name="connsiteX152" fmla="*/ 3911296 w 12192000"/>
              <a:gd name="connsiteY152" fmla="*/ 5035663 h 5096785"/>
              <a:gd name="connsiteX153" fmla="*/ 3907746 w 12192000"/>
              <a:gd name="connsiteY153" fmla="*/ 5032107 h 5096785"/>
              <a:gd name="connsiteX154" fmla="*/ 3895182 w 12192000"/>
              <a:gd name="connsiteY154" fmla="*/ 5030229 h 5096785"/>
              <a:gd name="connsiteX155" fmla="*/ 3870866 w 12192000"/>
              <a:gd name="connsiteY155" fmla="*/ 5023753 h 5096785"/>
              <a:gd name="connsiteX156" fmla="*/ 3865913 w 12192000"/>
              <a:gd name="connsiteY156" fmla="*/ 5025143 h 5096785"/>
              <a:gd name="connsiteX157" fmla="*/ 3828606 w 12192000"/>
              <a:gd name="connsiteY157" fmla="*/ 5019426 h 5096785"/>
              <a:gd name="connsiteX158" fmla="*/ 3827901 w 12192000"/>
              <a:gd name="connsiteY158" fmla="*/ 5020583 h 5096785"/>
              <a:gd name="connsiteX159" fmla="*/ 3816543 w 12192000"/>
              <a:gd name="connsiteY159" fmla="*/ 5024366 h 5096785"/>
              <a:gd name="connsiteX160" fmla="*/ 3795278 w 12192000"/>
              <a:gd name="connsiteY160" fmla="*/ 5028779 h 5096785"/>
              <a:gd name="connsiteX161" fmla="*/ 3743858 w 12192000"/>
              <a:gd name="connsiteY161" fmla="*/ 5054237 h 5096785"/>
              <a:gd name="connsiteX162" fmla="*/ 3704945 w 12192000"/>
              <a:gd name="connsiteY162" fmla="*/ 5048413 h 5096785"/>
              <a:gd name="connsiteX163" fmla="*/ 3696992 w 12192000"/>
              <a:gd name="connsiteY163" fmla="*/ 5047914 h 5096785"/>
              <a:gd name="connsiteX164" fmla="*/ 3696780 w 12192000"/>
              <a:gd name="connsiteY164" fmla="*/ 5048181 h 5096785"/>
              <a:gd name="connsiteX165" fmla="*/ 3688290 w 12192000"/>
              <a:gd name="connsiteY165" fmla="*/ 5048204 h 5096785"/>
              <a:gd name="connsiteX166" fmla="*/ 3682486 w 12192000"/>
              <a:gd name="connsiteY166" fmla="*/ 5047000 h 5096785"/>
              <a:gd name="connsiteX167" fmla="*/ 3667056 w 12192000"/>
              <a:gd name="connsiteY167" fmla="*/ 5046030 h 5096785"/>
              <a:gd name="connsiteX168" fmla="*/ 3661403 w 12192000"/>
              <a:gd name="connsiteY168" fmla="*/ 5047537 h 5096785"/>
              <a:gd name="connsiteX169" fmla="*/ 3658673 w 12192000"/>
              <a:gd name="connsiteY169" fmla="*/ 5050790 h 5096785"/>
              <a:gd name="connsiteX170" fmla="*/ 3657333 w 12192000"/>
              <a:gd name="connsiteY170" fmla="*/ 5050325 h 5096785"/>
              <a:gd name="connsiteX171" fmla="*/ 3626778 w 12192000"/>
              <a:gd name="connsiteY171" fmla="*/ 5057882 h 5096785"/>
              <a:gd name="connsiteX172" fmla="*/ 3560067 w 12192000"/>
              <a:gd name="connsiteY172" fmla="*/ 5064266 h 5096785"/>
              <a:gd name="connsiteX173" fmla="*/ 3522641 w 12192000"/>
              <a:gd name="connsiteY173" fmla="*/ 5063654 h 5096785"/>
              <a:gd name="connsiteX174" fmla="*/ 3419275 w 12192000"/>
              <a:gd name="connsiteY174" fmla="*/ 5066646 h 5096785"/>
              <a:gd name="connsiteX175" fmla="*/ 3314869 w 12192000"/>
              <a:gd name="connsiteY175" fmla="*/ 5073197 h 5096785"/>
              <a:gd name="connsiteX176" fmla="*/ 3259088 w 12192000"/>
              <a:gd name="connsiteY176" fmla="*/ 5096363 h 5096785"/>
              <a:gd name="connsiteX177" fmla="*/ 3253104 w 12192000"/>
              <a:gd name="connsiteY177" fmla="*/ 5096785 h 5096785"/>
              <a:gd name="connsiteX178" fmla="*/ 3238751 w 12192000"/>
              <a:gd name="connsiteY178" fmla="*/ 5092996 h 5096785"/>
              <a:gd name="connsiteX179" fmla="*/ 3233681 w 12192000"/>
              <a:gd name="connsiteY179" fmla="*/ 5090758 h 5096785"/>
              <a:gd name="connsiteX180" fmla="*/ 3225562 w 12192000"/>
              <a:gd name="connsiteY180" fmla="*/ 5089215 h 5096785"/>
              <a:gd name="connsiteX181" fmla="*/ 3225260 w 12192000"/>
              <a:gd name="connsiteY181" fmla="*/ 5089437 h 5096785"/>
              <a:gd name="connsiteX182" fmla="*/ 3217859 w 12192000"/>
              <a:gd name="connsiteY182" fmla="*/ 5087484 h 5096785"/>
              <a:gd name="connsiteX183" fmla="*/ 3182980 w 12192000"/>
              <a:gd name="connsiteY183" fmla="*/ 5074650 h 5096785"/>
              <a:gd name="connsiteX184" fmla="*/ 3123938 w 12192000"/>
              <a:gd name="connsiteY184" fmla="*/ 5089912 h 5096785"/>
              <a:gd name="connsiteX185" fmla="*/ 3101912 w 12192000"/>
              <a:gd name="connsiteY185" fmla="*/ 5090281 h 5096785"/>
              <a:gd name="connsiteX186" fmla="*/ 3089591 w 12192000"/>
              <a:gd name="connsiteY186" fmla="*/ 5091865 h 5096785"/>
              <a:gd name="connsiteX187" fmla="*/ 3088465 w 12192000"/>
              <a:gd name="connsiteY187" fmla="*/ 5092858 h 5096785"/>
              <a:gd name="connsiteX188" fmla="*/ 3055081 w 12192000"/>
              <a:gd name="connsiteY188" fmla="*/ 5080424 h 5096785"/>
              <a:gd name="connsiteX189" fmla="*/ 3049807 w 12192000"/>
              <a:gd name="connsiteY189" fmla="*/ 5080860 h 5096785"/>
              <a:gd name="connsiteX190" fmla="*/ 3029122 w 12192000"/>
              <a:gd name="connsiteY190" fmla="*/ 5070085 h 5096785"/>
              <a:gd name="connsiteX191" fmla="*/ 3017862 w 12192000"/>
              <a:gd name="connsiteY191" fmla="*/ 5065942 h 5096785"/>
              <a:gd name="connsiteX192" fmla="*/ 3015868 w 12192000"/>
              <a:gd name="connsiteY192" fmla="*/ 5061832 h 5096785"/>
              <a:gd name="connsiteX193" fmla="*/ 2998644 w 12192000"/>
              <a:gd name="connsiteY193" fmla="*/ 5057210 h 5096785"/>
              <a:gd name="connsiteX194" fmla="*/ 2996219 w 12192000"/>
              <a:gd name="connsiteY194" fmla="*/ 5057788 h 5096785"/>
              <a:gd name="connsiteX195" fmla="*/ 2983676 w 12192000"/>
              <a:gd name="connsiteY195" fmla="*/ 5049852 h 5096785"/>
              <a:gd name="connsiteX196" fmla="*/ 2903609 w 12192000"/>
              <a:gd name="connsiteY196" fmla="*/ 4998457 h 5096785"/>
              <a:gd name="connsiteX197" fmla="*/ 2758830 w 12192000"/>
              <a:gd name="connsiteY197" fmla="*/ 4974760 h 5096785"/>
              <a:gd name="connsiteX198" fmla="*/ 2532669 w 12192000"/>
              <a:gd name="connsiteY198" fmla="*/ 4940573 h 5096785"/>
              <a:gd name="connsiteX199" fmla="*/ 2389931 w 12192000"/>
              <a:gd name="connsiteY199" fmla="*/ 4905785 h 5096785"/>
              <a:gd name="connsiteX200" fmla="*/ 2335186 w 12192000"/>
              <a:gd name="connsiteY200" fmla="*/ 4902957 h 5096785"/>
              <a:gd name="connsiteX201" fmla="*/ 2295307 w 12192000"/>
              <a:gd name="connsiteY201" fmla="*/ 4879800 h 5096785"/>
              <a:gd name="connsiteX202" fmla="*/ 2273393 w 12192000"/>
              <a:gd name="connsiteY202" fmla="*/ 4883565 h 5096785"/>
              <a:gd name="connsiteX203" fmla="*/ 2269523 w 12192000"/>
              <a:gd name="connsiteY203" fmla="*/ 4884442 h 5096785"/>
              <a:gd name="connsiteX204" fmla="*/ 2256015 w 12192000"/>
              <a:gd name="connsiteY204" fmla="*/ 4883014 h 5096785"/>
              <a:gd name="connsiteX205" fmla="*/ 2249731 w 12192000"/>
              <a:gd name="connsiteY205" fmla="*/ 4888778 h 5096785"/>
              <a:gd name="connsiteX206" fmla="*/ 2227629 w 12192000"/>
              <a:gd name="connsiteY206" fmla="*/ 4891047 h 5096785"/>
              <a:gd name="connsiteX207" fmla="*/ 2203460 w 12192000"/>
              <a:gd name="connsiteY207" fmla="*/ 4886696 h 5096785"/>
              <a:gd name="connsiteX208" fmla="*/ 2091528 w 12192000"/>
              <a:gd name="connsiteY208" fmla="*/ 4859155 h 5096785"/>
              <a:gd name="connsiteX209" fmla="*/ 2022901 w 12192000"/>
              <a:gd name="connsiteY209" fmla="*/ 4846594 h 5096785"/>
              <a:gd name="connsiteX210" fmla="*/ 1994227 w 12192000"/>
              <a:gd name="connsiteY210" fmla="*/ 4847973 h 5096785"/>
              <a:gd name="connsiteX211" fmla="*/ 1955936 w 12192000"/>
              <a:gd name="connsiteY211" fmla="*/ 4845765 h 5096785"/>
              <a:gd name="connsiteX212" fmla="*/ 1741924 w 12192000"/>
              <a:gd name="connsiteY212" fmla="*/ 4808054 h 5096785"/>
              <a:gd name="connsiteX213" fmla="*/ 1734410 w 12192000"/>
              <a:gd name="connsiteY213" fmla="*/ 4811675 h 5096785"/>
              <a:gd name="connsiteX214" fmla="*/ 1691423 w 12192000"/>
              <a:gd name="connsiteY214" fmla="*/ 4802777 h 5096785"/>
              <a:gd name="connsiteX215" fmla="*/ 1554504 w 12192000"/>
              <a:gd name="connsiteY215" fmla="*/ 4739985 h 5096785"/>
              <a:gd name="connsiteX216" fmla="*/ 1470119 w 12192000"/>
              <a:gd name="connsiteY216" fmla="*/ 4723470 h 5096785"/>
              <a:gd name="connsiteX217" fmla="*/ 1437967 w 12192000"/>
              <a:gd name="connsiteY217" fmla="*/ 4722710 h 5096785"/>
              <a:gd name="connsiteX218" fmla="*/ 1384234 w 12192000"/>
              <a:gd name="connsiteY218" fmla="*/ 4721117 h 5096785"/>
              <a:gd name="connsiteX219" fmla="*/ 1338647 w 12192000"/>
              <a:gd name="connsiteY219" fmla="*/ 4732483 h 5096785"/>
              <a:gd name="connsiteX220" fmla="*/ 1295869 w 12192000"/>
              <a:gd name="connsiteY220" fmla="*/ 4726175 h 5096785"/>
              <a:gd name="connsiteX221" fmla="*/ 1292949 w 12192000"/>
              <a:gd name="connsiteY221" fmla="*/ 4708469 h 5096785"/>
              <a:gd name="connsiteX222" fmla="*/ 1244908 w 12192000"/>
              <a:gd name="connsiteY222" fmla="*/ 4706993 h 5096785"/>
              <a:gd name="connsiteX223" fmla="*/ 1171266 w 12192000"/>
              <a:gd name="connsiteY223" fmla="*/ 4706535 h 5096785"/>
              <a:gd name="connsiteX224" fmla="*/ 1160868 w 12192000"/>
              <a:gd name="connsiteY224" fmla="*/ 4701936 h 5096785"/>
              <a:gd name="connsiteX225" fmla="*/ 1147599 w 12192000"/>
              <a:gd name="connsiteY225" fmla="*/ 4714833 h 5096785"/>
              <a:gd name="connsiteX226" fmla="*/ 1119603 w 12192000"/>
              <a:gd name="connsiteY226" fmla="*/ 4721303 h 5096785"/>
              <a:gd name="connsiteX227" fmla="*/ 997851 w 12192000"/>
              <a:gd name="connsiteY227" fmla="*/ 4722336 h 5096785"/>
              <a:gd name="connsiteX228" fmla="*/ 976455 w 12192000"/>
              <a:gd name="connsiteY228" fmla="*/ 4726407 h 5096785"/>
              <a:gd name="connsiteX229" fmla="*/ 949939 w 12192000"/>
              <a:gd name="connsiteY229" fmla="*/ 4719699 h 5096785"/>
              <a:gd name="connsiteX230" fmla="*/ 894148 w 12192000"/>
              <a:gd name="connsiteY230" fmla="*/ 4710406 h 5096785"/>
              <a:gd name="connsiteX231" fmla="*/ 857990 w 12192000"/>
              <a:gd name="connsiteY231" fmla="*/ 4696844 h 5096785"/>
              <a:gd name="connsiteX232" fmla="*/ 848649 w 12192000"/>
              <a:gd name="connsiteY232" fmla="*/ 4704021 h 5096785"/>
              <a:gd name="connsiteX233" fmla="*/ 826436 w 12192000"/>
              <a:gd name="connsiteY233" fmla="*/ 4707421 h 5096785"/>
              <a:gd name="connsiteX234" fmla="*/ 733052 w 12192000"/>
              <a:gd name="connsiteY234" fmla="*/ 4701884 h 5096785"/>
              <a:gd name="connsiteX235" fmla="*/ 716185 w 12192000"/>
              <a:gd name="connsiteY235" fmla="*/ 4703827 h 5096785"/>
              <a:gd name="connsiteX236" fmla="*/ 696663 w 12192000"/>
              <a:gd name="connsiteY236" fmla="*/ 4697420 h 5096785"/>
              <a:gd name="connsiteX237" fmla="*/ 582722 w 12192000"/>
              <a:gd name="connsiteY237" fmla="*/ 4658637 h 5096785"/>
              <a:gd name="connsiteX238" fmla="*/ 581118 w 12192000"/>
              <a:gd name="connsiteY238" fmla="*/ 4654120 h 5096785"/>
              <a:gd name="connsiteX239" fmla="*/ 546453 w 12192000"/>
              <a:gd name="connsiteY239" fmla="*/ 4652542 h 5096785"/>
              <a:gd name="connsiteX240" fmla="*/ 536773 w 12192000"/>
              <a:gd name="connsiteY240" fmla="*/ 4644609 h 5096785"/>
              <a:gd name="connsiteX241" fmla="*/ 518899 w 12192000"/>
              <a:gd name="connsiteY241" fmla="*/ 4642839 h 5096785"/>
              <a:gd name="connsiteX242" fmla="*/ 388896 w 12192000"/>
              <a:gd name="connsiteY242" fmla="*/ 4619173 h 5096785"/>
              <a:gd name="connsiteX243" fmla="*/ 366479 w 12192000"/>
              <a:gd name="connsiteY243" fmla="*/ 4618896 h 5096785"/>
              <a:gd name="connsiteX244" fmla="*/ 342781 w 12192000"/>
              <a:gd name="connsiteY244" fmla="*/ 4601239 h 5096785"/>
              <a:gd name="connsiteX245" fmla="*/ 255925 w 12192000"/>
              <a:gd name="connsiteY245" fmla="*/ 4598685 h 5096785"/>
              <a:gd name="connsiteX246" fmla="*/ 226919 w 12192000"/>
              <a:gd name="connsiteY246" fmla="*/ 4598460 h 5096785"/>
              <a:gd name="connsiteX247" fmla="*/ 213925 w 12192000"/>
              <a:gd name="connsiteY247" fmla="*/ 4597783 h 5096785"/>
              <a:gd name="connsiteX248" fmla="*/ 215196 w 12192000"/>
              <a:gd name="connsiteY248" fmla="*/ 4588576 h 5096785"/>
              <a:gd name="connsiteX249" fmla="*/ 180214 w 12192000"/>
              <a:gd name="connsiteY249" fmla="*/ 4583701 h 5096785"/>
              <a:gd name="connsiteX250" fmla="*/ 83203 w 12192000"/>
              <a:gd name="connsiteY250" fmla="*/ 4531664 h 5096785"/>
              <a:gd name="connsiteX251" fmla="*/ 4106 w 12192000"/>
              <a:gd name="connsiteY251" fmla="*/ 4517202 h 5096785"/>
              <a:gd name="connsiteX252" fmla="*/ 0 w 12192000"/>
              <a:gd name="connsiteY252" fmla="*/ 4516084 h 5096785"/>
              <a:gd name="connsiteX253" fmla="*/ 0 w 12192000"/>
              <a:gd name="connsiteY253"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386800 w 12192000"/>
              <a:gd name="connsiteY89" fmla="*/ 4715431 h 5096785"/>
              <a:gd name="connsiteX90" fmla="*/ 6382703 w 12192000"/>
              <a:gd name="connsiteY90" fmla="*/ 4717930 h 5096785"/>
              <a:gd name="connsiteX91" fmla="*/ 6356495 w 12192000"/>
              <a:gd name="connsiteY91" fmla="*/ 4717843 h 5096785"/>
              <a:gd name="connsiteX92" fmla="*/ 6343628 w 12192000"/>
              <a:gd name="connsiteY92" fmla="*/ 4719161 h 5096785"/>
              <a:gd name="connsiteX93" fmla="*/ 6338605 w 12192000"/>
              <a:gd name="connsiteY93" fmla="*/ 4716723 h 5096785"/>
              <a:gd name="connsiteX94" fmla="*/ 6320318 w 12192000"/>
              <a:gd name="connsiteY94" fmla="*/ 4720095 h 5096785"/>
              <a:gd name="connsiteX95" fmla="*/ 6318742 w 12192000"/>
              <a:gd name="connsiteY95" fmla="*/ 4721541 h 5096785"/>
              <a:gd name="connsiteX96" fmla="*/ 6301708 w 12192000"/>
              <a:gd name="connsiteY96" fmla="*/ 4720380 h 5096785"/>
              <a:gd name="connsiteX97" fmla="*/ 6285082 w 12192000"/>
              <a:gd name="connsiteY97" fmla="*/ 4714639 h 5096785"/>
              <a:gd name="connsiteX98" fmla="*/ 6136936 w 12192000"/>
              <a:gd name="connsiteY98" fmla="*/ 4758246 h 5096785"/>
              <a:gd name="connsiteX99" fmla="*/ 5988578 w 12192000"/>
              <a:gd name="connsiteY99" fmla="*/ 4754427 h 5096785"/>
              <a:gd name="connsiteX100" fmla="*/ 5908701 w 12192000"/>
              <a:gd name="connsiteY100" fmla="*/ 4779160 h 5096785"/>
              <a:gd name="connsiteX101" fmla="*/ 5892219 w 12192000"/>
              <a:gd name="connsiteY101" fmla="*/ 4807892 h 5096785"/>
              <a:gd name="connsiteX102" fmla="*/ 5683612 w 12192000"/>
              <a:gd name="connsiteY102" fmla="*/ 4848770 h 5096785"/>
              <a:gd name="connsiteX103" fmla="*/ 5635111 w 12192000"/>
              <a:gd name="connsiteY103" fmla="*/ 4868888 h 5096785"/>
              <a:gd name="connsiteX104" fmla="*/ 5582652 w 12192000"/>
              <a:gd name="connsiteY104" fmla="*/ 4866836 h 5096785"/>
              <a:gd name="connsiteX105" fmla="*/ 5567213 w 12192000"/>
              <a:gd name="connsiteY105" fmla="*/ 4878769 h 5096785"/>
              <a:gd name="connsiteX106" fmla="*/ 5564659 w 12192000"/>
              <a:gd name="connsiteY106" fmla="*/ 4881042 h 5096785"/>
              <a:gd name="connsiteX107" fmla="*/ 5552102 w 12192000"/>
              <a:gd name="connsiteY107" fmla="*/ 4885426 h 5096785"/>
              <a:gd name="connsiteX108" fmla="*/ 5551475 w 12192000"/>
              <a:gd name="connsiteY108" fmla="*/ 4892560 h 5096785"/>
              <a:gd name="connsiteX109" fmla="*/ 5534664 w 12192000"/>
              <a:gd name="connsiteY109" fmla="*/ 4903385 h 5096785"/>
              <a:gd name="connsiteX110" fmla="*/ 5510737 w 12192000"/>
              <a:gd name="connsiteY110" fmla="*/ 4909807 h 5096785"/>
              <a:gd name="connsiteX111" fmla="*/ 5393901 w 12192000"/>
              <a:gd name="connsiteY111" fmla="*/ 4933709 h 5096785"/>
              <a:gd name="connsiteX112" fmla="*/ 5325782 w 12192000"/>
              <a:gd name="connsiteY112" fmla="*/ 4951789 h 5096785"/>
              <a:gd name="connsiteX113" fmla="*/ 5302703 w 12192000"/>
              <a:gd name="connsiteY113" fmla="*/ 4964590 h 5096785"/>
              <a:gd name="connsiteX114" fmla="*/ 5268591 w 12192000"/>
              <a:gd name="connsiteY114" fmla="*/ 4978479 h 5096785"/>
              <a:gd name="connsiteX115" fmla="*/ 5210559 w 12192000"/>
              <a:gd name="connsiteY115" fmla="*/ 5007585 h 5096785"/>
              <a:gd name="connsiteX116" fmla="*/ 5177597 w 12192000"/>
              <a:gd name="connsiteY116" fmla="*/ 5015926 h 5096785"/>
              <a:gd name="connsiteX117" fmla="*/ 5160569 w 12192000"/>
              <a:gd name="connsiteY117" fmla="*/ 5025681 h 5096785"/>
              <a:gd name="connsiteX118" fmla="*/ 5152748 w 12192000"/>
              <a:gd name="connsiteY118" fmla="*/ 5026569 h 5096785"/>
              <a:gd name="connsiteX119" fmla="*/ 5127678 w 12192000"/>
              <a:gd name="connsiteY119" fmla="*/ 5032947 h 5096785"/>
              <a:gd name="connsiteX120" fmla="*/ 5113147 w 12192000"/>
              <a:gd name="connsiteY120" fmla="*/ 5035818 h 5096785"/>
              <a:gd name="connsiteX121" fmla="*/ 5107301 w 12192000"/>
              <a:gd name="connsiteY121" fmla="*/ 5036672 h 5096785"/>
              <a:gd name="connsiteX122" fmla="*/ 5093215 w 12192000"/>
              <a:gd name="connsiteY122" fmla="*/ 5032880 h 5096785"/>
              <a:gd name="connsiteX123" fmla="*/ 5077058 w 12192000"/>
              <a:gd name="connsiteY123" fmla="*/ 5038681 h 5096785"/>
              <a:gd name="connsiteX124" fmla="*/ 5057349 w 12192000"/>
              <a:gd name="connsiteY124" fmla="*/ 5036015 h 5096785"/>
              <a:gd name="connsiteX125" fmla="*/ 5053945 w 12192000"/>
              <a:gd name="connsiteY125" fmla="*/ 5041952 h 5096785"/>
              <a:gd name="connsiteX126" fmla="*/ 5040021 w 12192000"/>
              <a:gd name="connsiteY126" fmla="*/ 5050052 h 5096785"/>
              <a:gd name="connsiteX127" fmla="*/ 5025913 w 12192000"/>
              <a:gd name="connsiteY127" fmla="*/ 5046535 h 5096785"/>
              <a:gd name="connsiteX128" fmla="*/ 4998218 w 12192000"/>
              <a:gd name="connsiteY128" fmla="*/ 5048065 h 5096785"/>
              <a:gd name="connsiteX129" fmla="*/ 4991008 w 12192000"/>
              <a:gd name="connsiteY129" fmla="*/ 5050439 h 5096785"/>
              <a:gd name="connsiteX130" fmla="*/ 4963503 w 12192000"/>
              <a:gd name="connsiteY130" fmla="*/ 5047575 h 5096785"/>
              <a:gd name="connsiteX131" fmla="*/ 4921053 w 12192000"/>
              <a:gd name="connsiteY131" fmla="*/ 5048925 h 5096785"/>
              <a:gd name="connsiteX132" fmla="*/ 4873420 w 12192000"/>
              <a:gd name="connsiteY132" fmla="*/ 5054929 h 5096785"/>
              <a:gd name="connsiteX133" fmla="*/ 4858825 w 12192000"/>
              <a:gd name="connsiteY133" fmla="*/ 5051329 h 5096785"/>
              <a:gd name="connsiteX134" fmla="*/ 4769340 w 12192000"/>
              <a:gd name="connsiteY134" fmla="*/ 5053090 h 5096785"/>
              <a:gd name="connsiteX135" fmla="*/ 4744152 w 12192000"/>
              <a:gd name="connsiteY135" fmla="*/ 5053391 h 5096785"/>
              <a:gd name="connsiteX136" fmla="*/ 4723556 w 12192000"/>
              <a:gd name="connsiteY136" fmla="*/ 5059633 h 5096785"/>
              <a:gd name="connsiteX137" fmla="*/ 4719699 w 12192000"/>
              <a:gd name="connsiteY137" fmla="*/ 5066298 h 5096785"/>
              <a:gd name="connsiteX138" fmla="*/ 4706016 w 12192000"/>
              <a:gd name="connsiteY138" fmla="*/ 5067422 h 5096785"/>
              <a:gd name="connsiteX139" fmla="*/ 4702593 w 12192000"/>
              <a:gd name="connsiteY139" fmla="*/ 5068973 h 5096785"/>
              <a:gd name="connsiteX140" fmla="*/ 4682766 w 12192000"/>
              <a:gd name="connsiteY140" fmla="*/ 5076609 h 5096785"/>
              <a:gd name="connsiteX141" fmla="*/ 4634960 w 12192000"/>
              <a:gd name="connsiteY141" fmla="*/ 5061852 h 5096785"/>
              <a:gd name="connsiteX142" fmla="*/ 4580645 w 12192000"/>
              <a:gd name="connsiteY142" fmla="*/ 5069246 h 5096785"/>
              <a:gd name="connsiteX143" fmla="*/ 4368005 w 12192000"/>
              <a:gd name="connsiteY143" fmla="*/ 5057426 h 5096785"/>
              <a:gd name="connsiteX144" fmla="*/ 4339489 w 12192000"/>
              <a:gd name="connsiteY144" fmla="*/ 5080858 h 5096785"/>
              <a:gd name="connsiteX145" fmla="*/ 4253895 w 12192000"/>
              <a:gd name="connsiteY145" fmla="*/ 5085008 h 5096785"/>
              <a:gd name="connsiteX146" fmla="*/ 4117780 w 12192000"/>
              <a:gd name="connsiteY146" fmla="*/ 5045175 h 5096785"/>
              <a:gd name="connsiteX147" fmla="*/ 3960074 w 12192000"/>
              <a:gd name="connsiteY147" fmla="*/ 5050708 h 5096785"/>
              <a:gd name="connsiteX148" fmla="*/ 3947260 w 12192000"/>
              <a:gd name="connsiteY148" fmla="*/ 5041167 h 5096785"/>
              <a:gd name="connsiteX149" fmla="*/ 3931969 w 12192000"/>
              <a:gd name="connsiteY149" fmla="*/ 5035902 h 5096785"/>
              <a:gd name="connsiteX150" fmla="*/ 3929836 w 12192000"/>
              <a:gd name="connsiteY150" fmla="*/ 5036901 h 5096785"/>
              <a:gd name="connsiteX151" fmla="*/ 3911296 w 12192000"/>
              <a:gd name="connsiteY151" fmla="*/ 5035663 h 5096785"/>
              <a:gd name="connsiteX152" fmla="*/ 3907746 w 12192000"/>
              <a:gd name="connsiteY152" fmla="*/ 5032107 h 5096785"/>
              <a:gd name="connsiteX153" fmla="*/ 3895182 w 12192000"/>
              <a:gd name="connsiteY153" fmla="*/ 5030229 h 5096785"/>
              <a:gd name="connsiteX154" fmla="*/ 3870866 w 12192000"/>
              <a:gd name="connsiteY154" fmla="*/ 5023753 h 5096785"/>
              <a:gd name="connsiteX155" fmla="*/ 3865913 w 12192000"/>
              <a:gd name="connsiteY155" fmla="*/ 5025143 h 5096785"/>
              <a:gd name="connsiteX156" fmla="*/ 3828606 w 12192000"/>
              <a:gd name="connsiteY156" fmla="*/ 5019426 h 5096785"/>
              <a:gd name="connsiteX157" fmla="*/ 3827901 w 12192000"/>
              <a:gd name="connsiteY157" fmla="*/ 5020583 h 5096785"/>
              <a:gd name="connsiteX158" fmla="*/ 3816543 w 12192000"/>
              <a:gd name="connsiteY158" fmla="*/ 5024366 h 5096785"/>
              <a:gd name="connsiteX159" fmla="*/ 3795278 w 12192000"/>
              <a:gd name="connsiteY159" fmla="*/ 5028779 h 5096785"/>
              <a:gd name="connsiteX160" fmla="*/ 3743858 w 12192000"/>
              <a:gd name="connsiteY160" fmla="*/ 5054237 h 5096785"/>
              <a:gd name="connsiteX161" fmla="*/ 3704945 w 12192000"/>
              <a:gd name="connsiteY161" fmla="*/ 5048413 h 5096785"/>
              <a:gd name="connsiteX162" fmla="*/ 3696992 w 12192000"/>
              <a:gd name="connsiteY162" fmla="*/ 5047914 h 5096785"/>
              <a:gd name="connsiteX163" fmla="*/ 3696780 w 12192000"/>
              <a:gd name="connsiteY163" fmla="*/ 5048181 h 5096785"/>
              <a:gd name="connsiteX164" fmla="*/ 3688290 w 12192000"/>
              <a:gd name="connsiteY164" fmla="*/ 5048204 h 5096785"/>
              <a:gd name="connsiteX165" fmla="*/ 3682486 w 12192000"/>
              <a:gd name="connsiteY165" fmla="*/ 5047000 h 5096785"/>
              <a:gd name="connsiteX166" fmla="*/ 3667056 w 12192000"/>
              <a:gd name="connsiteY166" fmla="*/ 5046030 h 5096785"/>
              <a:gd name="connsiteX167" fmla="*/ 3661403 w 12192000"/>
              <a:gd name="connsiteY167" fmla="*/ 5047537 h 5096785"/>
              <a:gd name="connsiteX168" fmla="*/ 3658673 w 12192000"/>
              <a:gd name="connsiteY168" fmla="*/ 5050790 h 5096785"/>
              <a:gd name="connsiteX169" fmla="*/ 3657333 w 12192000"/>
              <a:gd name="connsiteY169" fmla="*/ 5050325 h 5096785"/>
              <a:gd name="connsiteX170" fmla="*/ 3626778 w 12192000"/>
              <a:gd name="connsiteY170" fmla="*/ 5057882 h 5096785"/>
              <a:gd name="connsiteX171" fmla="*/ 3560067 w 12192000"/>
              <a:gd name="connsiteY171" fmla="*/ 5064266 h 5096785"/>
              <a:gd name="connsiteX172" fmla="*/ 3522641 w 12192000"/>
              <a:gd name="connsiteY172" fmla="*/ 5063654 h 5096785"/>
              <a:gd name="connsiteX173" fmla="*/ 3419275 w 12192000"/>
              <a:gd name="connsiteY173" fmla="*/ 5066646 h 5096785"/>
              <a:gd name="connsiteX174" fmla="*/ 3314869 w 12192000"/>
              <a:gd name="connsiteY174" fmla="*/ 5073197 h 5096785"/>
              <a:gd name="connsiteX175" fmla="*/ 3259088 w 12192000"/>
              <a:gd name="connsiteY175" fmla="*/ 5096363 h 5096785"/>
              <a:gd name="connsiteX176" fmla="*/ 3253104 w 12192000"/>
              <a:gd name="connsiteY176" fmla="*/ 5096785 h 5096785"/>
              <a:gd name="connsiteX177" fmla="*/ 3238751 w 12192000"/>
              <a:gd name="connsiteY177" fmla="*/ 5092996 h 5096785"/>
              <a:gd name="connsiteX178" fmla="*/ 3233681 w 12192000"/>
              <a:gd name="connsiteY178" fmla="*/ 5090758 h 5096785"/>
              <a:gd name="connsiteX179" fmla="*/ 3225562 w 12192000"/>
              <a:gd name="connsiteY179" fmla="*/ 5089215 h 5096785"/>
              <a:gd name="connsiteX180" fmla="*/ 3225260 w 12192000"/>
              <a:gd name="connsiteY180" fmla="*/ 5089437 h 5096785"/>
              <a:gd name="connsiteX181" fmla="*/ 3217859 w 12192000"/>
              <a:gd name="connsiteY181" fmla="*/ 5087484 h 5096785"/>
              <a:gd name="connsiteX182" fmla="*/ 3182980 w 12192000"/>
              <a:gd name="connsiteY182" fmla="*/ 5074650 h 5096785"/>
              <a:gd name="connsiteX183" fmla="*/ 3123938 w 12192000"/>
              <a:gd name="connsiteY183" fmla="*/ 5089912 h 5096785"/>
              <a:gd name="connsiteX184" fmla="*/ 3101912 w 12192000"/>
              <a:gd name="connsiteY184" fmla="*/ 5090281 h 5096785"/>
              <a:gd name="connsiteX185" fmla="*/ 3089591 w 12192000"/>
              <a:gd name="connsiteY185" fmla="*/ 5091865 h 5096785"/>
              <a:gd name="connsiteX186" fmla="*/ 3088465 w 12192000"/>
              <a:gd name="connsiteY186" fmla="*/ 5092858 h 5096785"/>
              <a:gd name="connsiteX187" fmla="*/ 3055081 w 12192000"/>
              <a:gd name="connsiteY187" fmla="*/ 5080424 h 5096785"/>
              <a:gd name="connsiteX188" fmla="*/ 3049807 w 12192000"/>
              <a:gd name="connsiteY188" fmla="*/ 5080860 h 5096785"/>
              <a:gd name="connsiteX189" fmla="*/ 3029122 w 12192000"/>
              <a:gd name="connsiteY189" fmla="*/ 5070085 h 5096785"/>
              <a:gd name="connsiteX190" fmla="*/ 3017862 w 12192000"/>
              <a:gd name="connsiteY190" fmla="*/ 5065942 h 5096785"/>
              <a:gd name="connsiteX191" fmla="*/ 3015868 w 12192000"/>
              <a:gd name="connsiteY191" fmla="*/ 5061832 h 5096785"/>
              <a:gd name="connsiteX192" fmla="*/ 2998644 w 12192000"/>
              <a:gd name="connsiteY192" fmla="*/ 5057210 h 5096785"/>
              <a:gd name="connsiteX193" fmla="*/ 2996219 w 12192000"/>
              <a:gd name="connsiteY193" fmla="*/ 5057788 h 5096785"/>
              <a:gd name="connsiteX194" fmla="*/ 2983676 w 12192000"/>
              <a:gd name="connsiteY194" fmla="*/ 5049852 h 5096785"/>
              <a:gd name="connsiteX195" fmla="*/ 2903609 w 12192000"/>
              <a:gd name="connsiteY195" fmla="*/ 4998457 h 5096785"/>
              <a:gd name="connsiteX196" fmla="*/ 2758830 w 12192000"/>
              <a:gd name="connsiteY196" fmla="*/ 4974760 h 5096785"/>
              <a:gd name="connsiteX197" fmla="*/ 2532669 w 12192000"/>
              <a:gd name="connsiteY197" fmla="*/ 4940573 h 5096785"/>
              <a:gd name="connsiteX198" fmla="*/ 2389931 w 12192000"/>
              <a:gd name="connsiteY198" fmla="*/ 4905785 h 5096785"/>
              <a:gd name="connsiteX199" fmla="*/ 2335186 w 12192000"/>
              <a:gd name="connsiteY199" fmla="*/ 4902957 h 5096785"/>
              <a:gd name="connsiteX200" fmla="*/ 2295307 w 12192000"/>
              <a:gd name="connsiteY200" fmla="*/ 4879800 h 5096785"/>
              <a:gd name="connsiteX201" fmla="*/ 2273393 w 12192000"/>
              <a:gd name="connsiteY201" fmla="*/ 4883565 h 5096785"/>
              <a:gd name="connsiteX202" fmla="*/ 2269523 w 12192000"/>
              <a:gd name="connsiteY202" fmla="*/ 4884442 h 5096785"/>
              <a:gd name="connsiteX203" fmla="*/ 2256015 w 12192000"/>
              <a:gd name="connsiteY203" fmla="*/ 4883014 h 5096785"/>
              <a:gd name="connsiteX204" fmla="*/ 2249731 w 12192000"/>
              <a:gd name="connsiteY204" fmla="*/ 4888778 h 5096785"/>
              <a:gd name="connsiteX205" fmla="*/ 2227629 w 12192000"/>
              <a:gd name="connsiteY205" fmla="*/ 4891047 h 5096785"/>
              <a:gd name="connsiteX206" fmla="*/ 2203460 w 12192000"/>
              <a:gd name="connsiteY206" fmla="*/ 4886696 h 5096785"/>
              <a:gd name="connsiteX207" fmla="*/ 2091528 w 12192000"/>
              <a:gd name="connsiteY207" fmla="*/ 4859155 h 5096785"/>
              <a:gd name="connsiteX208" fmla="*/ 2022901 w 12192000"/>
              <a:gd name="connsiteY208" fmla="*/ 4846594 h 5096785"/>
              <a:gd name="connsiteX209" fmla="*/ 1994227 w 12192000"/>
              <a:gd name="connsiteY209" fmla="*/ 4847973 h 5096785"/>
              <a:gd name="connsiteX210" fmla="*/ 1955936 w 12192000"/>
              <a:gd name="connsiteY210" fmla="*/ 4845765 h 5096785"/>
              <a:gd name="connsiteX211" fmla="*/ 1741924 w 12192000"/>
              <a:gd name="connsiteY211" fmla="*/ 4808054 h 5096785"/>
              <a:gd name="connsiteX212" fmla="*/ 1734410 w 12192000"/>
              <a:gd name="connsiteY212" fmla="*/ 4811675 h 5096785"/>
              <a:gd name="connsiteX213" fmla="*/ 1691423 w 12192000"/>
              <a:gd name="connsiteY213" fmla="*/ 4802777 h 5096785"/>
              <a:gd name="connsiteX214" fmla="*/ 1554504 w 12192000"/>
              <a:gd name="connsiteY214" fmla="*/ 4739985 h 5096785"/>
              <a:gd name="connsiteX215" fmla="*/ 1470119 w 12192000"/>
              <a:gd name="connsiteY215" fmla="*/ 4723470 h 5096785"/>
              <a:gd name="connsiteX216" fmla="*/ 1437967 w 12192000"/>
              <a:gd name="connsiteY216" fmla="*/ 4722710 h 5096785"/>
              <a:gd name="connsiteX217" fmla="*/ 1384234 w 12192000"/>
              <a:gd name="connsiteY217" fmla="*/ 4721117 h 5096785"/>
              <a:gd name="connsiteX218" fmla="*/ 1338647 w 12192000"/>
              <a:gd name="connsiteY218" fmla="*/ 4732483 h 5096785"/>
              <a:gd name="connsiteX219" fmla="*/ 1295869 w 12192000"/>
              <a:gd name="connsiteY219" fmla="*/ 4726175 h 5096785"/>
              <a:gd name="connsiteX220" fmla="*/ 1292949 w 12192000"/>
              <a:gd name="connsiteY220" fmla="*/ 4708469 h 5096785"/>
              <a:gd name="connsiteX221" fmla="*/ 1244908 w 12192000"/>
              <a:gd name="connsiteY221" fmla="*/ 4706993 h 5096785"/>
              <a:gd name="connsiteX222" fmla="*/ 1171266 w 12192000"/>
              <a:gd name="connsiteY222" fmla="*/ 4706535 h 5096785"/>
              <a:gd name="connsiteX223" fmla="*/ 1160868 w 12192000"/>
              <a:gd name="connsiteY223" fmla="*/ 4701936 h 5096785"/>
              <a:gd name="connsiteX224" fmla="*/ 1147599 w 12192000"/>
              <a:gd name="connsiteY224" fmla="*/ 4714833 h 5096785"/>
              <a:gd name="connsiteX225" fmla="*/ 1119603 w 12192000"/>
              <a:gd name="connsiteY225" fmla="*/ 4721303 h 5096785"/>
              <a:gd name="connsiteX226" fmla="*/ 997851 w 12192000"/>
              <a:gd name="connsiteY226" fmla="*/ 4722336 h 5096785"/>
              <a:gd name="connsiteX227" fmla="*/ 976455 w 12192000"/>
              <a:gd name="connsiteY227" fmla="*/ 4726407 h 5096785"/>
              <a:gd name="connsiteX228" fmla="*/ 949939 w 12192000"/>
              <a:gd name="connsiteY228" fmla="*/ 4719699 h 5096785"/>
              <a:gd name="connsiteX229" fmla="*/ 894148 w 12192000"/>
              <a:gd name="connsiteY229" fmla="*/ 4710406 h 5096785"/>
              <a:gd name="connsiteX230" fmla="*/ 857990 w 12192000"/>
              <a:gd name="connsiteY230" fmla="*/ 4696844 h 5096785"/>
              <a:gd name="connsiteX231" fmla="*/ 848649 w 12192000"/>
              <a:gd name="connsiteY231" fmla="*/ 4704021 h 5096785"/>
              <a:gd name="connsiteX232" fmla="*/ 826436 w 12192000"/>
              <a:gd name="connsiteY232" fmla="*/ 4707421 h 5096785"/>
              <a:gd name="connsiteX233" fmla="*/ 733052 w 12192000"/>
              <a:gd name="connsiteY233" fmla="*/ 4701884 h 5096785"/>
              <a:gd name="connsiteX234" fmla="*/ 716185 w 12192000"/>
              <a:gd name="connsiteY234" fmla="*/ 4703827 h 5096785"/>
              <a:gd name="connsiteX235" fmla="*/ 696663 w 12192000"/>
              <a:gd name="connsiteY235" fmla="*/ 4697420 h 5096785"/>
              <a:gd name="connsiteX236" fmla="*/ 582722 w 12192000"/>
              <a:gd name="connsiteY236" fmla="*/ 4658637 h 5096785"/>
              <a:gd name="connsiteX237" fmla="*/ 581118 w 12192000"/>
              <a:gd name="connsiteY237" fmla="*/ 4654120 h 5096785"/>
              <a:gd name="connsiteX238" fmla="*/ 546453 w 12192000"/>
              <a:gd name="connsiteY238" fmla="*/ 4652542 h 5096785"/>
              <a:gd name="connsiteX239" fmla="*/ 536773 w 12192000"/>
              <a:gd name="connsiteY239" fmla="*/ 4644609 h 5096785"/>
              <a:gd name="connsiteX240" fmla="*/ 518899 w 12192000"/>
              <a:gd name="connsiteY240" fmla="*/ 4642839 h 5096785"/>
              <a:gd name="connsiteX241" fmla="*/ 388896 w 12192000"/>
              <a:gd name="connsiteY241" fmla="*/ 4619173 h 5096785"/>
              <a:gd name="connsiteX242" fmla="*/ 366479 w 12192000"/>
              <a:gd name="connsiteY242" fmla="*/ 4618896 h 5096785"/>
              <a:gd name="connsiteX243" fmla="*/ 342781 w 12192000"/>
              <a:gd name="connsiteY243" fmla="*/ 4601239 h 5096785"/>
              <a:gd name="connsiteX244" fmla="*/ 255925 w 12192000"/>
              <a:gd name="connsiteY244" fmla="*/ 4598685 h 5096785"/>
              <a:gd name="connsiteX245" fmla="*/ 226919 w 12192000"/>
              <a:gd name="connsiteY245" fmla="*/ 4598460 h 5096785"/>
              <a:gd name="connsiteX246" fmla="*/ 213925 w 12192000"/>
              <a:gd name="connsiteY246" fmla="*/ 4597783 h 5096785"/>
              <a:gd name="connsiteX247" fmla="*/ 215196 w 12192000"/>
              <a:gd name="connsiteY247" fmla="*/ 4588576 h 5096785"/>
              <a:gd name="connsiteX248" fmla="*/ 180214 w 12192000"/>
              <a:gd name="connsiteY248" fmla="*/ 4583701 h 5096785"/>
              <a:gd name="connsiteX249" fmla="*/ 83203 w 12192000"/>
              <a:gd name="connsiteY249" fmla="*/ 4531664 h 5096785"/>
              <a:gd name="connsiteX250" fmla="*/ 4106 w 12192000"/>
              <a:gd name="connsiteY250" fmla="*/ 4517202 h 5096785"/>
              <a:gd name="connsiteX251" fmla="*/ 0 w 12192000"/>
              <a:gd name="connsiteY251" fmla="*/ 4516084 h 5096785"/>
              <a:gd name="connsiteX252" fmla="*/ 0 w 12192000"/>
              <a:gd name="connsiteY252"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386800 w 12192000"/>
              <a:gd name="connsiteY88" fmla="*/ 4715431 h 5096785"/>
              <a:gd name="connsiteX89" fmla="*/ 6382703 w 12192000"/>
              <a:gd name="connsiteY89" fmla="*/ 4717930 h 5096785"/>
              <a:gd name="connsiteX90" fmla="*/ 6356495 w 12192000"/>
              <a:gd name="connsiteY90" fmla="*/ 4717843 h 5096785"/>
              <a:gd name="connsiteX91" fmla="*/ 6343628 w 12192000"/>
              <a:gd name="connsiteY91" fmla="*/ 4719161 h 5096785"/>
              <a:gd name="connsiteX92" fmla="*/ 6338605 w 12192000"/>
              <a:gd name="connsiteY92" fmla="*/ 4716723 h 5096785"/>
              <a:gd name="connsiteX93" fmla="*/ 6320318 w 12192000"/>
              <a:gd name="connsiteY93" fmla="*/ 4720095 h 5096785"/>
              <a:gd name="connsiteX94" fmla="*/ 6318742 w 12192000"/>
              <a:gd name="connsiteY94" fmla="*/ 4721541 h 5096785"/>
              <a:gd name="connsiteX95" fmla="*/ 6301708 w 12192000"/>
              <a:gd name="connsiteY95" fmla="*/ 4720380 h 5096785"/>
              <a:gd name="connsiteX96" fmla="*/ 6285082 w 12192000"/>
              <a:gd name="connsiteY96" fmla="*/ 4714639 h 5096785"/>
              <a:gd name="connsiteX97" fmla="*/ 6136936 w 12192000"/>
              <a:gd name="connsiteY97" fmla="*/ 4758246 h 5096785"/>
              <a:gd name="connsiteX98" fmla="*/ 5988578 w 12192000"/>
              <a:gd name="connsiteY98" fmla="*/ 4754427 h 5096785"/>
              <a:gd name="connsiteX99" fmla="*/ 5908701 w 12192000"/>
              <a:gd name="connsiteY99" fmla="*/ 4779160 h 5096785"/>
              <a:gd name="connsiteX100" fmla="*/ 5892219 w 12192000"/>
              <a:gd name="connsiteY100" fmla="*/ 4807892 h 5096785"/>
              <a:gd name="connsiteX101" fmla="*/ 5683612 w 12192000"/>
              <a:gd name="connsiteY101" fmla="*/ 4848770 h 5096785"/>
              <a:gd name="connsiteX102" fmla="*/ 5635111 w 12192000"/>
              <a:gd name="connsiteY102" fmla="*/ 4868888 h 5096785"/>
              <a:gd name="connsiteX103" fmla="*/ 5582652 w 12192000"/>
              <a:gd name="connsiteY103" fmla="*/ 4866836 h 5096785"/>
              <a:gd name="connsiteX104" fmla="*/ 5567213 w 12192000"/>
              <a:gd name="connsiteY104" fmla="*/ 4878769 h 5096785"/>
              <a:gd name="connsiteX105" fmla="*/ 5564659 w 12192000"/>
              <a:gd name="connsiteY105" fmla="*/ 4881042 h 5096785"/>
              <a:gd name="connsiteX106" fmla="*/ 5552102 w 12192000"/>
              <a:gd name="connsiteY106" fmla="*/ 4885426 h 5096785"/>
              <a:gd name="connsiteX107" fmla="*/ 5551475 w 12192000"/>
              <a:gd name="connsiteY107" fmla="*/ 4892560 h 5096785"/>
              <a:gd name="connsiteX108" fmla="*/ 5534664 w 12192000"/>
              <a:gd name="connsiteY108" fmla="*/ 4903385 h 5096785"/>
              <a:gd name="connsiteX109" fmla="*/ 5510737 w 12192000"/>
              <a:gd name="connsiteY109" fmla="*/ 4909807 h 5096785"/>
              <a:gd name="connsiteX110" fmla="*/ 5393901 w 12192000"/>
              <a:gd name="connsiteY110" fmla="*/ 4933709 h 5096785"/>
              <a:gd name="connsiteX111" fmla="*/ 5325782 w 12192000"/>
              <a:gd name="connsiteY111" fmla="*/ 4951789 h 5096785"/>
              <a:gd name="connsiteX112" fmla="*/ 5302703 w 12192000"/>
              <a:gd name="connsiteY112" fmla="*/ 4964590 h 5096785"/>
              <a:gd name="connsiteX113" fmla="*/ 5268591 w 12192000"/>
              <a:gd name="connsiteY113" fmla="*/ 4978479 h 5096785"/>
              <a:gd name="connsiteX114" fmla="*/ 5210559 w 12192000"/>
              <a:gd name="connsiteY114" fmla="*/ 5007585 h 5096785"/>
              <a:gd name="connsiteX115" fmla="*/ 5177597 w 12192000"/>
              <a:gd name="connsiteY115" fmla="*/ 5015926 h 5096785"/>
              <a:gd name="connsiteX116" fmla="*/ 5160569 w 12192000"/>
              <a:gd name="connsiteY116" fmla="*/ 5025681 h 5096785"/>
              <a:gd name="connsiteX117" fmla="*/ 5152748 w 12192000"/>
              <a:gd name="connsiteY117" fmla="*/ 5026569 h 5096785"/>
              <a:gd name="connsiteX118" fmla="*/ 5127678 w 12192000"/>
              <a:gd name="connsiteY118" fmla="*/ 5032947 h 5096785"/>
              <a:gd name="connsiteX119" fmla="*/ 5113147 w 12192000"/>
              <a:gd name="connsiteY119" fmla="*/ 5035818 h 5096785"/>
              <a:gd name="connsiteX120" fmla="*/ 5107301 w 12192000"/>
              <a:gd name="connsiteY120" fmla="*/ 5036672 h 5096785"/>
              <a:gd name="connsiteX121" fmla="*/ 5093215 w 12192000"/>
              <a:gd name="connsiteY121" fmla="*/ 5032880 h 5096785"/>
              <a:gd name="connsiteX122" fmla="*/ 5077058 w 12192000"/>
              <a:gd name="connsiteY122" fmla="*/ 5038681 h 5096785"/>
              <a:gd name="connsiteX123" fmla="*/ 5057349 w 12192000"/>
              <a:gd name="connsiteY123" fmla="*/ 5036015 h 5096785"/>
              <a:gd name="connsiteX124" fmla="*/ 5053945 w 12192000"/>
              <a:gd name="connsiteY124" fmla="*/ 5041952 h 5096785"/>
              <a:gd name="connsiteX125" fmla="*/ 5040021 w 12192000"/>
              <a:gd name="connsiteY125" fmla="*/ 5050052 h 5096785"/>
              <a:gd name="connsiteX126" fmla="*/ 5025913 w 12192000"/>
              <a:gd name="connsiteY126" fmla="*/ 5046535 h 5096785"/>
              <a:gd name="connsiteX127" fmla="*/ 4998218 w 12192000"/>
              <a:gd name="connsiteY127" fmla="*/ 5048065 h 5096785"/>
              <a:gd name="connsiteX128" fmla="*/ 4991008 w 12192000"/>
              <a:gd name="connsiteY128" fmla="*/ 5050439 h 5096785"/>
              <a:gd name="connsiteX129" fmla="*/ 4963503 w 12192000"/>
              <a:gd name="connsiteY129" fmla="*/ 5047575 h 5096785"/>
              <a:gd name="connsiteX130" fmla="*/ 4921053 w 12192000"/>
              <a:gd name="connsiteY130" fmla="*/ 5048925 h 5096785"/>
              <a:gd name="connsiteX131" fmla="*/ 4873420 w 12192000"/>
              <a:gd name="connsiteY131" fmla="*/ 5054929 h 5096785"/>
              <a:gd name="connsiteX132" fmla="*/ 4858825 w 12192000"/>
              <a:gd name="connsiteY132" fmla="*/ 5051329 h 5096785"/>
              <a:gd name="connsiteX133" fmla="*/ 4769340 w 12192000"/>
              <a:gd name="connsiteY133" fmla="*/ 5053090 h 5096785"/>
              <a:gd name="connsiteX134" fmla="*/ 4744152 w 12192000"/>
              <a:gd name="connsiteY134" fmla="*/ 5053391 h 5096785"/>
              <a:gd name="connsiteX135" fmla="*/ 4723556 w 12192000"/>
              <a:gd name="connsiteY135" fmla="*/ 5059633 h 5096785"/>
              <a:gd name="connsiteX136" fmla="*/ 4719699 w 12192000"/>
              <a:gd name="connsiteY136" fmla="*/ 5066298 h 5096785"/>
              <a:gd name="connsiteX137" fmla="*/ 4706016 w 12192000"/>
              <a:gd name="connsiteY137" fmla="*/ 5067422 h 5096785"/>
              <a:gd name="connsiteX138" fmla="*/ 4702593 w 12192000"/>
              <a:gd name="connsiteY138" fmla="*/ 5068973 h 5096785"/>
              <a:gd name="connsiteX139" fmla="*/ 4682766 w 12192000"/>
              <a:gd name="connsiteY139" fmla="*/ 5076609 h 5096785"/>
              <a:gd name="connsiteX140" fmla="*/ 4634960 w 12192000"/>
              <a:gd name="connsiteY140" fmla="*/ 5061852 h 5096785"/>
              <a:gd name="connsiteX141" fmla="*/ 4580645 w 12192000"/>
              <a:gd name="connsiteY141" fmla="*/ 5069246 h 5096785"/>
              <a:gd name="connsiteX142" fmla="*/ 4368005 w 12192000"/>
              <a:gd name="connsiteY142" fmla="*/ 5057426 h 5096785"/>
              <a:gd name="connsiteX143" fmla="*/ 4339489 w 12192000"/>
              <a:gd name="connsiteY143" fmla="*/ 5080858 h 5096785"/>
              <a:gd name="connsiteX144" fmla="*/ 4253895 w 12192000"/>
              <a:gd name="connsiteY144" fmla="*/ 5085008 h 5096785"/>
              <a:gd name="connsiteX145" fmla="*/ 4117780 w 12192000"/>
              <a:gd name="connsiteY145" fmla="*/ 5045175 h 5096785"/>
              <a:gd name="connsiteX146" fmla="*/ 3960074 w 12192000"/>
              <a:gd name="connsiteY146" fmla="*/ 5050708 h 5096785"/>
              <a:gd name="connsiteX147" fmla="*/ 3947260 w 12192000"/>
              <a:gd name="connsiteY147" fmla="*/ 5041167 h 5096785"/>
              <a:gd name="connsiteX148" fmla="*/ 3931969 w 12192000"/>
              <a:gd name="connsiteY148" fmla="*/ 5035902 h 5096785"/>
              <a:gd name="connsiteX149" fmla="*/ 3929836 w 12192000"/>
              <a:gd name="connsiteY149" fmla="*/ 5036901 h 5096785"/>
              <a:gd name="connsiteX150" fmla="*/ 3911296 w 12192000"/>
              <a:gd name="connsiteY150" fmla="*/ 5035663 h 5096785"/>
              <a:gd name="connsiteX151" fmla="*/ 3907746 w 12192000"/>
              <a:gd name="connsiteY151" fmla="*/ 5032107 h 5096785"/>
              <a:gd name="connsiteX152" fmla="*/ 3895182 w 12192000"/>
              <a:gd name="connsiteY152" fmla="*/ 5030229 h 5096785"/>
              <a:gd name="connsiteX153" fmla="*/ 3870866 w 12192000"/>
              <a:gd name="connsiteY153" fmla="*/ 5023753 h 5096785"/>
              <a:gd name="connsiteX154" fmla="*/ 3865913 w 12192000"/>
              <a:gd name="connsiteY154" fmla="*/ 5025143 h 5096785"/>
              <a:gd name="connsiteX155" fmla="*/ 3828606 w 12192000"/>
              <a:gd name="connsiteY155" fmla="*/ 5019426 h 5096785"/>
              <a:gd name="connsiteX156" fmla="*/ 3827901 w 12192000"/>
              <a:gd name="connsiteY156" fmla="*/ 5020583 h 5096785"/>
              <a:gd name="connsiteX157" fmla="*/ 3816543 w 12192000"/>
              <a:gd name="connsiteY157" fmla="*/ 5024366 h 5096785"/>
              <a:gd name="connsiteX158" fmla="*/ 3795278 w 12192000"/>
              <a:gd name="connsiteY158" fmla="*/ 5028779 h 5096785"/>
              <a:gd name="connsiteX159" fmla="*/ 3743858 w 12192000"/>
              <a:gd name="connsiteY159" fmla="*/ 5054237 h 5096785"/>
              <a:gd name="connsiteX160" fmla="*/ 3704945 w 12192000"/>
              <a:gd name="connsiteY160" fmla="*/ 5048413 h 5096785"/>
              <a:gd name="connsiteX161" fmla="*/ 3696992 w 12192000"/>
              <a:gd name="connsiteY161" fmla="*/ 5047914 h 5096785"/>
              <a:gd name="connsiteX162" fmla="*/ 3696780 w 12192000"/>
              <a:gd name="connsiteY162" fmla="*/ 5048181 h 5096785"/>
              <a:gd name="connsiteX163" fmla="*/ 3688290 w 12192000"/>
              <a:gd name="connsiteY163" fmla="*/ 5048204 h 5096785"/>
              <a:gd name="connsiteX164" fmla="*/ 3682486 w 12192000"/>
              <a:gd name="connsiteY164" fmla="*/ 5047000 h 5096785"/>
              <a:gd name="connsiteX165" fmla="*/ 3667056 w 12192000"/>
              <a:gd name="connsiteY165" fmla="*/ 5046030 h 5096785"/>
              <a:gd name="connsiteX166" fmla="*/ 3661403 w 12192000"/>
              <a:gd name="connsiteY166" fmla="*/ 5047537 h 5096785"/>
              <a:gd name="connsiteX167" fmla="*/ 3658673 w 12192000"/>
              <a:gd name="connsiteY167" fmla="*/ 5050790 h 5096785"/>
              <a:gd name="connsiteX168" fmla="*/ 3657333 w 12192000"/>
              <a:gd name="connsiteY168" fmla="*/ 5050325 h 5096785"/>
              <a:gd name="connsiteX169" fmla="*/ 3626778 w 12192000"/>
              <a:gd name="connsiteY169" fmla="*/ 5057882 h 5096785"/>
              <a:gd name="connsiteX170" fmla="*/ 3560067 w 12192000"/>
              <a:gd name="connsiteY170" fmla="*/ 5064266 h 5096785"/>
              <a:gd name="connsiteX171" fmla="*/ 3522641 w 12192000"/>
              <a:gd name="connsiteY171" fmla="*/ 5063654 h 5096785"/>
              <a:gd name="connsiteX172" fmla="*/ 3419275 w 12192000"/>
              <a:gd name="connsiteY172" fmla="*/ 5066646 h 5096785"/>
              <a:gd name="connsiteX173" fmla="*/ 3314869 w 12192000"/>
              <a:gd name="connsiteY173" fmla="*/ 5073197 h 5096785"/>
              <a:gd name="connsiteX174" fmla="*/ 3259088 w 12192000"/>
              <a:gd name="connsiteY174" fmla="*/ 5096363 h 5096785"/>
              <a:gd name="connsiteX175" fmla="*/ 3253104 w 12192000"/>
              <a:gd name="connsiteY175" fmla="*/ 5096785 h 5096785"/>
              <a:gd name="connsiteX176" fmla="*/ 3238751 w 12192000"/>
              <a:gd name="connsiteY176" fmla="*/ 5092996 h 5096785"/>
              <a:gd name="connsiteX177" fmla="*/ 3233681 w 12192000"/>
              <a:gd name="connsiteY177" fmla="*/ 5090758 h 5096785"/>
              <a:gd name="connsiteX178" fmla="*/ 3225562 w 12192000"/>
              <a:gd name="connsiteY178" fmla="*/ 5089215 h 5096785"/>
              <a:gd name="connsiteX179" fmla="*/ 3225260 w 12192000"/>
              <a:gd name="connsiteY179" fmla="*/ 5089437 h 5096785"/>
              <a:gd name="connsiteX180" fmla="*/ 3217859 w 12192000"/>
              <a:gd name="connsiteY180" fmla="*/ 5087484 h 5096785"/>
              <a:gd name="connsiteX181" fmla="*/ 3182980 w 12192000"/>
              <a:gd name="connsiteY181" fmla="*/ 5074650 h 5096785"/>
              <a:gd name="connsiteX182" fmla="*/ 3123938 w 12192000"/>
              <a:gd name="connsiteY182" fmla="*/ 5089912 h 5096785"/>
              <a:gd name="connsiteX183" fmla="*/ 3101912 w 12192000"/>
              <a:gd name="connsiteY183" fmla="*/ 5090281 h 5096785"/>
              <a:gd name="connsiteX184" fmla="*/ 3089591 w 12192000"/>
              <a:gd name="connsiteY184" fmla="*/ 5091865 h 5096785"/>
              <a:gd name="connsiteX185" fmla="*/ 3088465 w 12192000"/>
              <a:gd name="connsiteY185" fmla="*/ 5092858 h 5096785"/>
              <a:gd name="connsiteX186" fmla="*/ 3055081 w 12192000"/>
              <a:gd name="connsiteY186" fmla="*/ 5080424 h 5096785"/>
              <a:gd name="connsiteX187" fmla="*/ 3049807 w 12192000"/>
              <a:gd name="connsiteY187" fmla="*/ 5080860 h 5096785"/>
              <a:gd name="connsiteX188" fmla="*/ 3029122 w 12192000"/>
              <a:gd name="connsiteY188" fmla="*/ 5070085 h 5096785"/>
              <a:gd name="connsiteX189" fmla="*/ 3017862 w 12192000"/>
              <a:gd name="connsiteY189" fmla="*/ 5065942 h 5096785"/>
              <a:gd name="connsiteX190" fmla="*/ 3015868 w 12192000"/>
              <a:gd name="connsiteY190" fmla="*/ 5061832 h 5096785"/>
              <a:gd name="connsiteX191" fmla="*/ 2998644 w 12192000"/>
              <a:gd name="connsiteY191" fmla="*/ 5057210 h 5096785"/>
              <a:gd name="connsiteX192" fmla="*/ 2996219 w 12192000"/>
              <a:gd name="connsiteY192" fmla="*/ 5057788 h 5096785"/>
              <a:gd name="connsiteX193" fmla="*/ 2983676 w 12192000"/>
              <a:gd name="connsiteY193" fmla="*/ 5049852 h 5096785"/>
              <a:gd name="connsiteX194" fmla="*/ 2903609 w 12192000"/>
              <a:gd name="connsiteY194" fmla="*/ 4998457 h 5096785"/>
              <a:gd name="connsiteX195" fmla="*/ 2758830 w 12192000"/>
              <a:gd name="connsiteY195" fmla="*/ 4974760 h 5096785"/>
              <a:gd name="connsiteX196" fmla="*/ 2532669 w 12192000"/>
              <a:gd name="connsiteY196" fmla="*/ 4940573 h 5096785"/>
              <a:gd name="connsiteX197" fmla="*/ 2389931 w 12192000"/>
              <a:gd name="connsiteY197" fmla="*/ 4905785 h 5096785"/>
              <a:gd name="connsiteX198" fmla="*/ 2335186 w 12192000"/>
              <a:gd name="connsiteY198" fmla="*/ 4902957 h 5096785"/>
              <a:gd name="connsiteX199" fmla="*/ 2295307 w 12192000"/>
              <a:gd name="connsiteY199" fmla="*/ 4879800 h 5096785"/>
              <a:gd name="connsiteX200" fmla="*/ 2273393 w 12192000"/>
              <a:gd name="connsiteY200" fmla="*/ 4883565 h 5096785"/>
              <a:gd name="connsiteX201" fmla="*/ 2269523 w 12192000"/>
              <a:gd name="connsiteY201" fmla="*/ 4884442 h 5096785"/>
              <a:gd name="connsiteX202" fmla="*/ 2256015 w 12192000"/>
              <a:gd name="connsiteY202" fmla="*/ 4883014 h 5096785"/>
              <a:gd name="connsiteX203" fmla="*/ 2249731 w 12192000"/>
              <a:gd name="connsiteY203" fmla="*/ 4888778 h 5096785"/>
              <a:gd name="connsiteX204" fmla="*/ 2227629 w 12192000"/>
              <a:gd name="connsiteY204" fmla="*/ 4891047 h 5096785"/>
              <a:gd name="connsiteX205" fmla="*/ 2203460 w 12192000"/>
              <a:gd name="connsiteY205" fmla="*/ 4886696 h 5096785"/>
              <a:gd name="connsiteX206" fmla="*/ 2091528 w 12192000"/>
              <a:gd name="connsiteY206" fmla="*/ 4859155 h 5096785"/>
              <a:gd name="connsiteX207" fmla="*/ 2022901 w 12192000"/>
              <a:gd name="connsiteY207" fmla="*/ 4846594 h 5096785"/>
              <a:gd name="connsiteX208" fmla="*/ 1994227 w 12192000"/>
              <a:gd name="connsiteY208" fmla="*/ 4847973 h 5096785"/>
              <a:gd name="connsiteX209" fmla="*/ 1955936 w 12192000"/>
              <a:gd name="connsiteY209" fmla="*/ 4845765 h 5096785"/>
              <a:gd name="connsiteX210" fmla="*/ 1741924 w 12192000"/>
              <a:gd name="connsiteY210" fmla="*/ 4808054 h 5096785"/>
              <a:gd name="connsiteX211" fmla="*/ 1734410 w 12192000"/>
              <a:gd name="connsiteY211" fmla="*/ 4811675 h 5096785"/>
              <a:gd name="connsiteX212" fmla="*/ 1691423 w 12192000"/>
              <a:gd name="connsiteY212" fmla="*/ 4802777 h 5096785"/>
              <a:gd name="connsiteX213" fmla="*/ 1554504 w 12192000"/>
              <a:gd name="connsiteY213" fmla="*/ 4739985 h 5096785"/>
              <a:gd name="connsiteX214" fmla="*/ 1470119 w 12192000"/>
              <a:gd name="connsiteY214" fmla="*/ 4723470 h 5096785"/>
              <a:gd name="connsiteX215" fmla="*/ 1437967 w 12192000"/>
              <a:gd name="connsiteY215" fmla="*/ 4722710 h 5096785"/>
              <a:gd name="connsiteX216" fmla="*/ 1384234 w 12192000"/>
              <a:gd name="connsiteY216" fmla="*/ 4721117 h 5096785"/>
              <a:gd name="connsiteX217" fmla="*/ 1338647 w 12192000"/>
              <a:gd name="connsiteY217" fmla="*/ 4732483 h 5096785"/>
              <a:gd name="connsiteX218" fmla="*/ 1295869 w 12192000"/>
              <a:gd name="connsiteY218" fmla="*/ 4726175 h 5096785"/>
              <a:gd name="connsiteX219" fmla="*/ 1292949 w 12192000"/>
              <a:gd name="connsiteY219" fmla="*/ 4708469 h 5096785"/>
              <a:gd name="connsiteX220" fmla="*/ 1244908 w 12192000"/>
              <a:gd name="connsiteY220" fmla="*/ 4706993 h 5096785"/>
              <a:gd name="connsiteX221" fmla="*/ 1171266 w 12192000"/>
              <a:gd name="connsiteY221" fmla="*/ 4706535 h 5096785"/>
              <a:gd name="connsiteX222" fmla="*/ 1160868 w 12192000"/>
              <a:gd name="connsiteY222" fmla="*/ 4701936 h 5096785"/>
              <a:gd name="connsiteX223" fmla="*/ 1147599 w 12192000"/>
              <a:gd name="connsiteY223" fmla="*/ 4714833 h 5096785"/>
              <a:gd name="connsiteX224" fmla="*/ 1119603 w 12192000"/>
              <a:gd name="connsiteY224" fmla="*/ 4721303 h 5096785"/>
              <a:gd name="connsiteX225" fmla="*/ 997851 w 12192000"/>
              <a:gd name="connsiteY225" fmla="*/ 4722336 h 5096785"/>
              <a:gd name="connsiteX226" fmla="*/ 976455 w 12192000"/>
              <a:gd name="connsiteY226" fmla="*/ 4726407 h 5096785"/>
              <a:gd name="connsiteX227" fmla="*/ 949939 w 12192000"/>
              <a:gd name="connsiteY227" fmla="*/ 4719699 h 5096785"/>
              <a:gd name="connsiteX228" fmla="*/ 894148 w 12192000"/>
              <a:gd name="connsiteY228" fmla="*/ 4710406 h 5096785"/>
              <a:gd name="connsiteX229" fmla="*/ 857990 w 12192000"/>
              <a:gd name="connsiteY229" fmla="*/ 4696844 h 5096785"/>
              <a:gd name="connsiteX230" fmla="*/ 848649 w 12192000"/>
              <a:gd name="connsiteY230" fmla="*/ 4704021 h 5096785"/>
              <a:gd name="connsiteX231" fmla="*/ 826436 w 12192000"/>
              <a:gd name="connsiteY231" fmla="*/ 4707421 h 5096785"/>
              <a:gd name="connsiteX232" fmla="*/ 733052 w 12192000"/>
              <a:gd name="connsiteY232" fmla="*/ 4701884 h 5096785"/>
              <a:gd name="connsiteX233" fmla="*/ 716185 w 12192000"/>
              <a:gd name="connsiteY233" fmla="*/ 4703827 h 5096785"/>
              <a:gd name="connsiteX234" fmla="*/ 696663 w 12192000"/>
              <a:gd name="connsiteY234" fmla="*/ 4697420 h 5096785"/>
              <a:gd name="connsiteX235" fmla="*/ 582722 w 12192000"/>
              <a:gd name="connsiteY235" fmla="*/ 4658637 h 5096785"/>
              <a:gd name="connsiteX236" fmla="*/ 581118 w 12192000"/>
              <a:gd name="connsiteY236" fmla="*/ 4654120 h 5096785"/>
              <a:gd name="connsiteX237" fmla="*/ 546453 w 12192000"/>
              <a:gd name="connsiteY237" fmla="*/ 4652542 h 5096785"/>
              <a:gd name="connsiteX238" fmla="*/ 536773 w 12192000"/>
              <a:gd name="connsiteY238" fmla="*/ 4644609 h 5096785"/>
              <a:gd name="connsiteX239" fmla="*/ 518899 w 12192000"/>
              <a:gd name="connsiteY239" fmla="*/ 4642839 h 5096785"/>
              <a:gd name="connsiteX240" fmla="*/ 388896 w 12192000"/>
              <a:gd name="connsiteY240" fmla="*/ 4619173 h 5096785"/>
              <a:gd name="connsiteX241" fmla="*/ 366479 w 12192000"/>
              <a:gd name="connsiteY241" fmla="*/ 4618896 h 5096785"/>
              <a:gd name="connsiteX242" fmla="*/ 342781 w 12192000"/>
              <a:gd name="connsiteY242" fmla="*/ 4601239 h 5096785"/>
              <a:gd name="connsiteX243" fmla="*/ 255925 w 12192000"/>
              <a:gd name="connsiteY243" fmla="*/ 4598685 h 5096785"/>
              <a:gd name="connsiteX244" fmla="*/ 226919 w 12192000"/>
              <a:gd name="connsiteY244" fmla="*/ 4598460 h 5096785"/>
              <a:gd name="connsiteX245" fmla="*/ 213925 w 12192000"/>
              <a:gd name="connsiteY245" fmla="*/ 4597783 h 5096785"/>
              <a:gd name="connsiteX246" fmla="*/ 215196 w 12192000"/>
              <a:gd name="connsiteY246" fmla="*/ 4588576 h 5096785"/>
              <a:gd name="connsiteX247" fmla="*/ 180214 w 12192000"/>
              <a:gd name="connsiteY247" fmla="*/ 4583701 h 5096785"/>
              <a:gd name="connsiteX248" fmla="*/ 83203 w 12192000"/>
              <a:gd name="connsiteY248" fmla="*/ 4531664 h 5096785"/>
              <a:gd name="connsiteX249" fmla="*/ 4106 w 12192000"/>
              <a:gd name="connsiteY249" fmla="*/ 4517202 h 5096785"/>
              <a:gd name="connsiteX250" fmla="*/ 0 w 12192000"/>
              <a:gd name="connsiteY250" fmla="*/ 4516084 h 5096785"/>
              <a:gd name="connsiteX251" fmla="*/ 0 w 12192000"/>
              <a:gd name="connsiteY251"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490057 w 12192000"/>
              <a:gd name="connsiteY86" fmla="*/ 4658624 h 5096785"/>
              <a:gd name="connsiteX87" fmla="*/ 6386800 w 12192000"/>
              <a:gd name="connsiteY87" fmla="*/ 4715431 h 5096785"/>
              <a:gd name="connsiteX88" fmla="*/ 6382703 w 12192000"/>
              <a:gd name="connsiteY88" fmla="*/ 4717930 h 5096785"/>
              <a:gd name="connsiteX89" fmla="*/ 6356495 w 12192000"/>
              <a:gd name="connsiteY89" fmla="*/ 4717843 h 5096785"/>
              <a:gd name="connsiteX90" fmla="*/ 6343628 w 12192000"/>
              <a:gd name="connsiteY90" fmla="*/ 4719161 h 5096785"/>
              <a:gd name="connsiteX91" fmla="*/ 6338605 w 12192000"/>
              <a:gd name="connsiteY91" fmla="*/ 4716723 h 5096785"/>
              <a:gd name="connsiteX92" fmla="*/ 6320318 w 12192000"/>
              <a:gd name="connsiteY92" fmla="*/ 4720095 h 5096785"/>
              <a:gd name="connsiteX93" fmla="*/ 6318742 w 12192000"/>
              <a:gd name="connsiteY93" fmla="*/ 4721541 h 5096785"/>
              <a:gd name="connsiteX94" fmla="*/ 6301708 w 12192000"/>
              <a:gd name="connsiteY94" fmla="*/ 4720380 h 5096785"/>
              <a:gd name="connsiteX95" fmla="*/ 6285082 w 12192000"/>
              <a:gd name="connsiteY95" fmla="*/ 4714639 h 5096785"/>
              <a:gd name="connsiteX96" fmla="*/ 6136936 w 12192000"/>
              <a:gd name="connsiteY96" fmla="*/ 4758246 h 5096785"/>
              <a:gd name="connsiteX97" fmla="*/ 5988578 w 12192000"/>
              <a:gd name="connsiteY97" fmla="*/ 4754427 h 5096785"/>
              <a:gd name="connsiteX98" fmla="*/ 5908701 w 12192000"/>
              <a:gd name="connsiteY98" fmla="*/ 4779160 h 5096785"/>
              <a:gd name="connsiteX99" fmla="*/ 5892219 w 12192000"/>
              <a:gd name="connsiteY99" fmla="*/ 4807892 h 5096785"/>
              <a:gd name="connsiteX100" fmla="*/ 5683612 w 12192000"/>
              <a:gd name="connsiteY100" fmla="*/ 4848770 h 5096785"/>
              <a:gd name="connsiteX101" fmla="*/ 5635111 w 12192000"/>
              <a:gd name="connsiteY101" fmla="*/ 4868888 h 5096785"/>
              <a:gd name="connsiteX102" fmla="*/ 5582652 w 12192000"/>
              <a:gd name="connsiteY102" fmla="*/ 4866836 h 5096785"/>
              <a:gd name="connsiteX103" fmla="*/ 5567213 w 12192000"/>
              <a:gd name="connsiteY103" fmla="*/ 4878769 h 5096785"/>
              <a:gd name="connsiteX104" fmla="*/ 5564659 w 12192000"/>
              <a:gd name="connsiteY104" fmla="*/ 4881042 h 5096785"/>
              <a:gd name="connsiteX105" fmla="*/ 5552102 w 12192000"/>
              <a:gd name="connsiteY105" fmla="*/ 4885426 h 5096785"/>
              <a:gd name="connsiteX106" fmla="*/ 5551475 w 12192000"/>
              <a:gd name="connsiteY106" fmla="*/ 4892560 h 5096785"/>
              <a:gd name="connsiteX107" fmla="*/ 5534664 w 12192000"/>
              <a:gd name="connsiteY107" fmla="*/ 4903385 h 5096785"/>
              <a:gd name="connsiteX108" fmla="*/ 5510737 w 12192000"/>
              <a:gd name="connsiteY108" fmla="*/ 4909807 h 5096785"/>
              <a:gd name="connsiteX109" fmla="*/ 5393901 w 12192000"/>
              <a:gd name="connsiteY109" fmla="*/ 4933709 h 5096785"/>
              <a:gd name="connsiteX110" fmla="*/ 5325782 w 12192000"/>
              <a:gd name="connsiteY110" fmla="*/ 4951789 h 5096785"/>
              <a:gd name="connsiteX111" fmla="*/ 5302703 w 12192000"/>
              <a:gd name="connsiteY111" fmla="*/ 4964590 h 5096785"/>
              <a:gd name="connsiteX112" fmla="*/ 5268591 w 12192000"/>
              <a:gd name="connsiteY112" fmla="*/ 4978479 h 5096785"/>
              <a:gd name="connsiteX113" fmla="*/ 5210559 w 12192000"/>
              <a:gd name="connsiteY113" fmla="*/ 5007585 h 5096785"/>
              <a:gd name="connsiteX114" fmla="*/ 5177597 w 12192000"/>
              <a:gd name="connsiteY114" fmla="*/ 5015926 h 5096785"/>
              <a:gd name="connsiteX115" fmla="*/ 5160569 w 12192000"/>
              <a:gd name="connsiteY115" fmla="*/ 5025681 h 5096785"/>
              <a:gd name="connsiteX116" fmla="*/ 5152748 w 12192000"/>
              <a:gd name="connsiteY116" fmla="*/ 5026569 h 5096785"/>
              <a:gd name="connsiteX117" fmla="*/ 5127678 w 12192000"/>
              <a:gd name="connsiteY117" fmla="*/ 5032947 h 5096785"/>
              <a:gd name="connsiteX118" fmla="*/ 5113147 w 12192000"/>
              <a:gd name="connsiteY118" fmla="*/ 5035818 h 5096785"/>
              <a:gd name="connsiteX119" fmla="*/ 5107301 w 12192000"/>
              <a:gd name="connsiteY119" fmla="*/ 5036672 h 5096785"/>
              <a:gd name="connsiteX120" fmla="*/ 5093215 w 12192000"/>
              <a:gd name="connsiteY120" fmla="*/ 5032880 h 5096785"/>
              <a:gd name="connsiteX121" fmla="*/ 5077058 w 12192000"/>
              <a:gd name="connsiteY121" fmla="*/ 5038681 h 5096785"/>
              <a:gd name="connsiteX122" fmla="*/ 5057349 w 12192000"/>
              <a:gd name="connsiteY122" fmla="*/ 5036015 h 5096785"/>
              <a:gd name="connsiteX123" fmla="*/ 5053945 w 12192000"/>
              <a:gd name="connsiteY123" fmla="*/ 5041952 h 5096785"/>
              <a:gd name="connsiteX124" fmla="*/ 5040021 w 12192000"/>
              <a:gd name="connsiteY124" fmla="*/ 5050052 h 5096785"/>
              <a:gd name="connsiteX125" fmla="*/ 5025913 w 12192000"/>
              <a:gd name="connsiteY125" fmla="*/ 5046535 h 5096785"/>
              <a:gd name="connsiteX126" fmla="*/ 4998218 w 12192000"/>
              <a:gd name="connsiteY126" fmla="*/ 5048065 h 5096785"/>
              <a:gd name="connsiteX127" fmla="*/ 4991008 w 12192000"/>
              <a:gd name="connsiteY127" fmla="*/ 5050439 h 5096785"/>
              <a:gd name="connsiteX128" fmla="*/ 4963503 w 12192000"/>
              <a:gd name="connsiteY128" fmla="*/ 5047575 h 5096785"/>
              <a:gd name="connsiteX129" fmla="*/ 4921053 w 12192000"/>
              <a:gd name="connsiteY129" fmla="*/ 5048925 h 5096785"/>
              <a:gd name="connsiteX130" fmla="*/ 4873420 w 12192000"/>
              <a:gd name="connsiteY130" fmla="*/ 5054929 h 5096785"/>
              <a:gd name="connsiteX131" fmla="*/ 4858825 w 12192000"/>
              <a:gd name="connsiteY131" fmla="*/ 5051329 h 5096785"/>
              <a:gd name="connsiteX132" fmla="*/ 4769340 w 12192000"/>
              <a:gd name="connsiteY132" fmla="*/ 5053090 h 5096785"/>
              <a:gd name="connsiteX133" fmla="*/ 4744152 w 12192000"/>
              <a:gd name="connsiteY133" fmla="*/ 5053391 h 5096785"/>
              <a:gd name="connsiteX134" fmla="*/ 4723556 w 12192000"/>
              <a:gd name="connsiteY134" fmla="*/ 5059633 h 5096785"/>
              <a:gd name="connsiteX135" fmla="*/ 4719699 w 12192000"/>
              <a:gd name="connsiteY135" fmla="*/ 5066298 h 5096785"/>
              <a:gd name="connsiteX136" fmla="*/ 4706016 w 12192000"/>
              <a:gd name="connsiteY136" fmla="*/ 5067422 h 5096785"/>
              <a:gd name="connsiteX137" fmla="*/ 4702593 w 12192000"/>
              <a:gd name="connsiteY137" fmla="*/ 5068973 h 5096785"/>
              <a:gd name="connsiteX138" fmla="*/ 4682766 w 12192000"/>
              <a:gd name="connsiteY138" fmla="*/ 5076609 h 5096785"/>
              <a:gd name="connsiteX139" fmla="*/ 4634960 w 12192000"/>
              <a:gd name="connsiteY139" fmla="*/ 5061852 h 5096785"/>
              <a:gd name="connsiteX140" fmla="*/ 4580645 w 12192000"/>
              <a:gd name="connsiteY140" fmla="*/ 5069246 h 5096785"/>
              <a:gd name="connsiteX141" fmla="*/ 4368005 w 12192000"/>
              <a:gd name="connsiteY141" fmla="*/ 5057426 h 5096785"/>
              <a:gd name="connsiteX142" fmla="*/ 4339489 w 12192000"/>
              <a:gd name="connsiteY142" fmla="*/ 5080858 h 5096785"/>
              <a:gd name="connsiteX143" fmla="*/ 4253895 w 12192000"/>
              <a:gd name="connsiteY143" fmla="*/ 5085008 h 5096785"/>
              <a:gd name="connsiteX144" fmla="*/ 4117780 w 12192000"/>
              <a:gd name="connsiteY144" fmla="*/ 5045175 h 5096785"/>
              <a:gd name="connsiteX145" fmla="*/ 3960074 w 12192000"/>
              <a:gd name="connsiteY145" fmla="*/ 5050708 h 5096785"/>
              <a:gd name="connsiteX146" fmla="*/ 3947260 w 12192000"/>
              <a:gd name="connsiteY146" fmla="*/ 5041167 h 5096785"/>
              <a:gd name="connsiteX147" fmla="*/ 3931969 w 12192000"/>
              <a:gd name="connsiteY147" fmla="*/ 5035902 h 5096785"/>
              <a:gd name="connsiteX148" fmla="*/ 3929836 w 12192000"/>
              <a:gd name="connsiteY148" fmla="*/ 5036901 h 5096785"/>
              <a:gd name="connsiteX149" fmla="*/ 3911296 w 12192000"/>
              <a:gd name="connsiteY149" fmla="*/ 5035663 h 5096785"/>
              <a:gd name="connsiteX150" fmla="*/ 3907746 w 12192000"/>
              <a:gd name="connsiteY150" fmla="*/ 5032107 h 5096785"/>
              <a:gd name="connsiteX151" fmla="*/ 3895182 w 12192000"/>
              <a:gd name="connsiteY151" fmla="*/ 5030229 h 5096785"/>
              <a:gd name="connsiteX152" fmla="*/ 3870866 w 12192000"/>
              <a:gd name="connsiteY152" fmla="*/ 5023753 h 5096785"/>
              <a:gd name="connsiteX153" fmla="*/ 3865913 w 12192000"/>
              <a:gd name="connsiteY153" fmla="*/ 5025143 h 5096785"/>
              <a:gd name="connsiteX154" fmla="*/ 3828606 w 12192000"/>
              <a:gd name="connsiteY154" fmla="*/ 5019426 h 5096785"/>
              <a:gd name="connsiteX155" fmla="*/ 3827901 w 12192000"/>
              <a:gd name="connsiteY155" fmla="*/ 5020583 h 5096785"/>
              <a:gd name="connsiteX156" fmla="*/ 3816543 w 12192000"/>
              <a:gd name="connsiteY156" fmla="*/ 5024366 h 5096785"/>
              <a:gd name="connsiteX157" fmla="*/ 3795278 w 12192000"/>
              <a:gd name="connsiteY157" fmla="*/ 5028779 h 5096785"/>
              <a:gd name="connsiteX158" fmla="*/ 3743858 w 12192000"/>
              <a:gd name="connsiteY158" fmla="*/ 5054237 h 5096785"/>
              <a:gd name="connsiteX159" fmla="*/ 3704945 w 12192000"/>
              <a:gd name="connsiteY159" fmla="*/ 5048413 h 5096785"/>
              <a:gd name="connsiteX160" fmla="*/ 3696992 w 12192000"/>
              <a:gd name="connsiteY160" fmla="*/ 5047914 h 5096785"/>
              <a:gd name="connsiteX161" fmla="*/ 3696780 w 12192000"/>
              <a:gd name="connsiteY161" fmla="*/ 5048181 h 5096785"/>
              <a:gd name="connsiteX162" fmla="*/ 3688290 w 12192000"/>
              <a:gd name="connsiteY162" fmla="*/ 5048204 h 5096785"/>
              <a:gd name="connsiteX163" fmla="*/ 3682486 w 12192000"/>
              <a:gd name="connsiteY163" fmla="*/ 5047000 h 5096785"/>
              <a:gd name="connsiteX164" fmla="*/ 3667056 w 12192000"/>
              <a:gd name="connsiteY164" fmla="*/ 5046030 h 5096785"/>
              <a:gd name="connsiteX165" fmla="*/ 3661403 w 12192000"/>
              <a:gd name="connsiteY165" fmla="*/ 5047537 h 5096785"/>
              <a:gd name="connsiteX166" fmla="*/ 3658673 w 12192000"/>
              <a:gd name="connsiteY166" fmla="*/ 5050790 h 5096785"/>
              <a:gd name="connsiteX167" fmla="*/ 3657333 w 12192000"/>
              <a:gd name="connsiteY167" fmla="*/ 5050325 h 5096785"/>
              <a:gd name="connsiteX168" fmla="*/ 3626778 w 12192000"/>
              <a:gd name="connsiteY168" fmla="*/ 5057882 h 5096785"/>
              <a:gd name="connsiteX169" fmla="*/ 3560067 w 12192000"/>
              <a:gd name="connsiteY169" fmla="*/ 5064266 h 5096785"/>
              <a:gd name="connsiteX170" fmla="*/ 3522641 w 12192000"/>
              <a:gd name="connsiteY170" fmla="*/ 5063654 h 5096785"/>
              <a:gd name="connsiteX171" fmla="*/ 3419275 w 12192000"/>
              <a:gd name="connsiteY171" fmla="*/ 5066646 h 5096785"/>
              <a:gd name="connsiteX172" fmla="*/ 3314869 w 12192000"/>
              <a:gd name="connsiteY172" fmla="*/ 5073197 h 5096785"/>
              <a:gd name="connsiteX173" fmla="*/ 3259088 w 12192000"/>
              <a:gd name="connsiteY173" fmla="*/ 5096363 h 5096785"/>
              <a:gd name="connsiteX174" fmla="*/ 3253104 w 12192000"/>
              <a:gd name="connsiteY174" fmla="*/ 5096785 h 5096785"/>
              <a:gd name="connsiteX175" fmla="*/ 3238751 w 12192000"/>
              <a:gd name="connsiteY175" fmla="*/ 5092996 h 5096785"/>
              <a:gd name="connsiteX176" fmla="*/ 3233681 w 12192000"/>
              <a:gd name="connsiteY176" fmla="*/ 5090758 h 5096785"/>
              <a:gd name="connsiteX177" fmla="*/ 3225562 w 12192000"/>
              <a:gd name="connsiteY177" fmla="*/ 5089215 h 5096785"/>
              <a:gd name="connsiteX178" fmla="*/ 3225260 w 12192000"/>
              <a:gd name="connsiteY178" fmla="*/ 5089437 h 5096785"/>
              <a:gd name="connsiteX179" fmla="*/ 3217859 w 12192000"/>
              <a:gd name="connsiteY179" fmla="*/ 5087484 h 5096785"/>
              <a:gd name="connsiteX180" fmla="*/ 3182980 w 12192000"/>
              <a:gd name="connsiteY180" fmla="*/ 5074650 h 5096785"/>
              <a:gd name="connsiteX181" fmla="*/ 3123938 w 12192000"/>
              <a:gd name="connsiteY181" fmla="*/ 5089912 h 5096785"/>
              <a:gd name="connsiteX182" fmla="*/ 3101912 w 12192000"/>
              <a:gd name="connsiteY182" fmla="*/ 5090281 h 5096785"/>
              <a:gd name="connsiteX183" fmla="*/ 3089591 w 12192000"/>
              <a:gd name="connsiteY183" fmla="*/ 5091865 h 5096785"/>
              <a:gd name="connsiteX184" fmla="*/ 3088465 w 12192000"/>
              <a:gd name="connsiteY184" fmla="*/ 5092858 h 5096785"/>
              <a:gd name="connsiteX185" fmla="*/ 3055081 w 12192000"/>
              <a:gd name="connsiteY185" fmla="*/ 5080424 h 5096785"/>
              <a:gd name="connsiteX186" fmla="*/ 3049807 w 12192000"/>
              <a:gd name="connsiteY186" fmla="*/ 5080860 h 5096785"/>
              <a:gd name="connsiteX187" fmla="*/ 3029122 w 12192000"/>
              <a:gd name="connsiteY187" fmla="*/ 5070085 h 5096785"/>
              <a:gd name="connsiteX188" fmla="*/ 3017862 w 12192000"/>
              <a:gd name="connsiteY188" fmla="*/ 5065942 h 5096785"/>
              <a:gd name="connsiteX189" fmla="*/ 3015868 w 12192000"/>
              <a:gd name="connsiteY189" fmla="*/ 5061832 h 5096785"/>
              <a:gd name="connsiteX190" fmla="*/ 2998644 w 12192000"/>
              <a:gd name="connsiteY190" fmla="*/ 5057210 h 5096785"/>
              <a:gd name="connsiteX191" fmla="*/ 2996219 w 12192000"/>
              <a:gd name="connsiteY191" fmla="*/ 5057788 h 5096785"/>
              <a:gd name="connsiteX192" fmla="*/ 2983676 w 12192000"/>
              <a:gd name="connsiteY192" fmla="*/ 5049852 h 5096785"/>
              <a:gd name="connsiteX193" fmla="*/ 2903609 w 12192000"/>
              <a:gd name="connsiteY193" fmla="*/ 4998457 h 5096785"/>
              <a:gd name="connsiteX194" fmla="*/ 2758830 w 12192000"/>
              <a:gd name="connsiteY194" fmla="*/ 4974760 h 5096785"/>
              <a:gd name="connsiteX195" fmla="*/ 2532669 w 12192000"/>
              <a:gd name="connsiteY195" fmla="*/ 4940573 h 5096785"/>
              <a:gd name="connsiteX196" fmla="*/ 2389931 w 12192000"/>
              <a:gd name="connsiteY196" fmla="*/ 4905785 h 5096785"/>
              <a:gd name="connsiteX197" fmla="*/ 2335186 w 12192000"/>
              <a:gd name="connsiteY197" fmla="*/ 4902957 h 5096785"/>
              <a:gd name="connsiteX198" fmla="*/ 2295307 w 12192000"/>
              <a:gd name="connsiteY198" fmla="*/ 4879800 h 5096785"/>
              <a:gd name="connsiteX199" fmla="*/ 2273393 w 12192000"/>
              <a:gd name="connsiteY199" fmla="*/ 4883565 h 5096785"/>
              <a:gd name="connsiteX200" fmla="*/ 2269523 w 12192000"/>
              <a:gd name="connsiteY200" fmla="*/ 4884442 h 5096785"/>
              <a:gd name="connsiteX201" fmla="*/ 2256015 w 12192000"/>
              <a:gd name="connsiteY201" fmla="*/ 4883014 h 5096785"/>
              <a:gd name="connsiteX202" fmla="*/ 2249731 w 12192000"/>
              <a:gd name="connsiteY202" fmla="*/ 4888778 h 5096785"/>
              <a:gd name="connsiteX203" fmla="*/ 2227629 w 12192000"/>
              <a:gd name="connsiteY203" fmla="*/ 4891047 h 5096785"/>
              <a:gd name="connsiteX204" fmla="*/ 2203460 w 12192000"/>
              <a:gd name="connsiteY204" fmla="*/ 4886696 h 5096785"/>
              <a:gd name="connsiteX205" fmla="*/ 2091528 w 12192000"/>
              <a:gd name="connsiteY205" fmla="*/ 4859155 h 5096785"/>
              <a:gd name="connsiteX206" fmla="*/ 2022901 w 12192000"/>
              <a:gd name="connsiteY206" fmla="*/ 4846594 h 5096785"/>
              <a:gd name="connsiteX207" fmla="*/ 1994227 w 12192000"/>
              <a:gd name="connsiteY207" fmla="*/ 4847973 h 5096785"/>
              <a:gd name="connsiteX208" fmla="*/ 1955936 w 12192000"/>
              <a:gd name="connsiteY208" fmla="*/ 4845765 h 5096785"/>
              <a:gd name="connsiteX209" fmla="*/ 1741924 w 12192000"/>
              <a:gd name="connsiteY209" fmla="*/ 4808054 h 5096785"/>
              <a:gd name="connsiteX210" fmla="*/ 1734410 w 12192000"/>
              <a:gd name="connsiteY210" fmla="*/ 4811675 h 5096785"/>
              <a:gd name="connsiteX211" fmla="*/ 1691423 w 12192000"/>
              <a:gd name="connsiteY211" fmla="*/ 4802777 h 5096785"/>
              <a:gd name="connsiteX212" fmla="*/ 1554504 w 12192000"/>
              <a:gd name="connsiteY212" fmla="*/ 4739985 h 5096785"/>
              <a:gd name="connsiteX213" fmla="*/ 1470119 w 12192000"/>
              <a:gd name="connsiteY213" fmla="*/ 4723470 h 5096785"/>
              <a:gd name="connsiteX214" fmla="*/ 1437967 w 12192000"/>
              <a:gd name="connsiteY214" fmla="*/ 4722710 h 5096785"/>
              <a:gd name="connsiteX215" fmla="*/ 1384234 w 12192000"/>
              <a:gd name="connsiteY215" fmla="*/ 4721117 h 5096785"/>
              <a:gd name="connsiteX216" fmla="*/ 1338647 w 12192000"/>
              <a:gd name="connsiteY216" fmla="*/ 4732483 h 5096785"/>
              <a:gd name="connsiteX217" fmla="*/ 1295869 w 12192000"/>
              <a:gd name="connsiteY217" fmla="*/ 4726175 h 5096785"/>
              <a:gd name="connsiteX218" fmla="*/ 1292949 w 12192000"/>
              <a:gd name="connsiteY218" fmla="*/ 4708469 h 5096785"/>
              <a:gd name="connsiteX219" fmla="*/ 1244908 w 12192000"/>
              <a:gd name="connsiteY219" fmla="*/ 4706993 h 5096785"/>
              <a:gd name="connsiteX220" fmla="*/ 1171266 w 12192000"/>
              <a:gd name="connsiteY220" fmla="*/ 4706535 h 5096785"/>
              <a:gd name="connsiteX221" fmla="*/ 1160868 w 12192000"/>
              <a:gd name="connsiteY221" fmla="*/ 4701936 h 5096785"/>
              <a:gd name="connsiteX222" fmla="*/ 1147599 w 12192000"/>
              <a:gd name="connsiteY222" fmla="*/ 4714833 h 5096785"/>
              <a:gd name="connsiteX223" fmla="*/ 1119603 w 12192000"/>
              <a:gd name="connsiteY223" fmla="*/ 4721303 h 5096785"/>
              <a:gd name="connsiteX224" fmla="*/ 997851 w 12192000"/>
              <a:gd name="connsiteY224" fmla="*/ 4722336 h 5096785"/>
              <a:gd name="connsiteX225" fmla="*/ 976455 w 12192000"/>
              <a:gd name="connsiteY225" fmla="*/ 4726407 h 5096785"/>
              <a:gd name="connsiteX226" fmla="*/ 949939 w 12192000"/>
              <a:gd name="connsiteY226" fmla="*/ 4719699 h 5096785"/>
              <a:gd name="connsiteX227" fmla="*/ 894148 w 12192000"/>
              <a:gd name="connsiteY227" fmla="*/ 4710406 h 5096785"/>
              <a:gd name="connsiteX228" fmla="*/ 857990 w 12192000"/>
              <a:gd name="connsiteY228" fmla="*/ 4696844 h 5096785"/>
              <a:gd name="connsiteX229" fmla="*/ 848649 w 12192000"/>
              <a:gd name="connsiteY229" fmla="*/ 4704021 h 5096785"/>
              <a:gd name="connsiteX230" fmla="*/ 826436 w 12192000"/>
              <a:gd name="connsiteY230" fmla="*/ 4707421 h 5096785"/>
              <a:gd name="connsiteX231" fmla="*/ 733052 w 12192000"/>
              <a:gd name="connsiteY231" fmla="*/ 4701884 h 5096785"/>
              <a:gd name="connsiteX232" fmla="*/ 716185 w 12192000"/>
              <a:gd name="connsiteY232" fmla="*/ 4703827 h 5096785"/>
              <a:gd name="connsiteX233" fmla="*/ 696663 w 12192000"/>
              <a:gd name="connsiteY233" fmla="*/ 4697420 h 5096785"/>
              <a:gd name="connsiteX234" fmla="*/ 582722 w 12192000"/>
              <a:gd name="connsiteY234" fmla="*/ 4658637 h 5096785"/>
              <a:gd name="connsiteX235" fmla="*/ 581118 w 12192000"/>
              <a:gd name="connsiteY235" fmla="*/ 4654120 h 5096785"/>
              <a:gd name="connsiteX236" fmla="*/ 546453 w 12192000"/>
              <a:gd name="connsiteY236" fmla="*/ 4652542 h 5096785"/>
              <a:gd name="connsiteX237" fmla="*/ 536773 w 12192000"/>
              <a:gd name="connsiteY237" fmla="*/ 4644609 h 5096785"/>
              <a:gd name="connsiteX238" fmla="*/ 518899 w 12192000"/>
              <a:gd name="connsiteY238" fmla="*/ 4642839 h 5096785"/>
              <a:gd name="connsiteX239" fmla="*/ 388896 w 12192000"/>
              <a:gd name="connsiteY239" fmla="*/ 4619173 h 5096785"/>
              <a:gd name="connsiteX240" fmla="*/ 366479 w 12192000"/>
              <a:gd name="connsiteY240" fmla="*/ 4618896 h 5096785"/>
              <a:gd name="connsiteX241" fmla="*/ 342781 w 12192000"/>
              <a:gd name="connsiteY241" fmla="*/ 4601239 h 5096785"/>
              <a:gd name="connsiteX242" fmla="*/ 255925 w 12192000"/>
              <a:gd name="connsiteY242" fmla="*/ 4598685 h 5096785"/>
              <a:gd name="connsiteX243" fmla="*/ 226919 w 12192000"/>
              <a:gd name="connsiteY243" fmla="*/ 4598460 h 5096785"/>
              <a:gd name="connsiteX244" fmla="*/ 213925 w 12192000"/>
              <a:gd name="connsiteY244" fmla="*/ 4597783 h 5096785"/>
              <a:gd name="connsiteX245" fmla="*/ 215196 w 12192000"/>
              <a:gd name="connsiteY245" fmla="*/ 4588576 h 5096785"/>
              <a:gd name="connsiteX246" fmla="*/ 180214 w 12192000"/>
              <a:gd name="connsiteY246" fmla="*/ 4583701 h 5096785"/>
              <a:gd name="connsiteX247" fmla="*/ 83203 w 12192000"/>
              <a:gd name="connsiteY247" fmla="*/ 4531664 h 5096785"/>
              <a:gd name="connsiteX248" fmla="*/ 4106 w 12192000"/>
              <a:gd name="connsiteY248" fmla="*/ 4517202 h 5096785"/>
              <a:gd name="connsiteX249" fmla="*/ 0 w 12192000"/>
              <a:gd name="connsiteY249" fmla="*/ 4516084 h 5096785"/>
              <a:gd name="connsiteX250" fmla="*/ 0 w 12192000"/>
              <a:gd name="connsiteY250"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52021 w 12192000"/>
              <a:gd name="connsiteY81" fmla="*/ 4650379 h 5096785"/>
              <a:gd name="connsiteX82" fmla="*/ 6545925 w 12192000"/>
              <a:gd name="connsiteY82" fmla="*/ 4650675 h 5096785"/>
              <a:gd name="connsiteX83" fmla="*/ 6537822 w 12192000"/>
              <a:gd name="connsiteY83" fmla="*/ 4652769 h 5096785"/>
              <a:gd name="connsiteX84" fmla="*/ 6537743 w 12192000"/>
              <a:gd name="connsiteY84" fmla="*/ 4653068 h 5096785"/>
              <a:gd name="connsiteX85" fmla="*/ 6490057 w 12192000"/>
              <a:gd name="connsiteY85" fmla="*/ 4658624 h 5096785"/>
              <a:gd name="connsiteX86" fmla="*/ 6386800 w 12192000"/>
              <a:gd name="connsiteY86" fmla="*/ 4715431 h 5096785"/>
              <a:gd name="connsiteX87" fmla="*/ 6382703 w 12192000"/>
              <a:gd name="connsiteY87" fmla="*/ 4717930 h 5096785"/>
              <a:gd name="connsiteX88" fmla="*/ 6356495 w 12192000"/>
              <a:gd name="connsiteY88" fmla="*/ 4717843 h 5096785"/>
              <a:gd name="connsiteX89" fmla="*/ 6343628 w 12192000"/>
              <a:gd name="connsiteY89" fmla="*/ 4719161 h 5096785"/>
              <a:gd name="connsiteX90" fmla="*/ 6338605 w 12192000"/>
              <a:gd name="connsiteY90" fmla="*/ 4716723 h 5096785"/>
              <a:gd name="connsiteX91" fmla="*/ 6320318 w 12192000"/>
              <a:gd name="connsiteY91" fmla="*/ 4720095 h 5096785"/>
              <a:gd name="connsiteX92" fmla="*/ 6318742 w 12192000"/>
              <a:gd name="connsiteY92" fmla="*/ 4721541 h 5096785"/>
              <a:gd name="connsiteX93" fmla="*/ 6301708 w 12192000"/>
              <a:gd name="connsiteY93" fmla="*/ 4720380 h 5096785"/>
              <a:gd name="connsiteX94" fmla="*/ 6285082 w 12192000"/>
              <a:gd name="connsiteY94" fmla="*/ 4714639 h 5096785"/>
              <a:gd name="connsiteX95" fmla="*/ 6136936 w 12192000"/>
              <a:gd name="connsiteY95" fmla="*/ 4758246 h 5096785"/>
              <a:gd name="connsiteX96" fmla="*/ 5988578 w 12192000"/>
              <a:gd name="connsiteY96" fmla="*/ 4754427 h 5096785"/>
              <a:gd name="connsiteX97" fmla="*/ 5908701 w 12192000"/>
              <a:gd name="connsiteY97" fmla="*/ 4779160 h 5096785"/>
              <a:gd name="connsiteX98" fmla="*/ 5892219 w 12192000"/>
              <a:gd name="connsiteY98" fmla="*/ 4807892 h 5096785"/>
              <a:gd name="connsiteX99" fmla="*/ 5683612 w 12192000"/>
              <a:gd name="connsiteY99" fmla="*/ 4848770 h 5096785"/>
              <a:gd name="connsiteX100" fmla="*/ 5635111 w 12192000"/>
              <a:gd name="connsiteY100" fmla="*/ 4868888 h 5096785"/>
              <a:gd name="connsiteX101" fmla="*/ 5582652 w 12192000"/>
              <a:gd name="connsiteY101" fmla="*/ 4866836 h 5096785"/>
              <a:gd name="connsiteX102" fmla="*/ 5567213 w 12192000"/>
              <a:gd name="connsiteY102" fmla="*/ 4878769 h 5096785"/>
              <a:gd name="connsiteX103" fmla="*/ 5564659 w 12192000"/>
              <a:gd name="connsiteY103" fmla="*/ 4881042 h 5096785"/>
              <a:gd name="connsiteX104" fmla="*/ 5552102 w 12192000"/>
              <a:gd name="connsiteY104" fmla="*/ 4885426 h 5096785"/>
              <a:gd name="connsiteX105" fmla="*/ 5551475 w 12192000"/>
              <a:gd name="connsiteY105" fmla="*/ 4892560 h 5096785"/>
              <a:gd name="connsiteX106" fmla="*/ 5534664 w 12192000"/>
              <a:gd name="connsiteY106" fmla="*/ 4903385 h 5096785"/>
              <a:gd name="connsiteX107" fmla="*/ 5510737 w 12192000"/>
              <a:gd name="connsiteY107" fmla="*/ 4909807 h 5096785"/>
              <a:gd name="connsiteX108" fmla="*/ 5393901 w 12192000"/>
              <a:gd name="connsiteY108" fmla="*/ 4933709 h 5096785"/>
              <a:gd name="connsiteX109" fmla="*/ 5325782 w 12192000"/>
              <a:gd name="connsiteY109" fmla="*/ 4951789 h 5096785"/>
              <a:gd name="connsiteX110" fmla="*/ 5302703 w 12192000"/>
              <a:gd name="connsiteY110" fmla="*/ 4964590 h 5096785"/>
              <a:gd name="connsiteX111" fmla="*/ 5268591 w 12192000"/>
              <a:gd name="connsiteY111" fmla="*/ 4978479 h 5096785"/>
              <a:gd name="connsiteX112" fmla="*/ 5210559 w 12192000"/>
              <a:gd name="connsiteY112" fmla="*/ 5007585 h 5096785"/>
              <a:gd name="connsiteX113" fmla="*/ 5177597 w 12192000"/>
              <a:gd name="connsiteY113" fmla="*/ 5015926 h 5096785"/>
              <a:gd name="connsiteX114" fmla="*/ 5160569 w 12192000"/>
              <a:gd name="connsiteY114" fmla="*/ 5025681 h 5096785"/>
              <a:gd name="connsiteX115" fmla="*/ 5152748 w 12192000"/>
              <a:gd name="connsiteY115" fmla="*/ 5026569 h 5096785"/>
              <a:gd name="connsiteX116" fmla="*/ 5127678 w 12192000"/>
              <a:gd name="connsiteY116" fmla="*/ 5032947 h 5096785"/>
              <a:gd name="connsiteX117" fmla="*/ 5113147 w 12192000"/>
              <a:gd name="connsiteY117" fmla="*/ 5035818 h 5096785"/>
              <a:gd name="connsiteX118" fmla="*/ 5107301 w 12192000"/>
              <a:gd name="connsiteY118" fmla="*/ 5036672 h 5096785"/>
              <a:gd name="connsiteX119" fmla="*/ 5093215 w 12192000"/>
              <a:gd name="connsiteY119" fmla="*/ 5032880 h 5096785"/>
              <a:gd name="connsiteX120" fmla="*/ 5077058 w 12192000"/>
              <a:gd name="connsiteY120" fmla="*/ 5038681 h 5096785"/>
              <a:gd name="connsiteX121" fmla="*/ 5057349 w 12192000"/>
              <a:gd name="connsiteY121" fmla="*/ 5036015 h 5096785"/>
              <a:gd name="connsiteX122" fmla="*/ 5053945 w 12192000"/>
              <a:gd name="connsiteY122" fmla="*/ 5041952 h 5096785"/>
              <a:gd name="connsiteX123" fmla="*/ 5040021 w 12192000"/>
              <a:gd name="connsiteY123" fmla="*/ 5050052 h 5096785"/>
              <a:gd name="connsiteX124" fmla="*/ 5025913 w 12192000"/>
              <a:gd name="connsiteY124" fmla="*/ 5046535 h 5096785"/>
              <a:gd name="connsiteX125" fmla="*/ 4998218 w 12192000"/>
              <a:gd name="connsiteY125" fmla="*/ 5048065 h 5096785"/>
              <a:gd name="connsiteX126" fmla="*/ 4991008 w 12192000"/>
              <a:gd name="connsiteY126" fmla="*/ 5050439 h 5096785"/>
              <a:gd name="connsiteX127" fmla="*/ 4963503 w 12192000"/>
              <a:gd name="connsiteY127" fmla="*/ 5047575 h 5096785"/>
              <a:gd name="connsiteX128" fmla="*/ 4921053 w 12192000"/>
              <a:gd name="connsiteY128" fmla="*/ 5048925 h 5096785"/>
              <a:gd name="connsiteX129" fmla="*/ 4873420 w 12192000"/>
              <a:gd name="connsiteY129" fmla="*/ 5054929 h 5096785"/>
              <a:gd name="connsiteX130" fmla="*/ 4858825 w 12192000"/>
              <a:gd name="connsiteY130" fmla="*/ 5051329 h 5096785"/>
              <a:gd name="connsiteX131" fmla="*/ 4769340 w 12192000"/>
              <a:gd name="connsiteY131" fmla="*/ 5053090 h 5096785"/>
              <a:gd name="connsiteX132" fmla="*/ 4744152 w 12192000"/>
              <a:gd name="connsiteY132" fmla="*/ 5053391 h 5096785"/>
              <a:gd name="connsiteX133" fmla="*/ 4723556 w 12192000"/>
              <a:gd name="connsiteY133" fmla="*/ 5059633 h 5096785"/>
              <a:gd name="connsiteX134" fmla="*/ 4719699 w 12192000"/>
              <a:gd name="connsiteY134" fmla="*/ 5066298 h 5096785"/>
              <a:gd name="connsiteX135" fmla="*/ 4706016 w 12192000"/>
              <a:gd name="connsiteY135" fmla="*/ 5067422 h 5096785"/>
              <a:gd name="connsiteX136" fmla="*/ 4702593 w 12192000"/>
              <a:gd name="connsiteY136" fmla="*/ 5068973 h 5096785"/>
              <a:gd name="connsiteX137" fmla="*/ 4682766 w 12192000"/>
              <a:gd name="connsiteY137" fmla="*/ 5076609 h 5096785"/>
              <a:gd name="connsiteX138" fmla="*/ 4634960 w 12192000"/>
              <a:gd name="connsiteY138" fmla="*/ 5061852 h 5096785"/>
              <a:gd name="connsiteX139" fmla="*/ 4580645 w 12192000"/>
              <a:gd name="connsiteY139" fmla="*/ 5069246 h 5096785"/>
              <a:gd name="connsiteX140" fmla="*/ 4368005 w 12192000"/>
              <a:gd name="connsiteY140" fmla="*/ 5057426 h 5096785"/>
              <a:gd name="connsiteX141" fmla="*/ 4339489 w 12192000"/>
              <a:gd name="connsiteY141" fmla="*/ 5080858 h 5096785"/>
              <a:gd name="connsiteX142" fmla="*/ 4253895 w 12192000"/>
              <a:gd name="connsiteY142" fmla="*/ 5085008 h 5096785"/>
              <a:gd name="connsiteX143" fmla="*/ 4117780 w 12192000"/>
              <a:gd name="connsiteY143" fmla="*/ 5045175 h 5096785"/>
              <a:gd name="connsiteX144" fmla="*/ 3960074 w 12192000"/>
              <a:gd name="connsiteY144" fmla="*/ 5050708 h 5096785"/>
              <a:gd name="connsiteX145" fmla="*/ 3947260 w 12192000"/>
              <a:gd name="connsiteY145" fmla="*/ 5041167 h 5096785"/>
              <a:gd name="connsiteX146" fmla="*/ 3931969 w 12192000"/>
              <a:gd name="connsiteY146" fmla="*/ 5035902 h 5096785"/>
              <a:gd name="connsiteX147" fmla="*/ 3929836 w 12192000"/>
              <a:gd name="connsiteY147" fmla="*/ 5036901 h 5096785"/>
              <a:gd name="connsiteX148" fmla="*/ 3911296 w 12192000"/>
              <a:gd name="connsiteY148" fmla="*/ 5035663 h 5096785"/>
              <a:gd name="connsiteX149" fmla="*/ 3907746 w 12192000"/>
              <a:gd name="connsiteY149" fmla="*/ 5032107 h 5096785"/>
              <a:gd name="connsiteX150" fmla="*/ 3895182 w 12192000"/>
              <a:gd name="connsiteY150" fmla="*/ 5030229 h 5096785"/>
              <a:gd name="connsiteX151" fmla="*/ 3870866 w 12192000"/>
              <a:gd name="connsiteY151" fmla="*/ 5023753 h 5096785"/>
              <a:gd name="connsiteX152" fmla="*/ 3865913 w 12192000"/>
              <a:gd name="connsiteY152" fmla="*/ 5025143 h 5096785"/>
              <a:gd name="connsiteX153" fmla="*/ 3828606 w 12192000"/>
              <a:gd name="connsiteY153" fmla="*/ 5019426 h 5096785"/>
              <a:gd name="connsiteX154" fmla="*/ 3827901 w 12192000"/>
              <a:gd name="connsiteY154" fmla="*/ 5020583 h 5096785"/>
              <a:gd name="connsiteX155" fmla="*/ 3816543 w 12192000"/>
              <a:gd name="connsiteY155" fmla="*/ 5024366 h 5096785"/>
              <a:gd name="connsiteX156" fmla="*/ 3795278 w 12192000"/>
              <a:gd name="connsiteY156" fmla="*/ 5028779 h 5096785"/>
              <a:gd name="connsiteX157" fmla="*/ 3743858 w 12192000"/>
              <a:gd name="connsiteY157" fmla="*/ 5054237 h 5096785"/>
              <a:gd name="connsiteX158" fmla="*/ 3704945 w 12192000"/>
              <a:gd name="connsiteY158" fmla="*/ 5048413 h 5096785"/>
              <a:gd name="connsiteX159" fmla="*/ 3696992 w 12192000"/>
              <a:gd name="connsiteY159" fmla="*/ 5047914 h 5096785"/>
              <a:gd name="connsiteX160" fmla="*/ 3696780 w 12192000"/>
              <a:gd name="connsiteY160" fmla="*/ 5048181 h 5096785"/>
              <a:gd name="connsiteX161" fmla="*/ 3688290 w 12192000"/>
              <a:gd name="connsiteY161" fmla="*/ 5048204 h 5096785"/>
              <a:gd name="connsiteX162" fmla="*/ 3682486 w 12192000"/>
              <a:gd name="connsiteY162" fmla="*/ 5047000 h 5096785"/>
              <a:gd name="connsiteX163" fmla="*/ 3667056 w 12192000"/>
              <a:gd name="connsiteY163" fmla="*/ 5046030 h 5096785"/>
              <a:gd name="connsiteX164" fmla="*/ 3661403 w 12192000"/>
              <a:gd name="connsiteY164" fmla="*/ 5047537 h 5096785"/>
              <a:gd name="connsiteX165" fmla="*/ 3658673 w 12192000"/>
              <a:gd name="connsiteY165" fmla="*/ 5050790 h 5096785"/>
              <a:gd name="connsiteX166" fmla="*/ 3657333 w 12192000"/>
              <a:gd name="connsiteY166" fmla="*/ 5050325 h 5096785"/>
              <a:gd name="connsiteX167" fmla="*/ 3626778 w 12192000"/>
              <a:gd name="connsiteY167" fmla="*/ 5057882 h 5096785"/>
              <a:gd name="connsiteX168" fmla="*/ 3560067 w 12192000"/>
              <a:gd name="connsiteY168" fmla="*/ 5064266 h 5096785"/>
              <a:gd name="connsiteX169" fmla="*/ 3522641 w 12192000"/>
              <a:gd name="connsiteY169" fmla="*/ 5063654 h 5096785"/>
              <a:gd name="connsiteX170" fmla="*/ 3419275 w 12192000"/>
              <a:gd name="connsiteY170" fmla="*/ 5066646 h 5096785"/>
              <a:gd name="connsiteX171" fmla="*/ 3314869 w 12192000"/>
              <a:gd name="connsiteY171" fmla="*/ 5073197 h 5096785"/>
              <a:gd name="connsiteX172" fmla="*/ 3259088 w 12192000"/>
              <a:gd name="connsiteY172" fmla="*/ 5096363 h 5096785"/>
              <a:gd name="connsiteX173" fmla="*/ 3253104 w 12192000"/>
              <a:gd name="connsiteY173" fmla="*/ 5096785 h 5096785"/>
              <a:gd name="connsiteX174" fmla="*/ 3238751 w 12192000"/>
              <a:gd name="connsiteY174" fmla="*/ 5092996 h 5096785"/>
              <a:gd name="connsiteX175" fmla="*/ 3233681 w 12192000"/>
              <a:gd name="connsiteY175" fmla="*/ 5090758 h 5096785"/>
              <a:gd name="connsiteX176" fmla="*/ 3225562 w 12192000"/>
              <a:gd name="connsiteY176" fmla="*/ 5089215 h 5096785"/>
              <a:gd name="connsiteX177" fmla="*/ 3225260 w 12192000"/>
              <a:gd name="connsiteY177" fmla="*/ 5089437 h 5096785"/>
              <a:gd name="connsiteX178" fmla="*/ 3217859 w 12192000"/>
              <a:gd name="connsiteY178" fmla="*/ 5087484 h 5096785"/>
              <a:gd name="connsiteX179" fmla="*/ 3182980 w 12192000"/>
              <a:gd name="connsiteY179" fmla="*/ 5074650 h 5096785"/>
              <a:gd name="connsiteX180" fmla="*/ 3123938 w 12192000"/>
              <a:gd name="connsiteY180" fmla="*/ 5089912 h 5096785"/>
              <a:gd name="connsiteX181" fmla="*/ 3101912 w 12192000"/>
              <a:gd name="connsiteY181" fmla="*/ 5090281 h 5096785"/>
              <a:gd name="connsiteX182" fmla="*/ 3089591 w 12192000"/>
              <a:gd name="connsiteY182" fmla="*/ 5091865 h 5096785"/>
              <a:gd name="connsiteX183" fmla="*/ 3088465 w 12192000"/>
              <a:gd name="connsiteY183" fmla="*/ 5092858 h 5096785"/>
              <a:gd name="connsiteX184" fmla="*/ 3055081 w 12192000"/>
              <a:gd name="connsiteY184" fmla="*/ 5080424 h 5096785"/>
              <a:gd name="connsiteX185" fmla="*/ 3049807 w 12192000"/>
              <a:gd name="connsiteY185" fmla="*/ 5080860 h 5096785"/>
              <a:gd name="connsiteX186" fmla="*/ 3029122 w 12192000"/>
              <a:gd name="connsiteY186" fmla="*/ 5070085 h 5096785"/>
              <a:gd name="connsiteX187" fmla="*/ 3017862 w 12192000"/>
              <a:gd name="connsiteY187" fmla="*/ 5065942 h 5096785"/>
              <a:gd name="connsiteX188" fmla="*/ 3015868 w 12192000"/>
              <a:gd name="connsiteY188" fmla="*/ 5061832 h 5096785"/>
              <a:gd name="connsiteX189" fmla="*/ 2998644 w 12192000"/>
              <a:gd name="connsiteY189" fmla="*/ 5057210 h 5096785"/>
              <a:gd name="connsiteX190" fmla="*/ 2996219 w 12192000"/>
              <a:gd name="connsiteY190" fmla="*/ 5057788 h 5096785"/>
              <a:gd name="connsiteX191" fmla="*/ 2983676 w 12192000"/>
              <a:gd name="connsiteY191" fmla="*/ 5049852 h 5096785"/>
              <a:gd name="connsiteX192" fmla="*/ 2903609 w 12192000"/>
              <a:gd name="connsiteY192" fmla="*/ 4998457 h 5096785"/>
              <a:gd name="connsiteX193" fmla="*/ 2758830 w 12192000"/>
              <a:gd name="connsiteY193" fmla="*/ 4974760 h 5096785"/>
              <a:gd name="connsiteX194" fmla="*/ 2532669 w 12192000"/>
              <a:gd name="connsiteY194" fmla="*/ 4940573 h 5096785"/>
              <a:gd name="connsiteX195" fmla="*/ 2389931 w 12192000"/>
              <a:gd name="connsiteY195" fmla="*/ 4905785 h 5096785"/>
              <a:gd name="connsiteX196" fmla="*/ 2335186 w 12192000"/>
              <a:gd name="connsiteY196" fmla="*/ 4902957 h 5096785"/>
              <a:gd name="connsiteX197" fmla="*/ 2295307 w 12192000"/>
              <a:gd name="connsiteY197" fmla="*/ 4879800 h 5096785"/>
              <a:gd name="connsiteX198" fmla="*/ 2273393 w 12192000"/>
              <a:gd name="connsiteY198" fmla="*/ 4883565 h 5096785"/>
              <a:gd name="connsiteX199" fmla="*/ 2269523 w 12192000"/>
              <a:gd name="connsiteY199" fmla="*/ 4884442 h 5096785"/>
              <a:gd name="connsiteX200" fmla="*/ 2256015 w 12192000"/>
              <a:gd name="connsiteY200" fmla="*/ 4883014 h 5096785"/>
              <a:gd name="connsiteX201" fmla="*/ 2249731 w 12192000"/>
              <a:gd name="connsiteY201" fmla="*/ 4888778 h 5096785"/>
              <a:gd name="connsiteX202" fmla="*/ 2227629 w 12192000"/>
              <a:gd name="connsiteY202" fmla="*/ 4891047 h 5096785"/>
              <a:gd name="connsiteX203" fmla="*/ 2203460 w 12192000"/>
              <a:gd name="connsiteY203" fmla="*/ 4886696 h 5096785"/>
              <a:gd name="connsiteX204" fmla="*/ 2091528 w 12192000"/>
              <a:gd name="connsiteY204" fmla="*/ 4859155 h 5096785"/>
              <a:gd name="connsiteX205" fmla="*/ 2022901 w 12192000"/>
              <a:gd name="connsiteY205" fmla="*/ 4846594 h 5096785"/>
              <a:gd name="connsiteX206" fmla="*/ 1994227 w 12192000"/>
              <a:gd name="connsiteY206" fmla="*/ 4847973 h 5096785"/>
              <a:gd name="connsiteX207" fmla="*/ 1955936 w 12192000"/>
              <a:gd name="connsiteY207" fmla="*/ 4845765 h 5096785"/>
              <a:gd name="connsiteX208" fmla="*/ 1741924 w 12192000"/>
              <a:gd name="connsiteY208" fmla="*/ 4808054 h 5096785"/>
              <a:gd name="connsiteX209" fmla="*/ 1734410 w 12192000"/>
              <a:gd name="connsiteY209" fmla="*/ 4811675 h 5096785"/>
              <a:gd name="connsiteX210" fmla="*/ 1691423 w 12192000"/>
              <a:gd name="connsiteY210" fmla="*/ 4802777 h 5096785"/>
              <a:gd name="connsiteX211" fmla="*/ 1554504 w 12192000"/>
              <a:gd name="connsiteY211" fmla="*/ 4739985 h 5096785"/>
              <a:gd name="connsiteX212" fmla="*/ 1470119 w 12192000"/>
              <a:gd name="connsiteY212" fmla="*/ 4723470 h 5096785"/>
              <a:gd name="connsiteX213" fmla="*/ 1437967 w 12192000"/>
              <a:gd name="connsiteY213" fmla="*/ 4722710 h 5096785"/>
              <a:gd name="connsiteX214" fmla="*/ 1384234 w 12192000"/>
              <a:gd name="connsiteY214" fmla="*/ 4721117 h 5096785"/>
              <a:gd name="connsiteX215" fmla="*/ 1338647 w 12192000"/>
              <a:gd name="connsiteY215" fmla="*/ 4732483 h 5096785"/>
              <a:gd name="connsiteX216" fmla="*/ 1295869 w 12192000"/>
              <a:gd name="connsiteY216" fmla="*/ 4726175 h 5096785"/>
              <a:gd name="connsiteX217" fmla="*/ 1292949 w 12192000"/>
              <a:gd name="connsiteY217" fmla="*/ 4708469 h 5096785"/>
              <a:gd name="connsiteX218" fmla="*/ 1244908 w 12192000"/>
              <a:gd name="connsiteY218" fmla="*/ 4706993 h 5096785"/>
              <a:gd name="connsiteX219" fmla="*/ 1171266 w 12192000"/>
              <a:gd name="connsiteY219" fmla="*/ 4706535 h 5096785"/>
              <a:gd name="connsiteX220" fmla="*/ 1160868 w 12192000"/>
              <a:gd name="connsiteY220" fmla="*/ 4701936 h 5096785"/>
              <a:gd name="connsiteX221" fmla="*/ 1147599 w 12192000"/>
              <a:gd name="connsiteY221" fmla="*/ 4714833 h 5096785"/>
              <a:gd name="connsiteX222" fmla="*/ 1119603 w 12192000"/>
              <a:gd name="connsiteY222" fmla="*/ 4721303 h 5096785"/>
              <a:gd name="connsiteX223" fmla="*/ 997851 w 12192000"/>
              <a:gd name="connsiteY223" fmla="*/ 4722336 h 5096785"/>
              <a:gd name="connsiteX224" fmla="*/ 976455 w 12192000"/>
              <a:gd name="connsiteY224" fmla="*/ 4726407 h 5096785"/>
              <a:gd name="connsiteX225" fmla="*/ 949939 w 12192000"/>
              <a:gd name="connsiteY225" fmla="*/ 4719699 h 5096785"/>
              <a:gd name="connsiteX226" fmla="*/ 894148 w 12192000"/>
              <a:gd name="connsiteY226" fmla="*/ 4710406 h 5096785"/>
              <a:gd name="connsiteX227" fmla="*/ 857990 w 12192000"/>
              <a:gd name="connsiteY227" fmla="*/ 4696844 h 5096785"/>
              <a:gd name="connsiteX228" fmla="*/ 848649 w 12192000"/>
              <a:gd name="connsiteY228" fmla="*/ 4704021 h 5096785"/>
              <a:gd name="connsiteX229" fmla="*/ 826436 w 12192000"/>
              <a:gd name="connsiteY229" fmla="*/ 4707421 h 5096785"/>
              <a:gd name="connsiteX230" fmla="*/ 733052 w 12192000"/>
              <a:gd name="connsiteY230" fmla="*/ 4701884 h 5096785"/>
              <a:gd name="connsiteX231" fmla="*/ 716185 w 12192000"/>
              <a:gd name="connsiteY231" fmla="*/ 4703827 h 5096785"/>
              <a:gd name="connsiteX232" fmla="*/ 696663 w 12192000"/>
              <a:gd name="connsiteY232" fmla="*/ 4697420 h 5096785"/>
              <a:gd name="connsiteX233" fmla="*/ 582722 w 12192000"/>
              <a:gd name="connsiteY233" fmla="*/ 4658637 h 5096785"/>
              <a:gd name="connsiteX234" fmla="*/ 581118 w 12192000"/>
              <a:gd name="connsiteY234" fmla="*/ 4654120 h 5096785"/>
              <a:gd name="connsiteX235" fmla="*/ 546453 w 12192000"/>
              <a:gd name="connsiteY235" fmla="*/ 4652542 h 5096785"/>
              <a:gd name="connsiteX236" fmla="*/ 536773 w 12192000"/>
              <a:gd name="connsiteY236" fmla="*/ 4644609 h 5096785"/>
              <a:gd name="connsiteX237" fmla="*/ 518899 w 12192000"/>
              <a:gd name="connsiteY237" fmla="*/ 4642839 h 5096785"/>
              <a:gd name="connsiteX238" fmla="*/ 388896 w 12192000"/>
              <a:gd name="connsiteY238" fmla="*/ 4619173 h 5096785"/>
              <a:gd name="connsiteX239" fmla="*/ 366479 w 12192000"/>
              <a:gd name="connsiteY239" fmla="*/ 4618896 h 5096785"/>
              <a:gd name="connsiteX240" fmla="*/ 342781 w 12192000"/>
              <a:gd name="connsiteY240" fmla="*/ 4601239 h 5096785"/>
              <a:gd name="connsiteX241" fmla="*/ 255925 w 12192000"/>
              <a:gd name="connsiteY241" fmla="*/ 4598685 h 5096785"/>
              <a:gd name="connsiteX242" fmla="*/ 226919 w 12192000"/>
              <a:gd name="connsiteY242" fmla="*/ 4598460 h 5096785"/>
              <a:gd name="connsiteX243" fmla="*/ 213925 w 12192000"/>
              <a:gd name="connsiteY243" fmla="*/ 4597783 h 5096785"/>
              <a:gd name="connsiteX244" fmla="*/ 215196 w 12192000"/>
              <a:gd name="connsiteY244" fmla="*/ 4588576 h 5096785"/>
              <a:gd name="connsiteX245" fmla="*/ 180214 w 12192000"/>
              <a:gd name="connsiteY245" fmla="*/ 4583701 h 5096785"/>
              <a:gd name="connsiteX246" fmla="*/ 83203 w 12192000"/>
              <a:gd name="connsiteY246" fmla="*/ 4531664 h 5096785"/>
              <a:gd name="connsiteX247" fmla="*/ 4106 w 12192000"/>
              <a:gd name="connsiteY247" fmla="*/ 4517202 h 5096785"/>
              <a:gd name="connsiteX248" fmla="*/ 0 w 12192000"/>
              <a:gd name="connsiteY248" fmla="*/ 4516084 h 5096785"/>
              <a:gd name="connsiteX249" fmla="*/ 0 w 12192000"/>
              <a:gd name="connsiteY24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574528 w 12192000"/>
              <a:gd name="connsiteY77" fmla="*/ 4641155 h 5096785"/>
              <a:gd name="connsiteX78" fmla="*/ 6573036 w 12192000"/>
              <a:gd name="connsiteY78" fmla="*/ 4641049 h 5096785"/>
              <a:gd name="connsiteX79" fmla="*/ 6571920 w 12192000"/>
              <a:gd name="connsiteY79" fmla="*/ 4644739 h 5096785"/>
              <a:gd name="connsiteX80" fmla="*/ 6552021 w 12192000"/>
              <a:gd name="connsiteY80" fmla="*/ 4650379 h 5096785"/>
              <a:gd name="connsiteX81" fmla="*/ 6545925 w 12192000"/>
              <a:gd name="connsiteY81" fmla="*/ 4650675 h 5096785"/>
              <a:gd name="connsiteX82" fmla="*/ 6537822 w 12192000"/>
              <a:gd name="connsiteY82" fmla="*/ 4652769 h 5096785"/>
              <a:gd name="connsiteX83" fmla="*/ 6537743 w 12192000"/>
              <a:gd name="connsiteY83" fmla="*/ 4653068 h 5096785"/>
              <a:gd name="connsiteX84" fmla="*/ 6490057 w 12192000"/>
              <a:gd name="connsiteY84" fmla="*/ 4658624 h 5096785"/>
              <a:gd name="connsiteX85" fmla="*/ 6386800 w 12192000"/>
              <a:gd name="connsiteY85" fmla="*/ 4715431 h 5096785"/>
              <a:gd name="connsiteX86" fmla="*/ 6382703 w 12192000"/>
              <a:gd name="connsiteY86" fmla="*/ 4717930 h 5096785"/>
              <a:gd name="connsiteX87" fmla="*/ 6356495 w 12192000"/>
              <a:gd name="connsiteY87" fmla="*/ 4717843 h 5096785"/>
              <a:gd name="connsiteX88" fmla="*/ 6343628 w 12192000"/>
              <a:gd name="connsiteY88" fmla="*/ 4719161 h 5096785"/>
              <a:gd name="connsiteX89" fmla="*/ 6338605 w 12192000"/>
              <a:gd name="connsiteY89" fmla="*/ 4716723 h 5096785"/>
              <a:gd name="connsiteX90" fmla="*/ 6320318 w 12192000"/>
              <a:gd name="connsiteY90" fmla="*/ 4720095 h 5096785"/>
              <a:gd name="connsiteX91" fmla="*/ 6318742 w 12192000"/>
              <a:gd name="connsiteY91" fmla="*/ 4721541 h 5096785"/>
              <a:gd name="connsiteX92" fmla="*/ 6301708 w 12192000"/>
              <a:gd name="connsiteY92" fmla="*/ 4720380 h 5096785"/>
              <a:gd name="connsiteX93" fmla="*/ 6285082 w 12192000"/>
              <a:gd name="connsiteY93" fmla="*/ 4714639 h 5096785"/>
              <a:gd name="connsiteX94" fmla="*/ 6136936 w 12192000"/>
              <a:gd name="connsiteY94" fmla="*/ 4758246 h 5096785"/>
              <a:gd name="connsiteX95" fmla="*/ 5988578 w 12192000"/>
              <a:gd name="connsiteY95" fmla="*/ 4754427 h 5096785"/>
              <a:gd name="connsiteX96" fmla="*/ 5908701 w 12192000"/>
              <a:gd name="connsiteY96" fmla="*/ 4779160 h 5096785"/>
              <a:gd name="connsiteX97" fmla="*/ 5892219 w 12192000"/>
              <a:gd name="connsiteY97" fmla="*/ 4807892 h 5096785"/>
              <a:gd name="connsiteX98" fmla="*/ 5683612 w 12192000"/>
              <a:gd name="connsiteY98" fmla="*/ 4848770 h 5096785"/>
              <a:gd name="connsiteX99" fmla="*/ 5635111 w 12192000"/>
              <a:gd name="connsiteY99" fmla="*/ 4868888 h 5096785"/>
              <a:gd name="connsiteX100" fmla="*/ 5582652 w 12192000"/>
              <a:gd name="connsiteY100" fmla="*/ 4866836 h 5096785"/>
              <a:gd name="connsiteX101" fmla="*/ 5567213 w 12192000"/>
              <a:gd name="connsiteY101" fmla="*/ 4878769 h 5096785"/>
              <a:gd name="connsiteX102" fmla="*/ 5564659 w 12192000"/>
              <a:gd name="connsiteY102" fmla="*/ 4881042 h 5096785"/>
              <a:gd name="connsiteX103" fmla="*/ 5552102 w 12192000"/>
              <a:gd name="connsiteY103" fmla="*/ 4885426 h 5096785"/>
              <a:gd name="connsiteX104" fmla="*/ 5551475 w 12192000"/>
              <a:gd name="connsiteY104" fmla="*/ 4892560 h 5096785"/>
              <a:gd name="connsiteX105" fmla="*/ 5534664 w 12192000"/>
              <a:gd name="connsiteY105" fmla="*/ 4903385 h 5096785"/>
              <a:gd name="connsiteX106" fmla="*/ 5510737 w 12192000"/>
              <a:gd name="connsiteY106" fmla="*/ 4909807 h 5096785"/>
              <a:gd name="connsiteX107" fmla="*/ 5393901 w 12192000"/>
              <a:gd name="connsiteY107" fmla="*/ 4933709 h 5096785"/>
              <a:gd name="connsiteX108" fmla="*/ 5325782 w 12192000"/>
              <a:gd name="connsiteY108" fmla="*/ 4951789 h 5096785"/>
              <a:gd name="connsiteX109" fmla="*/ 5302703 w 12192000"/>
              <a:gd name="connsiteY109" fmla="*/ 4964590 h 5096785"/>
              <a:gd name="connsiteX110" fmla="*/ 5268591 w 12192000"/>
              <a:gd name="connsiteY110" fmla="*/ 4978479 h 5096785"/>
              <a:gd name="connsiteX111" fmla="*/ 5210559 w 12192000"/>
              <a:gd name="connsiteY111" fmla="*/ 5007585 h 5096785"/>
              <a:gd name="connsiteX112" fmla="*/ 5177597 w 12192000"/>
              <a:gd name="connsiteY112" fmla="*/ 5015926 h 5096785"/>
              <a:gd name="connsiteX113" fmla="*/ 5160569 w 12192000"/>
              <a:gd name="connsiteY113" fmla="*/ 5025681 h 5096785"/>
              <a:gd name="connsiteX114" fmla="*/ 5152748 w 12192000"/>
              <a:gd name="connsiteY114" fmla="*/ 5026569 h 5096785"/>
              <a:gd name="connsiteX115" fmla="*/ 5127678 w 12192000"/>
              <a:gd name="connsiteY115" fmla="*/ 5032947 h 5096785"/>
              <a:gd name="connsiteX116" fmla="*/ 5113147 w 12192000"/>
              <a:gd name="connsiteY116" fmla="*/ 5035818 h 5096785"/>
              <a:gd name="connsiteX117" fmla="*/ 5107301 w 12192000"/>
              <a:gd name="connsiteY117" fmla="*/ 5036672 h 5096785"/>
              <a:gd name="connsiteX118" fmla="*/ 5093215 w 12192000"/>
              <a:gd name="connsiteY118" fmla="*/ 5032880 h 5096785"/>
              <a:gd name="connsiteX119" fmla="*/ 5077058 w 12192000"/>
              <a:gd name="connsiteY119" fmla="*/ 5038681 h 5096785"/>
              <a:gd name="connsiteX120" fmla="*/ 5057349 w 12192000"/>
              <a:gd name="connsiteY120" fmla="*/ 5036015 h 5096785"/>
              <a:gd name="connsiteX121" fmla="*/ 5053945 w 12192000"/>
              <a:gd name="connsiteY121" fmla="*/ 5041952 h 5096785"/>
              <a:gd name="connsiteX122" fmla="*/ 5040021 w 12192000"/>
              <a:gd name="connsiteY122" fmla="*/ 5050052 h 5096785"/>
              <a:gd name="connsiteX123" fmla="*/ 5025913 w 12192000"/>
              <a:gd name="connsiteY123" fmla="*/ 5046535 h 5096785"/>
              <a:gd name="connsiteX124" fmla="*/ 4998218 w 12192000"/>
              <a:gd name="connsiteY124" fmla="*/ 5048065 h 5096785"/>
              <a:gd name="connsiteX125" fmla="*/ 4991008 w 12192000"/>
              <a:gd name="connsiteY125" fmla="*/ 5050439 h 5096785"/>
              <a:gd name="connsiteX126" fmla="*/ 4963503 w 12192000"/>
              <a:gd name="connsiteY126" fmla="*/ 5047575 h 5096785"/>
              <a:gd name="connsiteX127" fmla="*/ 4921053 w 12192000"/>
              <a:gd name="connsiteY127" fmla="*/ 5048925 h 5096785"/>
              <a:gd name="connsiteX128" fmla="*/ 4873420 w 12192000"/>
              <a:gd name="connsiteY128" fmla="*/ 5054929 h 5096785"/>
              <a:gd name="connsiteX129" fmla="*/ 4858825 w 12192000"/>
              <a:gd name="connsiteY129" fmla="*/ 5051329 h 5096785"/>
              <a:gd name="connsiteX130" fmla="*/ 4769340 w 12192000"/>
              <a:gd name="connsiteY130" fmla="*/ 5053090 h 5096785"/>
              <a:gd name="connsiteX131" fmla="*/ 4744152 w 12192000"/>
              <a:gd name="connsiteY131" fmla="*/ 5053391 h 5096785"/>
              <a:gd name="connsiteX132" fmla="*/ 4723556 w 12192000"/>
              <a:gd name="connsiteY132" fmla="*/ 5059633 h 5096785"/>
              <a:gd name="connsiteX133" fmla="*/ 4719699 w 12192000"/>
              <a:gd name="connsiteY133" fmla="*/ 5066298 h 5096785"/>
              <a:gd name="connsiteX134" fmla="*/ 4706016 w 12192000"/>
              <a:gd name="connsiteY134" fmla="*/ 5067422 h 5096785"/>
              <a:gd name="connsiteX135" fmla="*/ 4702593 w 12192000"/>
              <a:gd name="connsiteY135" fmla="*/ 5068973 h 5096785"/>
              <a:gd name="connsiteX136" fmla="*/ 4682766 w 12192000"/>
              <a:gd name="connsiteY136" fmla="*/ 5076609 h 5096785"/>
              <a:gd name="connsiteX137" fmla="*/ 4634960 w 12192000"/>
              <a:gd name="connsiteY137" fmla="*/ 5061852 h 5096785"/>
              <a:gd name="connsiteX138" fmla="*/ 4580645 w 12192000"/>
              <a:gd name="connsiteY138" fmla="*/ 5069246 h 5096785"/>
              <a:gd name="connsiteX139" fmla="*/ 4368005 w 12192000"/>
              <a:gd name="connsiteY139" fmla="*/ 5057426 h 5096785"/>
              <a:gd name="connsiteX140" fmla="*/ 4339489 w 12192000"/>
              <a:gd name="connsiteY140" fmla="*/ 5080858 h 5096785"/>
              <a:gd name="connsiteX141" fmla="*/ 4253895 w 12192000"/>
              <a:gd name="connsiteY141" fmla="*/ 5085008 h 5096785"/>
              <a:gd name="connsiteX142" fmla="*/ 4117780 w 12192000"/>
              <a:gd name="connsiteY142" fmla="*/ 5045175 h 5096785"/>
              <a:gd name="connsiteX143" fmla="*/ 3960074 w 12192000"/>
              <a:gd name="connsiteY143" fmla="*/ 5050708 h 5096785"/>
              <a:gd name="connsiteX144" fmla="*/ 3947260 w 12192000"/>
              <a:gd name="connsiteY144" fmla="*/ 5041167 h 5096785"/>
              <a:gd name="connsiteX145" fmla="*/ 3931969 w 12192000"/>
              <a:gd name="connsiteY145" fmla="*/ 5035902 h 5096785"/>
              <a:gd name="connsiteX146" fmla="*/ 3929836 w 12192000"/>
              <a:gd name="connsiteY146" fmla="*/ 5036901 h 5096785"/>
              <a:gd name="connsiteX147" fmla="*/ 3911296 w 12192000"/>
              <a:gd name="connsiteY147" fmla="*/ 5035663 h 5096785"/>
              <a:gd name="connsiteX148" fmla="*/ 3907746 w 12192000"/>
              <a:gd name="connsiteY148" fmla="*/ 5032107 h 5096785"/>
              <a:gd name="connsiteX149" fmla="*/ 3895182 w 12192000"/>
              <a:gd name="connsiteY149" fmla="*/ 5030229 h 5096785"/>
              <a:gd name="connsiteX150" fmla="*/ 3870866 w 12192000"/>
              <a:gd name="connsiteY150" fmla="*/ 5023753 h 5096785"/>
              <a:gd name="connsiteX151" fmla="*/ 3865913 w 12192000"/>
              <a:gd name="connsiteY151" fmla="*/ 5025143 h 5096785"/>
              <a:gd name="connsiteX152" fmla="*/ 3828606 w 12192000"/>
              <a:gd name="connsiteY152" fmla="*/ 5019426 h 5096785"/>
              <a:gd name="connsiteX153" fmla="*/ 3827901 w 12192000"/>
              <a:gd name="connsiteY153" fmla="*/ 5020583 h 5096785"/>
              <a:gd name="connsiteX154" fmla="*/ 3816543 w 12192000"/>
              <a:gd name="connsiteY154" fmla="*/ 5024366 h 5096785"/>
              <a:gd name="connsiteX155" fmla="*/ 3795278 w 12192000"/>
              <a:gd name="connsiteY155" fmla="*/ 5028779 h 5096785"/>
              <a:gd name="connsiteX156" fmla="*/ 3743858 w 12192000"/>
              <a:gd name="connsiteY156" fmla="*/ 5054237 h 5096785"/>
              <a:gd name="connsiteX157" fmla="*/ 3704945 w 12192000"/>
              <a:gd name="connsiteY157" fmla="*/ 5048413 h 5096785"/>
              <a:gd name="connsiteX158" fmla="*/ 3696992 w 12192000"/>
              <a:gd name="connsiteY158" fmla="*/ 5047914 h 5096785"/>
              <a:gd name="connsiteX159" fmla="*/ 3696780 w 12192000"/>
              <a:gd name="connsiteY159" fmla="*/ 5048181 h 5096785"/>
              <a:gd name="connsiteX160" fmla="*/ 3688290 w 12192000"/>
              <a:gd name="connsiteY160" fmla="*/ 5048204 h 5096785"/>
              <a:gd name="connsiteX161" fmla="*/ 3682486 w 12192000"/>
              <a:gd name="connsiteY161" fmla="*/ 5047000 h 5096785"/>
              <a:gd name="connsiteX162" fmla="*/ 3667056 w 12192000"/>
              <a:gd name="connsiteY162" fmla="*/ 5046030 h 5096785"/>
              <a:gd name="connsiteX163" fmla="*/ 3661403 w 12192000"/>
              <a:gd name="connsiteY163" fmla="*/ 5047537 h 5096785"/>
              <a:gd name="connsiteX164" fmla="*/ 3658673 w 12192000"/>
              <a:gd name="connsiteY164" fmla="*/ 5050790 h 5096785"/>
              <a:gd name="connsiteX165" fmla="*/ 3657333 w 12192000"/>
              <a:gd name="connsiteY165" fmla="*/ 5050325 h 5096785"/>
              <a:gd name="connsiteX166" fmla="*/ 3626778 w 12192000"/>
              <a:gd name="connsiteY166" fmla="*/ 5057882 h 5096785"/>
              <a:gd name="connsiteX167" fmla="*/ 3560067 w 12192000"/>
              <a:gd name="connsiteY167" fmla="*/ 5064266 h 5096785"/>
              <a:gd name="connsiteX168" fmla="*/ 3522641 w 12192000"/>
              <a:gd name="connsiteY168" fmla="*/ 5063654 h 5096785"/>
              <a:gd name="connsiteX169" fmla="*/ 3419275 w 12192000"/>
              <a:gd name="connsiteY169" fmla="*/ 5066646 h 5096785"/>
              <a:gd name="connsiteX170" fmla="*/ 3314869 w 12192000"/>
              <a:gd name="connsiteY170" fmla="*/ 5073197 h 5096785"/>
              <a:gd name="connsiteX171" fmla="*/ 3259088 w 12192000"/>
              <a:gd name="connsiteY171" fmla="*/ 5096363 h 5096785"/>
              <a:gd name="connsiteX172" fmla="*/ 3253104 w 12192000"/>
              <a:gd name="connsiteY172" fmla="*/ 5096785 h 5096785"/>
              <a:gd name="connsiteX173" fmla="*/ 3238751 w 12192000"/>
              <a:gd name="connsiteY173" fmla="*/ 5092996 h 5096785"/>
              <a:gd name="connsiteX174" fmla="*/ 3233681 w 12192000"/>
              <a:gd name="connsiteY174" fmla="*/ 5090758 h 5096785"/>
              <a:gd name="connsiteX175" fmla="*/ 3225562 w 12192000"/>
              <a:gd name="connsiteY175" fmla="*/ 5089215 h 5096785"/>
              <a:gd name="connsiteX176" fmla="*/ 3225260 w 12192000"/>
              <a:gd name="connsiteY176" fmla="*/ 5089437 h 5096785"/>
              <a:gd name="connsiteX177" fmla="*/ 3217859 w 12192000"/>
              <a:gd name="connsiteY177" fmla="*/ 5087484 h 5096785"/>
              <a:gd name="connsiteX178" fmla="*/ 3182980 w 12192000"/>
              <a:gd name="connsiteY178" fmla="*/ 5074650 h 5096785"/>
              <a:gd name="connsiteX179" fmla="*/ 3123938 w 12192000"/>
              <a:gd name="connsiteY179" fmla="*/ 5089912 h 5096785"/>
              <a:gd name="connsiteX180" fmla="*/ 3101912 w 12192000"/>
              <a:gd name="connsiteY180" fmla="*/ 5090281 h 5096785"/>
              <a:gd name="connsiteX181" fmla="*/ 3089591 w 12192000"/>
              <a:gd name="connsiteY181" fmla="*/ 5091865 h 5096785"/>
              <a:gd name="connsiteX182" fmla="*/ 3088465 w 12192000"/>
              <a:gd name="connsiteY182" fmla="*/ 5092858 h 5096785"/>
              <a:gd name="connsiteX183" fmla="*/ 3055081 w 12192000"/>
              <a:gd name="connsiteY183" fmla="*/ 5080424 h 5096785"/>
              <a:gd name="connsiteX184" fmla="*/ 3049807 w 12192000"/>
              <a:gd name="connsiteY184" fmla="*/ 5080860 h 5096785"/>
              <a:gd name="connsiteX185" fmla="*/ 3029122 w 12192000"/>
              <a:gd name="connsiteY185" fmla="*/ 5070085 h 5096785"/>
              <a:gd name="connsiteX186" fmla="*/ 3017862 w 12192000"/>
              <a:gd name="connsiteY186" fmla="*/ 5065942 h 5096785"/>
              <a:gd name="connsiteX187" fmla="*/ 3015868 w 12192000"/>
              <a:gd name="connsiteY187" fmla="*/ 5061832 h 5096785"/>
              <a:gd name="connsiteX188" fmla="*/ 2998644 w 12192000"/>
              <a:gd name="connsiteY188" fmla="*/ 5057210 h 5096785"/>
              <a:gd name="connsiteX189" fmla="*/ 2996219 w 12192000"/>
              <a:gd name="connsiteY189" fmla="*/ 5057788 h 5096785"/>
              <a:gd name="connsiteX190" fmla="*/ 2983676 w 12192000"/>
              <a:gd name="connsiteY190" fmla="*/ 5049852 h 5096785"/>
              <a:gd name="connsiteX191" fmla="*/ 2903609 w 12192000"/>
              <a:gd name="connsiteY191" fmla="*/ 4998457 h 5096785"/>
              <a:gd name="connsiteX192" fmla="*/ 2758830 w 12192000"/>
              <a:gd name="connsiteY192" fmla="*/ 4974760 h 5096785"/>
              <a:gd name="connsiteX193" fmla="*/ 2532669 w 12192000"/>
              <a:gd name="connsiteY193" fmla="*/ 4940573 h 5096785"/>
              <a:gd name="connsiteX194" fmla="*/ 2389931 w 12192000"/>
              <a:gd name="connsiteY194" fmla="*/ 4905785 h 5096785"/>
              <a:gd name="connsiteX195" fmla="*/ 2335186 w 12192000"/>
              <a:gd name="connsiteY195" fmla="*/ 4902957 h 5096785"/>
              <a:gd name="connsiteX196" fmla="*/ 2295307 w 12192000"/>
              <a:gd name="connsiteY196" fmla="*/ 4879800 h 5096785"/>
              <a:gd name="connsiteX197" fmla="*/ 2273393 w 12192000"/>
              <a:gd name="connsiteY197" fmla="*/ 4883565 h 5096785"/>
              <a:gd name="connsiteX198" fmla="*/ 2269523 w 12192000"/>
              <a:gd name="connsiteY198" fmla="*/ 4884442 h 5096785"/>
              <a:gd name="connsiteX199" fmla="*/ 2256015 w 12192000"/>
              <a:gd name="connsiteY199" fmla="*/ 4883014 h 5096785"/>
              <a:gd name="connsiteX200" fmla="*/ 2249731 w 12192000"/>
              <a:gd name="connsiteY200" fmla="*/ 4888778 h 5096785"/>
              <a:gd name="connsiteX201" fmla="*/ 2227629 w 12192000"/>
              <a:gd name="connsiteY201" fmla="*/ 4891047 h 5096785"/>
              <a:gd name="connsiteX202" fmla="*/ 2203460 w 12192000"/>
              <a:gd name="connsiteY202" fmla="*/ 4886696 h 5096785"/>
              <a:gd name="connsiteX203" fmla="*/ 2091528 w 12192000"/>
              <a:gd name="connsiteY203" fmla="*/ 4859155 h 5096785"/>
              <a:gd name="connsiteX204" fmla="*/ 2022901 w 12192000"/>
              <a:gd name="connsiteY204" fmla="*/ 4846594 h 5096785"/>
              <a:gd name="connsiteX205" fmla="*/ 1994227 w 12192000"/>
              <a:gd name="connsiteY205" fmla="*/ 4847973 h 5096785"/>
              <a:gd name="connsiteX206" fmla="*/ 1955936 w 12192000"/>
              <a:gd name="connsiteY206" fmla="*/ 4845765 h 5096785"/>
              <a:gd name="connsiteX207" fmla="*/ 1741924 w 12192000"/>
              <a:gd name="connsiteY207" fmla="*/ 4808054 h 5096785"/>
              <a:gd name="connsiteX208" fmla="*/ 1734410 w 12192000"/>
              <a:gd name="connsiteY208" fmla="*/ 4811675 h 5096785"/>
              <a:gd name="connsiteX209" fmla="*/ 1691423 w 12192000"/>
              <a:gd name="connsiteY209" fmla="*/ 4802777 h 5096785"/>
              <a:gd name="connsiteX210" fmla="*/ 1554504 w 12192000"/>
              <a:gd name="connsiteY210" fmla="*/ 4739985 h 5096785"/>
              <a:gd name="connsiteX211" fmla="*/ 1470119 w 12192000"/>
              <a:gd name="connsiteY211" fmla="*/ 4723470 h 5096785"/>
              <a:gd name="connsiteX212" fmla="*/ 1437967 w 12192000"/>
              <a:gd name="connsiteY212" fmla="*/ 4722710 h 5096785"/>
              <a:gd name="connsiteX213" fmla="*/ 1384234 w 12192000"/>
              <a:gd name="connsiteY213" fmla="*/ 4721117 h 5096785"/>
              <a:gd name="connsiteX214" fmla="*/ 1338647 w 12192000"/>
              <a:gd name="connsiteY214" fmla="*/ 4732483 h 5096785"/>
              <a:gd name="connsiteX215" fmla="*/ 1295869 w 12192000"/>
              <a:gd name="connsiteY215" fmla="*/ 4726175 h 5096785"/>
              <a:gd name="connsiteX216" fmla="*/ 1292949 w 12192000"/>
              <a:gd name="connsiteY216" fmla="*/ 4708469 h 5096785"/>
              <a:gd name="connsiteX217" fmla="*/ 1244908 w 12192000"/>
              <a:gd name="connsiteY217" fmla="*/ 4706993 h 5096785"/>
              <a:gd name="connsiteX218" fmla="*/ 1171266 w 12192000"/>
              <a:gd name="connsiteY218" fmla="*/ 4706535 h 5096785"/>
              <a:gd name="connsiteX219" fmla="*/ 1160868 w 12192000"/>
              <a:gd name="connsiteY219" fmla="*/ 4701936 h 5096785"/>
              <a:gd name="connsiteX220" fmla="*/ 1147599 w 12192000"/>
              <a:gd name="connsiteY220" fmla="*/ 4714833 h 5096785"/>
              <a:gd name="connsiteX221" fmla="*/ 1119603 w 12192000"/>
              <a:gd name="connsiteY221" fmla="*/ 4721303 h 5096785"/>
              <a:gd name="connsiteX222" fmla="*/ 997851 w 12192000"/>
              <a:gd name="connsiteY222" fmla="*/ 4722336 h 5096785"/>
              <a:gd name="connsiteX223" fmla="*/ 976455 w 12192000"/>
              <a:gd name="connsiteY223" fmla="*/ 4726407 h 5096785"/>
              <a:gd name="connsiteX224" fmla="*/ 949939 w 12192000"/>
              <a:gd name="connsiteY224" fmla="*/ 4719699 h 5096785"/>
              <a:gd name="connsiteX225" fmla="*/ 894148 w 12192000"/>
              <a:gd name="connsiteY225" fmla="*/ 4710406 h 5096785"/>
              <a:gd name="connsiteX226" fmla="*/ 857990 w 12192000"/>
              <a:gd name="connsiteY226" fmla="*/ 4696844 h 5096785"/>
              <a:gd name="connsiteX227" fmla="*/ 848649 w 12192000"/>
              <a:gd name="connsiteY227" fmla="*/ 4704021 h 5096785"/>
              <a:gd name="connsiteX228" fmla="*/ 826436 w 12192000"/>
              <a:gd name="connsiteY228" fmla="*/ 4707421 h 5096785"/>
              <a:gd name="connsiteX229" fmla="*/ 733052 w 12192000"/>
              <a:gd name="connsiteY229" fmla="*/ 4701884 h 5096785"/>
              <a:gd name="connsiteX230" fmla="*/ 716185 w 12192000"/>
              <a:gd name="connsiteY230" fmla="*/ 4703827 h 5096785"/>
              <a:gd name="connsiteX231" fmla="*/ 696663 w 12192000"/>
              <a:gd name="connsiteY231" fmla="*/ 4697420 h 5096785"/>
              <a:gd name="connsiteX232" fmla="*/ 582722 w 12192000"/>
              <a:gd name="connsiteY232" fmla="*/ 4658637 h 5096785"/>
              <a:gd name="connsiteX233" fmla="*/ 581118 w 12192000"/>
              <a:gd name="connsiteY233" fmla="*/ 4654120 h 5096785"/>
              <a:gd name="connsiteX234" fmla="*/ 546453 w 12192000"/>
              <a:gd name="connsiteY234" fmla="*/ 4652542 h 5096785"/>
              <a:gd name="connsiteX235" fmla="*/ 536773 w 12192000"/>
              <a:gd name="connsiteY235" fmla="*/ 4644609 h 5096785"/>
              <a:gd name="connsiteX236" fmla="*/ 518899 w 12192000"/>
              <a:gd name="connsiteY236" fmla="*/ 4642839 h 5096785"/>
              <a:gd name="connsiteX237" fmla="*/ 388896 w 12192000"/>
              <a:gd name="connsiteY237" fmla="*/ 4619173 h 5096785"/>
              <a:gd name="connsiteX238" fmla="*/ 366479 w 12192000"/>
              <a:gd name="connsiteY238" fmla="*/ 4618896 h 5096785"/>
              <a:gd name="connsiteX239" fmla="*/ 342781 w 12192000"/>
              <a:gd name="connsiteY239" fmla="*/ 4601239 h 5096785"/>
              <a:gd name="connsiteX240" fmla="*/ 255925 w 12192000"/>
              <a:gd name="connsiteY240" fmla="*/ 4598685 h 5096785"/>
              <a:gd name="connsiteX241" fmla="*/ 226919 w 12192000"/>
              <a:gd name="connsiteY241" fmla="*/ 4598460 h 5096785"/>
              <a:gd name="connsiteX242" fmla="*/ 213925 w 12192000"/>
              <a:gd name="connsiteY242" fmla="*/ 4597783 h 5096785"/>
              <a:gd name="connsiteX243" fmla="*/ 215196 w 12192000"/>
              <a:gd name="connsiteY243" fmla="*/ 4588576 h 5096785"/>
              <a:gd name="connsiteX244" fmla="*/ 180214 w 12192000"/>
              <a:gd name="connsiteY244" fmla="*/ 4583701 h 5096785"/>
              <a:gd name="connsiteX245" fmla="*/ 83203 w 12192000"/>
              <a:gd name="connsiteY245" fmla="*/ 4531664 h 5096785"/>
              <a:gd name="connsiteX246" fmla="*/ 4106 w 12192000"/>
              <a:gd name="connsiteY246" fmla="*/ 4517202 h 5096785"/>
              <a:gd name="connsiteX247" fmla="*/ 0 w 12192000"/>
              <a:gd name="connsiteY247" fmla="*/ 4516084 h 5096785"/>
              <a:gd name="connsiteX248" fmla="*/ 0 w 12192000"/>
              <a:gd name="connsiteY248"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574528 w 12192000"/>
              <a:gd name="connsiteY76" fmla="*/ 4641155 h 5096785"/>
              <a:gd name="connsiteX77" fmla="*/ 6573036 w 12192000"/>
              <a:gd name="connsiteY77" fmla="*/ 4641049 h 5096785"/>
              <a:gd name="connsiteX78" fmla="*/ 6571920 w 12192000"/>
              <a:gd name="connsiteY78" fmla="*/ 4644739 h 5096785"/>
              <a:gd name="connsiteX79" fmla="*/ 6552021 w 12192000"/>
              <a:gd name="connsiteY79" fmla="*/ 4650379 h 5096785"/>
              <a:gd name="connsiteX80" fmla="*/ 6545925 w 12192000"/>
              <a:gd name="connsiteY80" fmla="*/ 4650675 h 5096785"/>
              <a:gd name="connsiteX81" fmla="*/ 6537822 w 12192000"/>
              <a:gd name="connsiteY81" fmla="*/ 4652769 h 5096785"/>
              <a:gd name="connsiteX82" fmla="*/ 6537743 w 12192000"/>
              <a:gd name="connsiteY82" fmla="*/ 4653068 h 5096785"/>
              <a:gd name="connsiteX83" fmla="*/ 6490057 w 12192000"/>
              <a:gd name="connsiteY83" fmla="*/ 4658624 h 5096785"/>
              <a:gd name="connsiteX84" fmla="*/ 6386800 w 12192000"/>
              <a:gd name="connsiteY84" fmla="*/ 4715431 h 5096785"/>
              <a:gd name="connsiteX85" fmla="*/ 6382703 w 12192000"/>
              <a:gd name="connsiteY85" fmla="*/ 4717930 h 5096785"/>
              <a:gd name="connsiteX86" fmla="*/ 6356495 w 12192000"/>
              <a:gd name="connsiteY86" fmla="*/ 4717843 h 5096785"/>
              <a:gd name="connsiteX87" fmla="*/ 6343628 w 12192000"/>
              <a:gd name="connsiteY87" fmla="*/ 4719161 h 5096785"/>
              <a:gd name="connsiteX88" fmla="*/ 6338605 w 12192000"/>
              <a:gd name="connsiteY88" fmla="*/ 4716723 h 5096785"/>
              <a:gd name="connsiteX89" fmla="*/ 6320318 w 12192000"/>
              <a:gd name="connsiteY89" fmla="*/ 4720095 h 5096785"/>
              <a:gd name="connsiteX90" fmla="*/ 6318742 w 12192000"/>
              <a:gd name="connsiteY90" fmla="*/ 4721541 h 5096785"/>
              <a:gd name="connsiteX91" fmla="*/ 6301708 w 12192000"/>
              <a:gd name="connsiteY91" fmla="*/ 4720380 h 5096785"/>
              <a:gd name="connsiteX92" fmla="*/ 6285082 w 12192000"/>
              <a:gd name="connsiteY92" fmla="*/ 4714639 h 5096785"/>
              <a:gd name="connsiteX93" fmla="*/ 6136936 w 12192000"/>
              <a:gd name="connsiteY93" fmla="*/ 4758246 h 5096785"/>
              <a:gd name="connsiteX94" fmla="*/ 5988578 w 12192000"/>
              <a:gd name="connsiteY94" fmla="*/ 4754427 h 5096785"/>
              <a:gd name="connsiteX95" fmla="*/ 5908701 w 12192000"/>
              <a:gd name="connsiteY95" fmla="*/ 4779160 h 5096785"/>
              <a:gd name="connsiteX96" fmla="*/ 5892219 w 12192000"/>
              <a:gd name="connsiteY96" fmla="*/ 4807892 h 5096785"/>
              <a:gd name="connsiteX97" fmla="*/ 5683612 w 12192000"/>
              <a:gd name="connsiteY97" fmla="*/ 4848770 h 5096785"/>
              <a:gd name="connsiteX98" fmla="*/ 5635111 w 12192000"/>
              <a:gd name="connsiteY98" fmla="*/ 4868888 h 5096785"/>
              <a:gd name="connsiteX99" fmla="*/ 5582652 w 12192000"/>
              <a:gd name="connsiteY99" fmla="*/ 4866836 h 5096785"/>
              <a:gd name="connsiteX100" fmla="*/ 5567213 w 12192000"/>
              <a:gd name="connsiteY100" fmla="*/ 4878769 h 5096785"/>
              <a:gd name="connsiteX101" fmla="*/ 5564659 w 12192000"/>
              <a:gd name="connsiteY101" fmla="*/ 4881042 h 5096785"/>
              <a:gd name="connsiteX102" fmla="*/ 5552102 w 12192000"/>
              <a:gd name="connsiteY102" fmla="*/ 4885426 h 5096785"/>
              <a:gd name="connsiteX103" fmla="*/ 5551475 w 12192000"/>
              <a:gd name="connsiteY103" fmla="*/ 4892560 h 5096785"/>
              <a:gd name="connsiteX104" fmla="*/ 5534664 w 12192000"/>
              <a:gd name="connsiteY104" fmla="*/ 4903385 h 5096785"/>
              <a:gd name="connsiteX105" fmla="*/ 5510737 w 12192000"/>
              <a:gd name="connsiteY105" fmla="*/ 4909807 h 5096785"/>
              <a:gd name="connsiteX106" fmla="*/ 5393901 w 12192000"/>
              <a:gd name="connsiteY106" fmla="*/ 4933709 h 5096785"/>
              <a:gd name="connsiteX107" fmla="*/ 5325782 w 12192000"/>
              <a:gd name="connsiteY107" fmla="*/ 4951789 h 5096785"/>
              <a:gd name="connsiteX108" fmla="*/ 5302703 w 12192000"/>
              <a:gd name="connsiteY108" fmla="*/ 4964590 h 5096785"/>
              <a:gd name="connsiteX109" fmla="*/ 5268591 w 12192000"/>
              <a:gd name="connsiteY109" fmla="*/ 4978479 h 5096785"/>
              <a:gd name="connsiteX110" fmla="*/ 5210559 w 12192000"/>
              <a:gd name="connsiteY110" fmla="*/ 5007585 h 5096785"/>
              <a:gd name="connsiteX111" fmla="*/ 5177597 w 12192000"/>
              <a:gd name="connsiteY111" fmla="*/ 5015926 h 5096785"/>
              <a:gd name="connsiteX112" fmla="*/ 5160569 w 12192000"/>
              <a:gd name="connsiteY112" fmla="*/ 5025681 h 5096785"/>
              <a:gd name="connsiteX113" fmla="*/ 5152748 w 12192000"/>
              <a:gd name="connsiteY113" fmla="*/ 5026569 h 5096785"/>
              <a:gd name="connsiteX114" fmla="*/ 5127678 w 12192000"/>
              <a:gd name="connsiteY114" fmla="*/ 5032947 h 5096785"/>
              <a:gd name="connsiteX115" fmla="*/ 5113147 w 12192000"/>
              <a:gd name="connsiteY115" fmla="*/ 5035818 h 5096785"/>
              <a:gd name="connsiteX116" fmla="*/ 5107301 w 12192000"/>
              <a:gd name="connsiteY116" fmla="*/ 5036672 h 5096785"/>
              <a:gd name="connsiteX117" fmla="*/ 5093215 w 12192000"/>
              <a:gd name="connsiteY117" fmla="*/ 5032880 h 5096785"/>
              <a:gd name="connsiteX118" fmla="*/ 5077058 w 12192000"/>
              <a:gd name="connsiteY118" fmla="*/ 5038681 h 5096785"/>
              <a:gd name="connsiteX119" fmla="*/ 5057349 w 12192000"/>
              <a:gd name="connsiteY119" fmla="*/ 5036015 h 5096785"/>
              <a:gd name="connsiteX120" fmla="*/ 5053945 w 12192000"/>
              <a:gd name="connsiteY120" fmla="*/ 5041952 h 5096785"/>
              <a:gd name="connsiteX121" fmla="*/ 5040021 w 12192000"/>
              <a:gd name="connsiteY121" fmla="*/ 5050052 h 5096785"/>
              <a:gd name="connsiteX122" fmla="*/ 5025913 w 12192000"/>
              <a:gd name="connsiteY122" fmla="*/ 5046535 h 5096785"/>
              <a:gd name="connsiteX123" fmla="*/ 4998218 w 12192000"/>
              <a:gd name="connsiteY123" fmla="*/ 5048065 h 5096785"/>
              <a:gd name="connsiteX124" fmla="*/ 4991008 w 12192000"/>
              <a:gd name="connsiteY124" fmla="*/ 5050439 h 5096785"/>
              <a:gd name="connsiteX125" fmla="*/ 4963503 w 12192000"/>
              <a:gd name="connsiteY125" fmla="*/ 5047575 h 5096785"/>
              <a:gd name="connsiteX126" fmla="*/ 4921053 w 12192000"/>
              <a:gd name="connsiteY126" fmla="*/ 5048925 h 5096785"/>
              <a:gd name="connsiteX127" fmla="*/ 4873420 w 12192000"/>
              <a:gd name="connsiteY127" fmla="*/ 5054929 h 5096785"/>
              <a:gd name="connsiteX128" fmla="*/ 4858825 w 12192000"/>
              <a:gd name="connsiteY128" fmla="*/ 5051329 h 5096785"/>
              <a:gd name="connsiteX129" fmla="*/ 4769340 w 12192000"/>
              <a:gd name="connsiteY129" fmla="*/ 5053090 h 5096785"/>
              <a:gd name="connsiteX130" fmla="*/ 4744152 w 12192000"/>
              <a:gd name="connsiteY130" fmla="*/ 5053391 h 5096785"/>
              <a:gd name="connsiteX131" fmla="*/ 4723556 w 12192000"/>
              <a:gd name="connsiteY131" fmla="*/ 5059633 h 5096785"/>
              <a:gd name="connsiteX132" fmla="*/ 4719699 w 12192000"/>
              <a:gd name="connsiteY132" fmla="*/ 5066298 h 5096785"/>
              <a:gd name="connsiteX133" fmla="*/ 4706016 w 12192000"/>
              <a:gd name="connsiteY133" fmla="*/ 5067422 h 5096785"/>
              <a:gd name="connsiteX134" fmla="*/ 4702593 w 12192000"/>
              <a:gd name="connsiteY134" fmla="*/ 5068973 h 5096785"/>
              <a:gd name="connsiteX135" fmla="*/ 4682766 w 12192000"/>
              <a:gd name="connsiteY135" fmla="*/ 5076609 h 5096785"/>
              <a:gd name="connsiteX136" fmla="*/ 4634960 w 12192000"/>
              <a:gd name="connsiteY136" fmla="*/ 5061852 h 5096785"/>
              <a:gd name="connsiteX137" fmla="*/ 4580645 w 12192000"/>
              <a:gd name="connsiteY137" fmla="*/ 5069246 h 5096785"/>
              <a:gd name="connsiteX138" fmla="*/ 4368005 w 12192000"/>
              <a:gd name="connsiteY138" fmla="*/ 5057426 h 5096785"/>
              <a:gd name="connsiteX139" fmla="*/ 4339489 w 12192000"/>
              <a:gd name="connsiteY139" fmla="*/ 5080858 h 5096785"/>
              <a:gd name="connsiteX140" fmla="*/ 4253895 w 12192000"/>
              <a:gd name="connsiteY140" fmla="*/ 5085008 h 5096785"/>
              <a:gd name="connsiteX141" fmla="*/ 4117780 w 12192000"/>
              <a:gd name="connsiteY141" fmla="*/ 5045175 h 5096785"/>
              <a:gd name="connsiteX142" fmla="*/ 3960074 w 12192000"/>
              <a:gd name="connsiteY142" fmla="*/ 5050708 h 5096785"/>
              <a:gd name="connsiteX143" fmla="*/ 3947260 w 12192000"/>
              <a:gd name="connsiteY143" fmla="*/ 5041167 h 5096785"/>
              <a:gd name="connsiteX144" fmla="*/ 3931969 w 12192000"/>
              <a:gd name="connsiteY144" fmla="*/ 5035902 h 5096785"/>
              <a:gd name="connsiteX145" fmla="*/ 3929836 w 12192000"/>
              <a:gd name="connsiteY145" fmla="*/ 5036901 h 5096785"/>
              <a:gd name="connsiteX146" fmla="*/ 3911296 w 12192000"/>
              <a:gd name="connsiteY146" fmla="*/ 5035663 h 5096785"/>
              <a:gd name="connsiteX147" fmla="*/ 3907746 w 12192000"/>
              <a:gd name="connsiteY147" fmla="*/ 5032107 h 5096785"/>
              <a:gd name="connsiteX148" fmla="*/ 3895182 w 12192000"/>
              <a:gd name="connsiteY148" fmla="*/ 5030229 h 5096785"/>
              <a:gd name="connsiteX149" fmla="*/ 3870866 w 12192000"/>
              <a:gd name="connsiteY149" fmla="*/ 5023753 h 5096785"/>
              <a:gd name="connsiteX150" fmla="*/ 3865913 w 12192000"/>
              <a:gd name="connsiteY150" fmla="*/ 5025143 h 5096785"/>
              <a:gd name="connsiteX151" fmla="*/ 3828606 w 12192000"/>
              <a:gd name="connsiteY151" fmla="*/ 5019426 h 5096785"/>
              <a:gd name="connsiteX152" fmla="*/ 3827901 w 12192000"/>
              <a:gd name="connsiteY152" fmla="*/ 5020583 h 5096785"/>
              <a:gd name="connsiteX153" fmla="*/ 3816543 w 12192000"/>
              <a:gd name="connsiteY153" fmla="*/ 5024366 h 5096785"/>
              <a:gd name="connsiteX154" fmla="*/ 3795278 w 12192000"/>
              <a:gd name="connsiteY154" fmla="*/ 5028779 h 5096785"/>
              <a:gd name="connsiteX155" fmla="*/ 3743858 w 12192000"/>
              <a:gd name="connsiteY155" fmla="*/ 5054237 h 5096785"/>
              <a:gd name="connsiteX156" fmla="*/ 3704945 w 12192000"/>
              <a:gd name="connsiteY156" fmla="*/ 5048413 h 5096785"/>
              <a:gd name="connsiteX157" fmla="*/ 3696992 w 12192000"/>
              <a:gd name="connsiteY157" fmla="*/ 5047914 h 5096785"/>
              <a:gd name="connsiteX158" fmla="*/ 3696780 w 12192000"/>
              <a:gd name="connsiteY158" fmla="*/ 5048181 h 5096785"/>
              <a:gd name="connsiteX159" fmla="*/ 3688290 w 12192000"/>
              <a:gd name="connsiteY159" fmla="*/ 5048204 h 5096785"/>
              <a:gd name="connsiteX160" fmla="*/ 3682486 w 12192000"/>
              <a:gd name="connsiteY160" fmla="*/ 5047000 h 5096785"/>
              <a:gd name="connsiteX161" fmla="*/ 3667056 w 12192000"/>
              <a:gd name="connsiteY161" fmla="*/ 5046030 h 5096785"/>
              <a:gd name="connsiteX162" fmla="*/ 3661403 w 12192000"/>
              <a:gd name="connsiteY162" fmla="*/ 5047537 h 5096785"/>
              <a:gd name="connsiteX163" fmla="*/ 3658673 w 12192000"/>
              <a:gd name="connsiteY163" fmla="*/ 5050790 h 5096785"/>
              <a:gd name="connsiteX164" fmla="*/ 3657333 w 12192000"/>
              <a:gd name="connsiteY164" fmla="*/ 5050325 h 5096785"/>
              <a:gd name="connsiteX165" fmla="*/ 3626778 w 12192000"/>
              <a:gd name="connsiteY165" fmla="*/ 5057882 h 5096785"/>
              <a:gd name="connsiteX166" fmla="*/ 3560067 w 12192000"/>
              <a:gd name="connsiteY166" fmla="*/ 5064266 h 5096785"/>
              <a:gd name="connsiteX167" fmla="*/ 3522641 w 12192000"/>
              <a:gd name="connsiteY167" fmla="*/ 5063654 h 5096785"/>
              <a:gd name="connsiteX168" fmla="*/ 3419275 w 12192000"/>
              <a:gd name="connsiteY168" fmla="*/ 5066646 h 5096785"/>
              <a:gd name="connsiteX169" fmla="*/ 3314869 w 12192000"/>
              <a:gd name="connsiteY169" fmla="*/ 5073197 h 5096785"/>
              <a:gd name="connsiteX170" fmla="*/ 3259088 w 12192000"/>
              <a:gd name="connsiteY170" fmla="*/ 5096363 h 5096785"/>
              <a:gd name="connsiteX171" fmla="*/ 3253104 w 12192000"/>
              <a:gd name="connsiteY171" fmla="*/ 5096785 h 5096785"/>
              <a:gd name="connsiteX172" fmla="*/ 3238751 w 12192000"/>
              <a:gd name="connsiteY172" fmla="*/ 5092996 h 5096785"/>
              <a:gd name="connsiteX173" fmla="*/ 3233681 w 12192000"/>
              <a:gd name="connsiteY173" fmla="*/ 5090758 h 5096785"/>
              <a:gd name="connsiteX174" fmla="*/ 3225562 w 12192000"/>
              <a:gd name="connsiteY174" fmla="*/ 5089215 h 5096785"/>
              <a:gd name="connsiteX175" fmla="*/ 3225260 w 12192000"/>
              <a:gd name="connsiteY175" fmla="*/ 5089437 h 5096785"/>
              <a:gd name="connsiteX176" fmla="*/ 3217859 w 12192000"/>
              <a:gd name="connsiteY176" fmla="*/ 5087484 h 5096785"/>
              <a:gd name="connsiteX177" fmla="*/ 3182980 w 12192000"/>
              <a:gd name="connsiteY177" fmla="*/ 5074650 h 5096785"/>
              <a:gd name="connsiteX178" fmla="*/ 3123938 w 12192000"/>
              <a:gd name="connsiteY178" fmla="*/ 5089912 h 5096785"/>
              <a:gd name="connsiteX179" fmla="*/ 3101912 w 12192000"/>
              <a:gd name="connsiteY179" fmla="*/ 5090281 h 5096785"/>
              <a:gd name="connsiteX180" fmla="*/ 3089591 w 12192000"/>
              <a:gd name="connsiteY180" fmla="*/ 5091865 h 5096785"/>
              <a:gd name="connsiteX181" fmla="*/ 3088465 w 12192000"/>
              <a:gd name="connsiteY181" fmla="*/ 5092858 h 5096785"/>
              <a:gd name="connsiteX182" fmla="*/ 3055081 w 12192000"/>
              <a:gd name="connsiteY182" fmla="*/ 5080424 h 5096785"/>
              <a:gd name="connsiteX183" fmla="*/ 3049807 w 12192000"/>
              <a:gd name="connsiteY183" fmla="*/ 5080860 h 5096785"/>
              <a:gd name="connsiteX184" fmla="*/ 3029122 w 12192000"/>
              <a:gd name="connsiteY184" fmla="*/ 5070085 h 5096785"/>
              <a:gd name="connsiteX185" fmla="*/ 3017862 w 12192000"/>
              <a:gd name="connsiteY185" fmla="*/ 5065942 h 5096785"/>
              <a:gd name="connsiteX186" fmla="*/ 3015868 w 12192000"/>
              <a:gd name="connsiteY186" fmla="*/ 5061832 h 5096785"/>
              <a:gd name="connsiteX187" fmla="*/ 2998644 w 12192000"/>
              <a:gd name="connsiteY187" fmla="*/ 5057210 h 5096785"/>
              <a:gd name="connsiteX188" fmla="*/ 2996219 w 12192000"/>
              <a:gd name="connsiteY188" fmla="*/ 5057788 h 5096785"/>
              <a:gd name="connsiteX189" fmla="*/ 2983676 w 12192000"/>
              <a:gd name="connsiteY189" fmla="*/ 5049852 h 5096785"/>
              <a:gd name="connsiteX190" fmla="*/ 2903609 w 12192000"/>
              <a:gd name="connsiteY190" fmla="*/ 4998457 h 5096785"/>
              <a:gd name="connsiteX191" fmla="*/ 2758830 w 12192000"/>
              <a:gd name="connsiteY191" fmla="*/ 4974760 h 5096785"/>
              <a:gd name="connsiteX192" fmla="*/ 2532669 w 12192000"/>
              <a:gd name="connsiteY192" fmla="*/ 4940573 h 5096785"/>
              <a:gd name="connsiteX193" fmla="*/ 2389931 w 12192000"/>
              <a:gd name="connsiteY193" fmla="*/ 4905785 h 5096785"/>
              <a:gd name="connsiteX194" fmla="*/ 2335186 w 12192000"/>
              <a:gd name="connsiteY194" fmla="*/ 4902957 h 5096785"/>
              <a:gd name="connsiteX195" fmla="*/ 2295307 w 12192000"/>
              <a:gd name="connsiteY195" fmla="*/ 4879800 h 5096785"/>
              <a:gd name="connsiteX196" fmla="*/ 2273393 w 12192000"/>
              <a:gd name="connsiteY196" fmla="*/ 4883565 h 5096785"/>
              <a:gd name="connsiteX197" fmla="*/ 2269523 w 12192000"/>
              <a:gd name="connsiteY197" fmla="*/ 4884442 h 5096785"/>
              <a:gd name="connsiteX198" fmla="*/ 2256015 w 12192000"/>
              <a:gd name="connsiteY198" fmla="*/ 4883014 h 5096785"/>
              <a:gd name="connsiteX199" fmla="*/ 2249731 w 12192000"/>
              <a:gd name="connsiteY199" fmla="*/ 4888778 h 5096785"/>
              <a:gd name="connsiteX200" fmla="*/ 2227629 w 12192000"/>
              <a:gd name="connsiteY200" fmla="*/ 4891047 h 5096785"/>
              <a:gd name="connsiteX201" fmla="*/ 2203460 w 12192000"/>
              <a:gd name="connsiteY201" fmla="*/ 4886696 h 5096785"/>
              <a:gd name="connsiteX202" fmla="*/ 2091528 w 12192000"/>
              <a:gd name="connsiteY202" fmla="*/ 4859155 h 5096785"/>
              <a:gd name="connsiteX203" fmla="*/ 2022901 w 12192000"/>
              <a:gd name="connsiteY203" fmla="*/ 4846594 h 5096785"/>
              <a:gd name="connsiteX204" fmla="*/ 1994227 w 12192000"/>
              <a:gd name="connsiteY204" fmla="*/ 4847973 h 5096785"/>
              <a:gd name="connsiteX205" fmla="*/ 1955936 w 12192000"/>
              <a:gd name="connsiteY205" fmla="*/ 4845765 h 5096785"/>
              <a:gd name="connsiteX206" fmla="*/ 1741924 w 12192000"/>
              <a:gd name="connsiteY206" fmla="*/ 4808054 h 5096785"/>
              <a:gd name="connsiteX207" fmla="*/ 1734410 w 12192000"/>
              <a:gd name="connsiteY207" fmla="*/ 4811675 h 5096785"/>
              <a:gd name="connsiteX208" fmla="*/ 1691423 w 12192000"/>
              <a:gd name="connsiteY208" fmla="*/ 4802777 h 5096785"/>
              <a:gd name="connsiteX209" fmla="*/ 1554504 w 12192000"/>
              <a:gd name="connsiteY209" fmla="*/ 4739985 h 5096785"/>
              <a:gd name="connsiteX210" fmla="*/ 1470119 w 12192000"/>
              <a:gd name="connsiteY210" fmla="*/ 4723470 h 5096785"/>
              <a:gd name="connsiteX211" fmla="*/ 1437967 w 12192000"/>
              <a:gd name="connsiteY211" fmla="*/ 4722710 h 5096785"/>
              <a:gd name="connsiteX212" fmla="*/ 1384234 w 12192000"/>
              <a:gd name="connsiteY212" fmla="*/ 4721117 h 5096785"/>
              <a:gd name="connsiteX213" fmla="*/ 1338647 w 12192000"/>
              <a:gd name="connsiteY213" fmla="*/ 4732483 h 5096785"/>
              <a:gd name="connsiteX214" fmla="*/ 1295869 w 12192000"/>
              <a:gd name="connsiteY214" fmla="*/ 4726175 h 5096785"/>
              <a:gd name="connsiteX215" fmla="*/ 1292949 w 12192000"/>
              <a:gd name="connsiteY215" fmla="*/ 4708469 h 5096785"/>
              <a:gd name="connsiteX216" fmla="*/ 1244908 w 12192000"/>
              <a:gd name="connsiteY216" fmla="*/ 4706993 h 5096785"/>
              <a:gd name="connsiteX217" fmla="*/ 1171266 w 12192000"/>
              <a:gd name="connsiteY217" fmla="*/ 4706535 h 5096785"/>
              <a:gd name="connsiteX218" fmla="*/ 1160868 w 12192000"/>
              <a:gd name="connsiteY218" fmla="*/ 4701936 h 5096785"/>
              <a:gd name="connsiteX219" fmla="*/ 1147599 w 12192000"/>
              <a:gd name="connsiteY219" fmla="*/ 4714833 h 5096785"/>
              <a:gd name="connsiteX220" fmla="*/ 1119603 w 12192000"/>
              <a:gd name="connsiteY220" fmla="*/ 4721303 h 5096785"/>
              <a:gd name="connsiteX221" fmla="*/ 997851 w 12192000"/>
              <a:gd name="connsiteY221" fmla="*/ 4722336 h 5096785"/>
              <a:gd name="connsiteX222" fmla="*/ 976455 w 12192000"/>
              <a:gd name="connsiteY222" fmla="*/ 4726407 h 5096785"/>
              <a:gd name="connsiteX223" fmla="*/ 949939 w 12192000"/>
              <a:gd name="connsiteY223" fmla="*/ 4719699 h 5096785"/>
              <a:gd name="connsiteX224" fmla="*/ 894148 w 12192000"/>
              <a:gd name="connsiteY224" fmla="*/ 4710406 h 5096785"/>
              <a:gd name="connsiteX225" fmla="*/ 857990 w 12192000"/>
              <a:gd name="connsiteY225" fmla="*/ 4696844 h 5096785"/>
              <a:gd name="connsiteX226" fmla="*/ 848649 w 12192000"/>
              <a:gd name="connsiteY226" fmla="*/ 4704021 h 5096785"/>
              <a:gd name="connsiteX227" fmla="*/ 826436 w 12192000"/>
              <a:gd name="connsiteY227" fmla="*/ 4707421 h 5096785"/>
              <a:gd name="connsiteX228" fmla="*/ 733052 w 12192000"/>
              <a:gd name="connsiteY228" fmla="*/ 4701884 h 5096785"/>
              <a:gd name="connsiteX229" fmla="*/ 716185 w 12192000"/>
              <a:gd name="connsiteY229" fmla="*/ 4703827 h 5096785"/>
              <a:gd name="connsiteX230" fmla="*/ 696663 w 12192000"/>
              <a:gd name="connsiteY230" fmla="*/ 4697420 h 5096785"/>
              <a:gd name="connsiteX231" fmla="*/ 582722 w 12192000"/>
              <a:gd name="connsiteY231" fmla="*/ 4658637 h 5096785"/>
              <a:gd name="connsiteX232" fmla="*/ 581118 w 12192000"/>
              <a:gd name="connsiteY232" fmla="*/ 4654120 h 5096785"/>
              <a:gd name="connsiteX233" fmla="*/ 546453 w 12192000"/>
              <a:gd name="connsiteY233" fmla="*/ 4652542 h 5096785"/>
              <a:gd name="connsiteX234" fmla="*/ 536773 w 12192000"/>
              <a:gd name="connsiteY234" fmla="*/ 4644609 h 5096785"/>
              <a:gd name="connsiteX235" fmla="*/ 518899 w 12192000"/>
              <a:gd name="connsiteY235" fmla="*/ 4642839 h 5096785"/>
              <a:gd name="connsiteX236" fmla="*/ 388896 w 12192000"/>
              <a:gd name="connsiteY236" fmla="*/ 4619173 h 5096785"/>
              <a:gd name="connsiteX237" fmla="*/ 366479 w 12192000"/>
              <a:gd name="connsiteY237" fmla="*/ 4618896 h 5096785"/>
              <a:gd name="connsiteX238" fmla="*/ 342781 w 12192000"/>
              <a:gd name="connsiteY238" fmla="*/ 4601239 h 5096785"/>
              <a:gd name="connsiteX239" fmla="*/ 255925 w 12192000"/>
              <a:gd name="connsiteY239" fmla="*/ 4598685 h 5096785"/>
              <a:gd name="connsiteX240" fmla="*/ 226919 w 12192000"/>
              <a:gd name="connsiteY240" fmla="*/ 4598460 h 5096785"/>
              <a:gd name="connsiteX241" fmla="*/ 213925 w 12192000"/>
              <a:gd name="connsiteY241" fmla="*/ 4597783 h 5096785"/>
              <a:gd name="connsiteX242" fmla="*/ 215196 w 12192000"/>
              <a:gd name="connsiteY242" fmla="*/ 4588576 h 5096785"/>
              <a:gd name="connsiteX243" fmla="*/ 180214 w 12192000"/>
              <a:gd name="connsiteY243" fmla="*/ 4583701 h 5096785"/>
              <a:gd name="connsiteX244" fmla="*/ 83203 w 12192000"/>
              <a:gd name="connsiteY244" fmla="*/ 4531664 h 5096785"/>
              <a:gd name="connsiteX245" fmla="*/ 4106 w 12192000"/>
              <a:gd name="connsiteY245" fmla="*/ 4517202 h 5096785"/>
              <a:gd name="connsiteX246" fmla="*/ 0 w 12192000"/>
              <a:gd name="connsiteY246" fmla="*/ 4516084 h 5096785"/>
              <a:gd name="connsiteX247" fmla="*/ 0 w 12192000"/>
              <a:gd name="connsiteY247"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574528 w 12192000"/>
              <a:gd name="connsiteY75" fmla="*/ 4641155 h 5096785"/>
              <a:gd name="connsiteX76" fmla="*/ 6573036 w 12192000"/>
              <a:gd name="connsiteY76" fmla="*/ 4641049 h 5096785"/>
              <a:gd name="connsiteX77" fmla="*/ 6571920 w 12192000"/>
              <a:gd name="connsiteY77" fmla="*/ 4644739 h 5096785"/>
              <a:gd name="connsiteX78" fmla="*/ 6552021 w 12192000"/>
              <a:gd name="connsiteY78" fmla="*/ 4650379 h 5096785"/>
              <a:gd name="connsiteX79" fmla="*/ 6545925 w 12192000"/>
              <a:gd name="connsiteY79" fmla="*/ 4650675 h 5096785"/>
              <a:gd name="connsiteX80" fmla="*/ 6537822 w 12192000"/>
              <a:gd name="connsiteY80" fmla="*/ 4652769 h 5096785"/>
              <a:gd name="connsiteX81" fmla="*/ 6537743 w 12192000"/>
              <a:gd name="connsiteY81" fmla="*/ 4653068 h 5096785"/>
              <a:gd name="connsiteX82" fmla="*/ 6490057 w 12192000"/>
              <a:gd name="connsiteY82" fmla="*/ 4658624 h 5096785"/>
              <a:gd name="connsiteX83" fmla="*/ 6386800 w 12192000"/>
              <a:gd name="connsiteY83" fmla="*/ 4715431 h 5096785"/>
              <a:gd name="connsiteX84" fmla="*/ 6382703 w 12192000"/>
              <a:gd name="connsiteY84" fmla="*/ 4717930 h 5096785"/>
              <a:gd name="connsiteX85" fmla="*/ 6356495 w 12192000"/>
              <a:gd name="connsiteY85" fmla="*/ 4717843 h 5096785"/>
              <a:gd name="connsiteX86" fmla="*/ 6343628 w 12192000"/>
              <a:gd name="connsiteY86" fmla="*/ 4719161 h 5096785"/>
              <a:gd name="connsiteX87" fmla="*/ 6338605 w 12192000"/>
              <a:gd name="connsiteY87" fmla="*/ 4716723 h 5096785"/>
              <a:gd name="connsiteX88" fmla="*/ 6320318 w 12192000"/>
              <a:gd name="connsiteY88" fmla="*/ 4720095 h 5096785"/>
              <a:gd name="connsiteX89" fmla="*/ 6318742 w 12192000"/>
              <a:gd name="connsiteY89" fmla="*/ 4721541 h 5096785"/>
              <a:gd name="connsiteX90" fmla="*/ 6301708 w 12192000"/>
              <a:gd name="connsiteY90" fmla="*/ 4720380 h 5096785"/>
              <a:gd name="connsiteX91" fmla="*/ 6285082 w 12192000"/>
              <a:gd name="connsiteY91" fmla="*/ 4714639 h 5096785"/>
              <a:gd name="connsiteX92" fmla="*/ 6136936 w 12192000"/>
              <a:gd name="connsiteY92" fmla="*/ 4758246 h 5096785"/>
              <a:gd name="connsiteX93" fmla="*/ 5988578 w 12192000"/>
              <a:gd name="connsiteY93" fmla="*/ 4754427 h 5096785"/>
              <a:gd name="connsiteX94" fmla="*/ 5908701 w 12192000"/>
              <a:gd name="connsiteY94" fmla="*/ 4779160 h 5096785"/>
              <a:gd name="connsiteX95" fmla="*/ 5892219 w 12192000"/>
              <a:gd name="connsiteY95" fmla="*/ 4807892 h 5096785"/>
              <a:gd name="connsiteX96" fmla="*/ 5683612 w 12192000"/>
              <a:gd name="connsiteY96" fmla="*/ 4848770 h 5096785"/>
              <a:gd name="connsiteX97" fmla="*/ 5635111 w 12192000"/>
              <a:gd name="connsiteY97" fmla="*/ 4868888 h 5096785"/>
              <a:gd name="connsiteX98" fmla="*/ 5582652 w 12192000"/>
              <a:gd name="connsiteY98" fmla="*/ 4866836 h 5096785"/>
              <a:gd name="connsiteX99" fmla="*/ 5567213 w 12192000"/>
              <a:gd name="connsiteY99" fmla="*/ 4878769 h 5096785"/>
              <a:gd name="connsiteX100" fmla="*/ 5564659 w 12192000"/>
              <a:gd name="connsiteY100" fmla="*/ 4881042 h 5096785"/>
              <a:gd name="connsiteX101" fmla="*/ 5552102 w 12192000"/>
              <a:gd name="connsiteY101" fmla="*/ 4885426 h 5096785"/>
              <a:gd name="connsiteX102" fmla="*/ 5551475 w 12192000"/>
              <a:gd name="connsiteY102" fmla="*/ 4892560 h 5096785"/>
              <a:gd name="connsiteX103" fmla="*/ 5534664 w 12192000"/>
              <a:gd name="connsiteY103" fmla="*/ 4903385 h 5096785"/>
              <a:gd name="connsiteX104" fmla="*/ 5510737 w 12192000"/>
              <a:gd name="connsiteY104" fmla="*/ 4909807 h 5096785"/>
              <a:gd name="connsiteX105" fmla="*/ 5393901 w 12192000"/>
              <a:gd name="connsiteY105" fmla="*/ 4933709 h 5096785"/>
              <a:gd name="connsiteX106" fmla="*/ 5325782 w 12192000"/>
              <a:gd name="connsiteY106" fmla="*/ 4951789 h 5096785"/>
              <a:gd name="connsiteX107" fmla="*/ 5302703 w 12192000"/>
              <a:gd name="connsiteY107" fmla="*/ 4964590 h 5096785"/>
              <a:gd name="connsiteX108" fmla="*/ 5268591 w 12192000"/>
              <a:gd name="connsiteY108" fmla="*/ 4978479 h 5096785"/>
              <a:gd name="connsiteX109" fmla="*/ 5210559 w 12192000"/>
              <a:gd name="connsiteY109" fmla="*/ 5007585 h 5096785"/>
              <a:gd name="connsiteX110" fmla="*/ 5177597 w 12192000"/>
              <a:gd name="connsiteY110" fmla="*/ 5015926 h 5096785"/>
              <a:gd name="connsiteX111" fmla="*/ 5160569 w 12192000"/>
              <a:gd name="connsiteY111" fmla="*/ 5025681 h 5096785"/>
              <a:gd name="connsiteX112" fmla="*/ 5152748 w 12192000"/>
              <a:gd name="connsiteY112" fmla="*/ 5026569 h 5096785"/>
              <a:gd name="connsiteX113" fmla="*/ 5127678 w 12192000"/>
              <a:gd name="connsiteY113" fmla="*/ 5032947 h 5096785"/>
              <a:gd name="connsiteX114" fmla="*/ 5113147 w 12192000"/>
              <a:gd name="connsiteY114" fmla="*/ 5035818 h 5096785"/>
              <a:gd name="connsiteX115" fmla="*/ 5107301 w 12192000"/>
              <a:gd name="connsiteY115" fmla="*/ 5036672 h 5096785"/>
              <a:gd name="connsiteX116" fmla="*/ 5093215 w 12192000"/>
              <a:gd name="connsiteY116" fmla="*/ 5032880 h 5096785"/>
              <a:gd name="connsiteX117" fmla="*/ 5077058 w 12192000"/>
              <a:gd name="connsiteY117" fmla="*/ 5038681 h 5096785"/>
              <a:gd name="connsiteX118" fmla="*/ 5057349 w 12192000"/>
              <a:gd name="connsiteY118" fmla="*/ 5036015 h 5096785"/>
              <a:gd name="connsiteX119" fmla="*/ 5053945 w 12192000"/>
              <a:gd name="connsiteY119" fmla="*/ 5041952 h 5096785"/>
              <a:gd name="connsiteX120" fmla="*/ 5040021 w 12192000"/>
              <a:gd name="connsiteY120" fmla="*/ 5050052 h 5096785"/>
              <a:gd name="connsiteX121" fmla="*/ 5025913 w 12192000"/>
              <a:gd name="connsiteY121" fmla="*/ 5046535 h 5096785"/>
              <a:gd name="connsiteX122" fmla="*/ 4998218 w 12192000"/>
              <a:gd name="connsiteY122" fmla="*/ 5048065 h 5096785"/>
              <a:gd name="connsiteX123" fmla="*/ 4991008 w 12192000"/>
              <a:gd name="connsiteY123" fmla="*/ 5050439 h 5096785"/>
              <a:gd name="connsiteX124" fmla="*/ 4963503 w 12192000"/>
              <a:gd name="connsiteY124" fmla="*/ 5047575 h 5096785"/>
              <a:gd name="connsiteX125" fmla="*/ 4921053 w 12192000"/>
              <a:gd name="connsiteY125" fmla="*/ 5048925 h 5096785"/>
              <a:gd name="connsiteX126" fmla="*/ 4873420 w 12192000"/>
              <a:gd name="connsiteY126" fmla="*/ 5054929 h 5096785"/>
              <a:gd name="connsiteX127" fmla="*/ 4858825 w 12192000"/>
              <a:gd name="connsiteY127" fmla="*/ 5051329 h 5096785"/>
              <a:gd name="connsiteX128" fmla="*/ 4769340 w 12192000"/>
              <a:gd name="connsiteY128" fmla="*/ 5053090 h 5096785"/>
              <a:gd name="connsiteX129" fmla="*/ 4744152 w 12192000"/>
              <a:gd name="connsiteY129" fmla="*/ 5053391 h 5096785"/>
              <a:gd name="connsiteX130" fmla="*/ 4723556 w 12192000"/>
              <a:gd name="connsiteY130" fmla="*/ 5059633 h 5096785"/>
              <a:gd name="connsiteX131" fmla="*/ 4719699 w 12192000"/>
              <a:gd name="connsiteY131" fmla="*/ 5066298 h 5096785"/>
              <a:gd name="connsiteX132" fmla="*/ 4706016 w 12192000"/>
              <a:gd name="connsiteY132" fmla="*/ 5067422 h 5096785"/>
              <a:gd name="connsiteX133" fmla="*/ 4702593 w 12192000"/>
              <a:gd name="connsiteY133" fmla="*/ 5068973 h 5096785"/>
              <a:gd name="connsiteX134" fmla="*/ 4682766 w 12192000"/>
              <a:gd name="connsiteY134" fmla="*/ 5076609 h 5096785"/>
              <a:gd name="connsiteX135" fmla="*/ 4634960 w 12192000"/>
              <a:gd name="connsiteY135" fmla="*/ 5061852 h 5096785"/>
              <a:gd name="connsiteX136" fmla="*/ 4580645 w 12192000"/>
              <a:gd name="connsiteY136" fmla="*/ 5069246 h 5096785"/>
              <a:gd name="connsiteX137" fmla="*/ 4368005 w 12192000"/>
              <a:gd name="connsiteY137" fmla="*/ 5057426 h 5096785"/>
              <a:gd name="connsiteX138" fmla="*/ 4339489 w 12192000"/>
              <a:gd name="connsiteY138" fmla="*/ 5080858 h 5096785"/>
              <a:gd name="connsiteX139" fmla="*/ 4253895 w 12192000"/>
              <a:gd name="connsiteY139" fmla="*/ 5085008 h 5096785"/>
              <a:gd name="connsiteX140" fmla="*/ 4117780 w 12192000"/>
              <a:gd name="connsiteY140" fmla="*/ 5045175 h 5096785"/>
              <a:gd name="connsiteX141" fmla="*/ 3960074 w 12192000"/>
              <a:gd name="connsiteY141" fmla="*/ 5050708 h 5096785"/>
              <a:gd name="connsiteX142" fmla="*/ 3947260 w 12192000"/>
              <a:gd name="connsiteY142" fmla="*/ 5041167 h 5096785"/>
              <a:gd name="connsiteX143" fmla="*/ 3931969 w 12192000"/>
              <a:gd name="connsiteY143" fmla="*/ 5035902 h 5096785"/>
              <a:gd name="connsiteX144" fmla="*/ 3929836 w 12192000"/>
              <a:gd name="connsiteY144" fmla="*/ 5036901 h 5096785"/>
              <a:gd name="connsiteX145" fmla="*/ 3911296 w 12192000"/>
              <a:gd name="connsiteY145" fmla="*/ 5035663 h 5096785"/>
              <a:gd name="connsiteX146" fmla="*/ 3907746 w 12192000"/>
              <a:gd name="connsiteY146" fmla="*/ 5032107 h 5096785"/>
              <a:gd name="connsiteX147" fmla="*/ 3895182 w 12192000"/>
              <a:gd name="connsiteY147" fmla="*/ 5030229 h 5096785"/>
              <a:gd name="connsiteX148" fmla="*/ 3870866 w 12192000"/>
              <a:gd name="connsiteY148" fmla="*/ 5023753 h 5096785"/>
              <a:gd name="connsiteX149" fmla="*/ 3865913 w 12192000"/>
              <a:gd name="connsiteY149" fmla="*/ 5025143 h 5096785"/>
              <a:gd name="connsiteX150" fmla="*/ 3828606 w 12192000"/>
              <a:gd name="connsiteY150" fmla="*/ 5019426 h 5096785"/>
              <a:gd name="connsiteX151" fmla="*/ 3827901 w 12192000"/>
              <a:gd name="connsiteY151" fmla="*/ 5020583 h 5096785"/>
              <a:gd name="connsiteX152" fmla="*/ 3816543 w 12192000"/>
              <a:gd name="connsiteY152" fmla="*/ 5024366 h 5096785"/>
              <a:gd name="connsiteX153" fmla="*/ 3795278 w 12192000"/>
              <a:gd name="connsiteY153" fmla="*/ 5028779 h 5096785"/>
              <a:gd name="connsiteX154" fmla="*/ 3743858 w 12192000"/>
              <a:gd name="connsiteY154" fmla="*/ 5054237 h 5096785"/>
              <a:gd name="connsiteX155" fmla="*/ 3704945 w 12192000"/>
              <a:gd name="connsiteY155" fmla="*/ 5048413 h 5096785"/>
              <a:gd name="connsiteX156" fmla="*/ 3696992 w 12192000"/>
              <a:gd name="connsiteY156" fmla="*/ 5047914 h 5096785"/>
              <a:gd name="connsiteX157" fmla="*/ 3696780 w 12192000"/>
              <a:gd name="connsiteY157" fmla="*/ 5048181 h 5096785"/>
              <a:gd name="connsiteX158" fmla="*/ 3688290 w 12192000"/>
              <a:gd name="connsiteY158" fmla="*/ 5048204 h 5096785"/>
              <a:gd name="connsiteX159" fmla="*/ 3682486 w 12192000"/>
              <a:gd name="connsiteY159" fmla="*/ 5047000 h 5096785"/>
              <a:gd name="connsiteX160" fmla="*/ 3667056 w 12192000"/>
              <a:gd name="connsiteY160" fmla="*/ 5046030 h 5096785"/>
              <a:gd name="connsiteX161" fmla="*/ 3661403 w 12192000"/>
              <a:gd name="connsiteY161" fmla="*/ 5047537 h 5096785"/>
              <a:gd name="connsiteX162" fmla="*/ 3658673 w 12192000"/>
              <a:gd name="connsiteY162" fmla="*/ 5050790 h 5096785"/>
              <a:gd name="connsiteX163" fmla="*/ 3657333 w 12192000"/>
              <a:gd name="connsiteY163" fmla="*/ 5050325 h 5096785"/>
              <a:gd name="connsiteX164" fmla="*/ 3626778 w 12192000"/>
              <a:gd name="connsiteY164" fmla="*/ 5057882 h 5096785"/>
              <a:gd name="connsiteX165" fmla="*/ 3560067 w 12192000"/>
              <a:gd name="connsiteY165" fmla="*/ 5064266 h 5096785"/>
              <a:gd name="connsiteX166" fmla="*/ 3522641 w 12192000"/>
              <a:gd name="connsiteY166" fmla="*/ 5063654 h 5096785"/>
              <a:gd name="connsiteX167" fmla="*/ 3419275 w 12192000"/>
              <a:gd name="connsiteY167" fmla="*/ 5066646 h 5096785"/>
              <a:gd name="connsiteX168" fmla="*/ 3314869 w 12192000"/>
              <a:gd name="connsiteY168" fmla="*/ 5073197 h 5096785"/>
              <a:gd name="connsiteX169" fmla="*/ 3259088 w 12192000"/>
              <a:gd name="connsiteY169" fmla="*/ 5096363 h 5096785"/>
              <a:gd name="connsiteX170" fmla="*/ 3253104 w 12192000"/>
              <a:gd name="connsiteY170" fmla="*/ 5096785 h 5096785"/>
              <a:gd name="connsiteX171" fmla="*/ 3238751 w 12192000"/>
              <a:gd name="connsiteY171" fmla="*/ 5092996 h 5096785"/>
              <a:gd name="connsiteX172" fmla="*/ 3233681 w 12192000"/>
              <a:gd name="connsiteY172" fmla="*/ 5090758 h 5096785"/>
              <a:gd name="connsiteX173" fmla="*/ 3225562 w 12192000"/>
              <a:gd name="connsiteY173" fmla="*/ 5089215 h 5096785"/>
              <a:gd name="connsiteX174" fmla="*/ 3225260 w 12192000"/>
              <a:gd name="connsiteY174" fmla="*/ 5089437 h 5096785"/>
              <a:gd name="connsiteX175" fmla="*/ 3217859 w 12192000"/>
              <a:gd name="connsiteY175" fmla="*/ 5087484 h 5096785"/>
              <a:gd name="connsiteX176" fmla="*/ 3182980 w 12192000"/>
              <a:gd name="connsiteY176" fmla="*/ 5074650 h 5096785"/>
              <a:gd name="connsiteX177" fmla="*/ 3123938 w 12192000"/>
              <a:gd name="connsiteY177" fmla="*/ 5089912 h 5096785"/>
              <a:gd name="connsiteX178" fmla="*/ 3101912 w 12192000"/>
              <a:gd name="connsiteY178" fmla="*/ 5090281 h 5096785"/>
              <a:gd name="connsiteX179" fmla="*/ 3089591 w 12192000"/>
              <a:gd name="connsiteY179" fmla="*/ 5091865 h 5096785"/>
              <a:gd name="connsiteX180" fmla="*/ 3088465 w 12192000"/>
              <a:gd name="connsiteY180" fmla="*/ 5092858 h 5096785"/>
              <a:gd name="connsiteX181" fmla="*/ 3055081 w 12192000"/>
              <a:gd name="connsiteY181" fmla="*/ 5080424 h 5096785"/>
              <a:gd name="connsiteX182" fmla="*/ 3049807 w 12192000"/>
              <a:gd name="connsiteY182" fmla="*/ 5080860 h 5096785"/>
              <a:gd name="connsiteX183" fmla="*/ 3029122 w 12192000"/>
              <a:gd name="connsiteY183" fmla="*/ 5070085 h 5096785"/>
              <a:gd name="connsiteX184" fmla="*/ 3017862 w 12192000"/>
              <a:gd name="connsiteY184" fmla="*/ 5065942 h 5096785"/>
              <a:gd name="connsiteX185" fmla="*/ 3015868 w 12192000"/>
              <a:gd name="connsiteY185" fmla="*/ 5061832 h 5096785"/>
              <a:gd name="connsiteX186" fmla="*/ 2998644 w 12192000"/>
              <a:gd name="connsiteY186" fmla="*/ 5057210 h 5096785"/>
              <a:gd name="connsiteX187" fmla="*/ 2996219 w 12192000"/>
              <a:gd name="connsiteY187" fmla="*/ 5057788 h 5096785"/>
              <a:gd name="connsiteX188" fmla="*/ 2983676 w 12192000"/>
              <a:gd name="connsiteY188" fmla="*/ 5049852 h 5096785"/>
              <a:gd name="connsiteX189" fmla="*/ 2903609 w 12192000"/>
              <a:gd name="connsiteY189" fmla="*/ 4998457 h 5096785"/>
              <a:gd name="connsiteX190" fmla="*/ 2758830 w 12192000"/>
              <a:gd name="connsiteY190" fmla="*/ 4974760 h 5096785"/>
              <a:gd name="connsiteX191" fmla="*/ 2532669 w 12192000"/>
              <a:gd name="connsiteY191" fmla="*/ 4940573 h 5096785"/>
              <a:gd name="connsiteX192" fmla="*/ 2389931 w 12192000"/>
              <a:gd name="connsiteY192" fmla="*/ 4905785 h 5096785"/>
              <a:gd name="connsiteX193" fmla="*/ 2335186 w 12192000"/>
              <a:gd name="connsiteY193" fmla="*/ 4902957 h 5096785"/>
              <a:gd name="connsiteX194" fmla="*/ 2295307 w 12192000"/>
              <a:gd name="connsiteY194" fmla="*/ 4879800 h 5096785"/>
              <a:gd name="connsiteX195" fmla="*/ 2273393 w 12192000"/>
              <a:gd name="connsiteY195" fmla="*/ 4883565 h 5096785"/>
              <a:gd name="connsiteX196" fmla="*/ 2269523 w 12192000"/>
              <a:gd name="connsiteY196" fmla="*/ 4884442 h 5096785"/>
              <a:gd name="connsiteX197" fmla="*/ 2256015 w 12192000"/>
              <a:gd name="connsiteY197" fmla="*/ 4883014 h 5096785"/>
              <a:gd name="connsiteX198" fmla="*/ 2249731 w 12192000"/>
              <a:gd name="connsiteY198" fmla="*/ 4888778 h 5096785"/>
              <a:gd name="connsiteX199" fmla="*/ 2227629 w 12192000"/>
              <a:gd name="connsiteY199" fmla="*/ 4891047 h 5096785"/>
              <a:gd name="connsiteX200" fmla="*/ 2203460 w 12192000"/>
              <a:gd name="connsiteY200" fmla="*/ 4886696 h 5096785"/>
              <a:gd name="connsiteX201" fmla="*/ 2091528 w 12192000"/>
              <a:gd name="connsiteY201" fmla="*/ 4859155 h 5096785"/>
              <a:gd name="connsiteX202" fmla="*/ 2022901 w 12192000"/>
              <a:gd name="connsiteY202" fmla="*/ 4846594 h 5096785"/>
              <a:gd name="connsiteX203" fmla="*/ 1994227 w 12192000"/>
              <a:gd name="connsiteY203" fmla="*/ 4847973 h 5096785"/>
              <a:gd name="connsiteX204" fmla="*/ 1955936 w 12192000"/>
              <a:gd name="connsiteY204" fmla="*/ 4845765 h 5096785"/>
              <a:gd name="connsiteX205" fmla="*/ 1741924 w 12192000"/>
              <a:gd name="connsiteY205" fmla="*/ 4808054 h 5096785"/>
              <a:gd name="connsiteX206" fmla="*/ 1734410 w 12192000"/>
              <a:gd name="connsiteY206" fmla="*/ 4811675 h 5096785"/>
              <a:gd name="connsiteX207" fmla="*/ 1691423 w 12192000"/>
              <a:gd name="connsiteY207" fmla="*/ 4802777 h 5096785"/>
              <a:gd name="connsiteX208" fmla="*/ 1554504 w 12192000"/>
              <a:gd name="connsiteY208" fmla="*/ 4739985 h 5096785"/>
              <a:gd name="connsiteX209" fmla="*/ 1470119 w 12192000"/>
              <a:gd name="connsiteY209" fmla="*/ 4723470 h 5096785"/>
              <a:gd name="connsiteX210" fmla="*/ 1437967 w 12192000"/>
              <a:gd name="connsiteY210" fmla="*/ 4722710 h 5096785"/>
              <a:gd name="connsiteX211" fmla="*/ 1384234 w 12192000"/>
              <a:gd name="connsiteY211" fmla="*/ 4721117 h 5096785"/>
              <a:gd name="connsiteX212" fmla="*/ 1338647 w 12192000"/>
              <a:gd name="connsiteY212" fmla="*/ 4732483 h 5096785"/>
              <a:gd name="connsiteX213" fmla="*/ 1295869 w 12192000"/>
              <a:gd name="connsiteY213" fmla="*/ 4726175 h 5096785"/>
              <a:gd name="connsiteX214" fmla="*/ 1292949 w 12192000"/>
              <a:gd name="connsiteY214" fmla="*/ 4708469 h 5096785"/>
              <a:gd name="connsiteX215" fmla="*/ 1244908 w 12192000"/>
              <a:gd name="connsiteY215" fmla="*/ 4706993 h 5096785"/>
              <a:gd name="connsiteX216" fmla="*/ 1171266 w 12192000"/>
              <a:gd name="connsiteY216" fmla="*/ 4706535 h 5096785"/>
              <a:gd name="connsiteX217" fmla="*/ 1160868 w 12192000"/>
              <a:gd name="connsiteY217" fmla="*/ 4701936 h 5096785"/>
              <a:gd name="connsiteX218" fmla="*/ 1147599 w 12192000"/>
              <a:gd name="connsiteY218" fmla="*/ 4714833 h 5096785"/>
              <a:gd name="connsiteX219" fmla="*/ 1119603 w 12192000"/>
              <a:gd name="connsiteY219" fmla="*/ 4721303 h 5096785"/>
              <a:gd name="connsiteX220" fmla="*/ 997851 w 12192000"/>
              <a:gd name="connsiteY220" fmla="*/ 4722336 h 5096785"/>
              <a:gd name="connsiteX221" fmla="*/ 976455 w 12192000"/>
              <a:gd name="connsiteY221" fmla="*/ 4726407 h 5096785"/>
              <a:gd name="connsiteX222" fmla="*/ 949939 w 12192000"/>
              <a:gd name="connsiteY222" fmla="*/ 4719699 h 5096785"/>
              <a:gd name="connsiteX223" fmla="*/ 894148 w 12192000"/>
              <a:gd name="connsiteY223" fmla="*/ 4710406 h 5096785"/>
              <a:gd name="connsiteX224" fmla="*/ 857990 w 12192000"/>
              <a:gd name="connsiteY224" fmla="*/ 4696844 h 5096785"/>
              <a:gd name="connsiteX225" fmla="*/ 848649 w 12192000"/>
              <a:gd name="connsiteY225" fmla="*/ 4704021 h 5096785"/>
              <a:gd name="connsiteX226" fmla="*/ 826436 w 12192000"/>
              <a:gd name="connsiteY226" fmla="*/ 4707421 h 5096785"/>
              <a:gd name="connsiteX227" fmla="*/ 733052 w 12192000"/>
              <a:gd name="connsiteY227" fmla="*/ 4701884 h 5096785"/>
              <a:gd name="connsiteX228" fmla="*/ 716185 w 12192000"/>
              <a:gd name="connsiteY228" fmla="*/ 4703827 h 5096785"/>
              <a:gd name="connsiteX229" fmla="*/ 696663 w 12192000"/>
              <a:gd name="connsiteY229" fmla="*/ 4697420 h 5096785"/>
              <a:gd name="connsiteX230" fmla="*/ 582722 w 12192000"/>
              <a:gd name="connsiteY230" fmla="*/ 4658637 h 5096785"/>
              <a:gd name="connsiteX231" fmla="*/ 581118 w 12192000"/>
              <a:gd name="connsiteY231" fmla="*/ 4654120 h 5096785"/>
              <a:gd name="connsiteX232" fmla="*/ 546453 w 12192000"/>
              <a:gd name="connsiteY232" fmla="*/ 4652542 h 5096785"/>
              <a:gd name="connsiteX233" fmla="*/ 536773 w 12192000"/>
              <a:gd name="connsiteY233" fmla="*/ 4644609 h 5096785"/>
              <a:gd name="connsiteX234" fmla="*/ 518899 w 12192000"/>
              <a:gd name="connsiteY234" fmla="*/ 4642839 h 5096785"/>
              <a:gd name="connsiteX235" fmla="*/ 388896 w 12192000"/>
              <a:gd name="connsiteY235" fmla="*/ 4619173 h 5096785"/>
              <a:gd name="connsiteX236" fmla="*/ 366479 w 12192000"/>
              <a:gd name="connsiteY236" fmla="*/ 4618896 h 5096785"/>
              <a:gd name="connsiteX237" fmla="*/ 342781 w 12192000"/>
              <a:gd name="connsiteY237" fmla="*/ 4601239 h 5096785"/>
              <a:gd name="connsiteX238" fmla="*/ 255925 w 12192000"/>
              <a:gd name="connsiteY238" fmla="*/ 4598685 h 5096785"/>
              <a:gd name="connsiteX239" fmla="*/ 226919 w 12192000"/>
              <a:gd name="connsiteY239" fmla="*/ 4598460 h 5096785"/>
              <a:gd name="connsiteX240" fmla="*/ 213925 w 12192000"/>
              <a:gd name="connsiteY240" fmla="*/ 4597783 h 5096785"/>
              <a:gd name="connsiteX241" fmla="*/ 215196 w 12192000"/>
              <a:gd name="connsiteY241" fmla="*/ 4588576 h 5096785"/>
              <a:gd name="connsiteX242" fmla="*/ 180214 w 12192000"/>
              <a:gd name="connsiteY242" fmla="*/ 4583701 h 5096785"/>
              <a:gd name="connsiteX243" fmla="*/ 83203 w 12192000"/>
              <a:gd name="connsiteY243" fmla="*/ 4531664 h 5096785"/>
              <a:gd name="connsiteX244" fmla="*/ 4106 w 12192000"/>
              <a:gd name="connsiteY244" fmla="*/ 4517202 h 5096785"/>
              <a:gd name="connsiteX245" fmla="*/ 0 w 12192000"/>
              <a:gd name="connsiteY245" fmla="*/ 4516084 h 5096785"/>
              <a:gd name="connsiteX246" fmla="*/ 0 w 12192000"/>
              <a:gd name="connsiteY246"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720786 w 12192000"/>
              <a:gd name="connsiteY15" fmla="*/ 4265611 h 5096785"/>
              <a:gd name="connsiteX16" fmla="*/ 9652162 w 12192000"/>
              <a:gd name="connsiteY16" fmla="*/ 425271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9037321 w 12192000"/>
              <a:gd name="connsiteY24" fmla="*/ 4371817 h 5096785"/>
              <a:gd name="connsiteX25" fmla="*/ 8990743 w 12192000"/>
              <a:gd name="connsiteY25" fmla="*/ 4382161 h 5096785"/>
              <a:gd name="connsiteX26" fmla="*/ 8979819 w 12192000"/>
              <a:gd name="connsiteY26" fmla="*/ 4366419 h 5096785"/>
              <a:gd name="connsiteX27" fmla="*/ 8936044 w 12192000"/>
              <a:gd name="connsiteY27" fmla="*/ 4370992 h 5096785"/>
              <a:gd name="connsiteX28" fmla="*/ 8897707 w 12192000"/>
              <a:gd name="connsiteY28" fmla="*/ 4392673 h 5096785"/>
              <a:gd name="connsiteX29" fmla="*/ 8845635 w 12192000"/>
              <a:gd name="connsiteY29" fmla="*/ 4404300 h 5096785"/>
              <a:gd name="connsiteX30" fmla="*/ 8814562 w 12192000"/>
              <a:gd name="connsiteY30" fmla="*/ 4411434 h 5096785"/>
              <a:gd name="connsiteX31" fmla="*/ 8726349 w 12192000"/>
              <a:gd name="connsiteY31" fmla="*/ 4416668 h 5096785"/>
              <a:gd name="connsiteX32" fmla="*/ 8566678 w 12192000"/>
              <a:gd name="connsiteY32" fmla="*/ 4391711 h 5096785"/>
              <a:gd name="connsiteX33" fmla="*/ 8521516 w 12192000"/>
              <a:gd name="connsiteY33" fmla="*/ 4393927 h 5096785"/>
              <a:gd name="connsiteX34" fmla="*/ 8515998 w 12192000"/>
              <a:gd name="connsiteY34" fmla="*/ 4399124 h 5096785"/>
              <a:gd name="connsiteX35" fmla="*/ 8449547 w 12192000"/>
              <a:gd name="connsiteY35" fmla="*/ 4383170 h 5096785"/>
              <a:gd name="connsiteX36" fmla="*/ 8360285 w 12192000"/>
              <a:gd name="connsiteY36" fmla="*/ 4398502 h 5096785"/>
              <a:gd name="connsiteX37" fmla="*/ 8256584 w 12192000"/>
              <a:gd name="connsiteY37" fmla="*/ 4423564 h 5096785"/>
              <a:gd name="connsiteX38" fmla="*/ 8229821 w 12192000"/>
              <a:gd name="connsiteY38" fmla="*/ 4431840 h 5096785"/>
              <a:gd name="connsiteX39" fmla="*/ 8158476 w 12192000"/>
              <a:gd name="connsiteY39" fmla="*/ 4436904 h 5096785"/>
              <a:gd name="connsiteX40" fmla="*/ 7993707 w 12192000"/>
              <a:gd name="connsiteY40" fmla="*/ 4447962 h 5096785"/>
              <a:gd name="connsiteX41" fmla="*/ 7990346 w 12192000"/>
              <a:gd name="connsiteY41" fmla="*/ 4454853 h 5096785"/>
              <a:gd name="connsiteX42" fmla="*/ 7976786 w 12192000"/>
              <a:gd name="connsiteY42" fmla="*/ 4456820 h 5096785"/>
              <a:gd name="connsiteX43" fmla="*/ 7973491 w 12192000"/>
              <a:gd name="connsiteY43" fmla="*/ 4458577 h 5096785"/>
              <a:gd name="connsiteX44" fmla="*/ 7954281 w 12192000"/>
              <a:gd name="connsiteY44" fmla="*/ 4467421 h 5096785"/>
              <a:gd name="connsiteX45" fmla="*/ 7905540 w 12192000"/>
              <a:gd name="connsiteY45" fmla="*/ 4455628 h 5096785"/>
              <a:gd name="connsiteX46" fmla="*/ 7851932 w 12192000"/>
              <a:gd name="connsiteY46" fmla="*/ 4466353 h 5096785"/>
              <a:gd name="connsiteX47" fmla="*/ 7639078 w 12192000"/>
              <a:gd name="connsiteY47" fmla="*/ 4467635 h 5096785"/>
              <a:gd name="connsiteX48" fmla="*/ 7612359 w 12192000"/>
              <a:gd name="connsiteY48" fmla="*/ 4492789 h 5096785"/>
              <a:gd name="connsiteX49" fmla="*/ 7527328 w 12192000"/>
              <a:gd name="connsiteY49" fmla="*/ 4502199 h 5096785"/>
              <a:gd name="connsiteX50" fmla="*/ 7388717 w 12192000"/>
              <a:gd name="connsiteY50" fmla="*/ 4470799 h 5096785"/>
              <a:gd name="connsiteX51" fmla="*/ 7231898 w 12192000"/>
              <a:gd name="connsiteY51" fmla="*/ 4486028 h 5096785"/>
              <a:gd name="connsiteX52" fmla="*/ 7218425 w 12192000"/>
              <a:gd name="connsiteY52" fmla="*/ 4477288 h 5096785"/>
              <a:gd name="connsiteX53" fmla="*/ 7202795 w 12192000"/>
              <a:gd name="connsiteY53" fmla="*/ 4472972 h 5096785"/>
              <a:gd name="connsiteX54" fmla="*/ 7200744 w 12192000"/>
              <a:gd name="connsiteY54" fmla="*/ 4474099 h 5096785"/>
              <a:gd name="connsiteX55" fmla="*/ 7182163 w 12192000"/>
              <a:gd name="connsiteY55" fmla="*/ 4474005 h 5096785"/>
              <a:gd name="connsiteX56" fmla="*/ 7178368 w 12192000"/>
              <a:gd name="connsiteY56" fmla="*/ 4470673 h 5096785"/>
              <a:gd name="connsiteX57" fmla="*/ 7165705 w 12192000"/>
              <a:gd name="connsiteY57" fmla="*/ 4469569 h 5096785"/>
              <a:gd name="connsiteX58" fmla="*/ 7140991 w 12192000"/>
              <a:gd name="connsiteY58" fmla="*/ 4464599 h 5096785"/>
              <a:gd name="connsiteX59" fmla="*/ 7136152 w 12192000"/>
              <a:gd name="connsiteY59" fmla="*/ 4466292 h 5096785"/>
              <a:gd name="connsiteX60" fmla="*/ 7098544 w 12192000"/>
              <a:gd name="connsiteY60" fmla="*/ 4462879 h 5096785"/>
              <a:gd name="connsiteX61" fmla="*/ 7097922 w 12192000"/>
              <a:gd name="connsiteY61" fmla="*/ 4464077 h 5096785"/>
              <a:gd name="connsiteX62" fmla="*/ 7086877 w 12192000"/>
              <a:gd name="connsiteY62" fmla="*/ 4468554 h 5096785"/>
              <a:gd name="connsiteX63" fmla="*/ 7065999 w 12192000"/>
              <a:gd name="connsiteY63" fmla="*/ 4474270 h 5096785"/>
              <a:gd name="connsiteX64" fmla="*/ 7016598 w 12192000"/>
              <a:gd name="connsiteY64" fmla="*/ 4502855 h 5096785"/>
              <a:gd name="connsiteX65" fmla="*/ 6977375 w 12192000"/>
              <a:gd name="connsiteY65" fmla="*/ 4499434 h 5096785"/>
              <a:gd name="connsiteX66" fmla="*/ 6969409 w 12192000"/>
              <a:gd name="connsiteY66" fmla="*/ 4499424 h 5096785"/>
              <a:gd name="connsiteX67" fmla="*/ 6969218 w 12192000"/>
              <a:gd name="connsiteY67" fmla="*/ 4499704 h 5096785"/>
              <a:gd name="connsiteX68" fmla="*/ 6960755 w 12192000"/>
              <a:gd name="connsiteY68" fmla="*/ 4500249 h 5096785"/>
              <a:gd name="connsiteX69" fmla="*/ 6954882 w 12192000"/>
              <a:gd name="connsiteY69" fmla="*/ 4499405 h 5096785"/>
              <a:gd name="connsiteX70" fmla="*/ 6939428 w 12192000"/>
              <a:gd name="connsiteY70" fmla="*/ 4499385 h 5096785"/>
              <a:gd name="connsiteX71" fmla="*/ 6933902 w 12192000"/>
              <a:gd name="connsiteY71" fmla="*/ 4501239 h 5096785"/>
              <a:gd name="connsiteX72" fmla="*/ 6891244 w 12192000"/>
              <a:gd name="connsiteY72" fmla="*/ 4536371 h 5096785"/>
              <a:gd name="connsiteX73" fmla="*/ 6794496 w 12192000"/>
              <a:gd name="connsiteY73" fmla="*/ 4567924 h 5096785"/>
              <a:gd name="connsiteX74" fmla="*/ 6574528 w 12192000"/>
              <a:gd name="connsiteY74" fmla="*/ 4641155 h 5096785"/>
              <a:gd name="connsiteX75" fmla="*/ 6573036 w 12192000"/>
              <a:gd name="connsiteY75" fmla="*/ 4641049 h 5096785"/>
              <a:gd name="connsiteX76" fmla="*/ 6571920 w 12192000"/>
              <a:gd name="connsiteY76" fmla="*/ 4644739 h 5096785"/>
              <a:gd name="connsiteX77" fmla="*/ 6552021 w 12192000"/>
              <a:gd name="connsiteY77" fmla="*/ 4650379 h 5096785"/>
              <a:gd name="connsiteX78" fmla="*/ 6545925 w 12192000"/>
              <a:gd name="connsiteY78" fmla="*/ 4650675 h 5096785"/>
              <a:gd name="connsiteX79" fmla="*/ 6537822 w 12192000"/>
              <a:gd name="connsiteY79" fmla="*/ 4652769 h 5096785"/>
              <a:gd name="connsiteX80" fmla="*/ 6537743 w 12192000"/>
              <a:gd name="connsiteY80" fmla="*/ 4653068 h 5096785"/>
              <a:gd name="connsiteX81" fmla="*/ 6490057 w 12192000"/>
              <a:gd name="connsiteY81" fmla="*/ 4658624 h 5096785"/>
              <a:gd name="connsiteX82" fmla="*/ 6386800 w 12192000"/>
              <a:gd name="connsiteY82" fmla="*/ 4715431 h 5096785"/>
              <a:gd name="connsiteX83" fmla="*/ 6382703 w 12192000"/>
              <a:gd name="connsiteY83" fmla="*/ 4717930 h 5096785"/>
              <a:gd name="connsiteX84" fmla="*/ 6356495 w 12192000"/>
              <a:gd name="connsiteY84" fmla="*/ 4717843 h 5096785"/>
              <a:gd name="connsiteX85" fmla="*/ 6343628 w 12192000"/>
              <a:gd name="connsiteY85" fmla="*/ 4719161 h 5096785"/>
              <a:gd name="connsiteX86" fmla="*/ 6338605 w 12192000"/>
              <a:gd name="connsiteY86" fmla="*/ 4716723 h 5096785"/>
              <a:gd name="connsiteX87" fmla="*/ 6320318 w 12192000"/>
              <a:gd name="connsiteY87" fmla="*/ 4720095 h 5096785"/>
              <a:gd name="connsiteX88" fmla="*/ 6318742 w 12192000"/>
              <a:gd name="connsiteY88" fmla="*/ 4721541 h 5096785"/>
              <a:gd name="connsiteX89" fmla="*/ 6301708 w 12192000"/>
              <a:gd name="connsiteY89" fmla="*/ 4720380 h 5096785"/>
              <a:gd name="connsiteX90" fmla="*/ 6285082 w 12192000"/>
              <a:gd name="connsiteY90" fmla="*/ 4714639 h 5096785"/>
              <a:gd name="connsiteX91" fmla="*/ 6136936 w 12192000"/>
              <a:gd name="connsiteY91" fmla="*/ 4758246 h 5096785"/>
              <a:gd name="connsiteX92" fmla="*/ 5988578 w 12192000"/>
              <a:gd name="connsiteY92" fmla="*/ 4754427 h 5096785"/>
              <a:gd name="connsiteX93" fmla="*/ 5908701 w 12192000"/>
              <a:gd name="connsiteY93" fmla="*/ 4779160 h 5096785"/>
              <a:gd name="connsiteX94" fmla="*/ 5892219 w 12192000"/>
              <a:gd name="connsiteY94" fmla="*/ 4807892 h 5096785"/>
              <a:gd name="connsiteX95" fmla="*/ 5683612 w 12192000"/>
              <a:gd name="connsiteY95" fmla="*/ 4848770 h 5096785"/>
              <a:gd name="connsiteX96" fmla="*/ 5635111 w 12192000"/>
              <a:gd name="connsiteY96" fmla="*/ 4868888 h 5096785"/>
              <a:gd name="connsiteX97" fmla="*/ 5582652 w 12192000"/>
              <a:gd name="connsiteY97" fmla="*/ 4866836 h 5096785"/>
              <a:gd name="connsiteX98" fmla="*/ 5567213 w 12192000"/>
              <a:gd name="connsiteY98" fmla="*/ 4878769 h 5096785"/>
              <a:gd name="connsiteX99" fmla="*/ 5564659 w 12192000"/>
              <a:gd name="connsiteY99" fmla="*/ 4881042 h 5096785"/>
              <a:gd name="connsiteX100" fmla="*/ 5552102 w 12192000"/>
              <a:gd name="connsiteY100" fmla="*/ 4885426 h 5096785"/>
              <a:gd name="connsiteX101" fmla="*/ 5551475 w 12192000"/>
              <a:gd name="connsiteY101" fmla="*/ 4892560 h 5096785"/>
              <a:gd name="connsiteX102" fmla="*/ 5534664 w 12192000"/>
              <a:gd name="connsiteY102" fmla="*/ 4903385 h 5096785"/>
              <a:gd name="connsiteX103" fmla="*/ 5510737 w 12192000"/>
              <a:gd name="connsiteY103" fmla="*/ 4909807 h 5096785"/>
              <a:gd name="connsiteX104" fmla="*/ 5393901 w 12192000"/>
              <a:gd name="connsiteY104" fmla="*/ 4933709 h 5096785"/>
              <a:gd name="connsiteX105" fmla="*/ 5325782 w 12192000"/>
              <a:gd name="connsiteY105" fmla="*/ 4951789 h 5096785"/>
              <a:gd name="connsiteX106" fmla="*/ 5302703 w 12192000"/>
              <a:gd name="connsiteY106" fmla="*/ 4964590 h 5096785"/>
              <a:gd name="connsiteX107" fmla="*/ 5268591 w 12192000"/>
              <a:gd name="connsiteY107" fmla="*/ 4978479 h 5096785"/>
              <a:gd name="connsiteX108" fmla="*/ 5210559 w 12192000"/>
              <a:gd name="connsiteY108" fmla="*/ 5007585 h 5096785"/>
              <a:gd name="connsiteX109" fmla="*/ 5177597 w 12192000"/>
              <a:gd name="connsiteY109" fmla="*/ 5015926 h 5096785"/>
              <a:gd name="connsiteX110" fmla="*/ 5160569 w 12192000"/>
              <a:gd name="connsiteY110" fmla="*/ 5025681 h 5096785"/>
              <a:gd name="connsiteX111" fmla="*/ 5152748 w 12192000"/>
              <a:gd name="connsiteY111" fmla="*/ 5026569 h 5096785"/>
              <a:gd name="connsiteX112" fmla="*/ 5127678 w 12192000"/>
              <a:gd name="connsiteY112" fmla="*/ 5032947 h 5096785"/>
              <a:gd name="connsiteX113" fmla="*/ 5113147 w 12192000"/>
              <a:gd name="connsiteY113" fmla="*/ 5035818 h 5096785"/>
              <a:gd name="connsiteX114" fmla="*/ 5107301 w 12192000"/>
              <a:gd name="connsiteY114" fmla="*/ 5036672 h 5096785"/>
              <a:gd name="connsiteX115" fmla="*/ 5093215 w 12192000"/>
              <a:gd name="connsiteY115" fmla="*/ 5032880 h 5096785"/>
              <a:gd name="connsiteX116" fmla="*/ 5077058 w 12192000"/>
              <a:gd name="connsiteY116" fmla="*/ 5038681 h 5096785"/>
              <a:gd name="connsiteX117" fmla="*/ 5057349 w 12192000"/>
              <a:gd name="connsiteY117" fmla="*/ 5036015 h 5096785"/>
              <a:gd name="connsiteX118" fmla="*/ 5053945 w 12192000"/>
              <a:gd name="connsiteY118" fmla="*/ 5041952 h 5096785"/>
              <a:gd name="connsiteX119" fmla="*/ 5040021 w 12192000"/>
              <a:gd name="connsiteY119" fmla="*/ 5050052 h 5096785"/>
              <a:gd name="connsiteX120" fmla="*/ 5025913 w 12192000"/>
              <a:gd name="connsiteY120" fmla="*/ 5046535 h 5096785"/>
              <a:gd name="connsiteX121" fmla="*/ 4998218 w 12192000"/>
              <a:gd name="connsiteY121" fmla="*/ 5048065 h 5096785"/>
              <a:gd name="connsiteX122" fmla="*/ 4991008 w 12192000"/>
              <a:gd name="connsiteY122" fmla="*/ 5050439 h 5096785"/>
              <a:gd name="connsiteX123" fmla="*/ 4963503 w 12192000"/>
              <a:gd name="connsiteY123" fmla="*/ 5047575 h 5096785"/>
              <a:gd name="connsiteX124" fmla="*/ 4921053 w 12192000"/>
              <a:gd name="connsiteY124" fmla="*/ 5048925 h 5096785"/>
              <a:gd name="connsiteX125" fmla="*/ 4873420 w 12192000"/>
              <a:gd name="connsiteY125" fmla="*/ 5054929 h 5096785"/>
              <a:gd name="connsiteX126" fmla="*/ 4858825 w 12192000"/>
              <a:gd name="connsiteY126" fmla="*/ 5051329 h 5096785"/>
              <a:gd name="connsiteX127" fmla="*/ 4769340 w 12192000"/>
              <a:gd name="connsiteY127" fmla="*/ 5053090 h 5096785"/>
              <a:gd name="connsiteX128" fmla="*/ 4744152 w 12192000"/>
              <a:gd name="connsiteY128" fmla="*/ 5053391 h 5096785"/>
              <a:gd name="connsiteX129" fmla="*/ 4723556 w 12192000"/>
              <a:gd name="connsiteY129" fmla="*/ 5059633 h 5096785"/>
              <a:gd name="connsiteX130" fmla="*/ 4719699 w 12192000"/>
              <a:gd name="connsiteY130" fmla="*/ 5066298 h 5096785"/>
              <a:gd name="connsiteX131" fmla="*/ 4706016 w 12192000"/>
              <a:gd name="connsiteY131" fmla="*/ 5067422 h 5096785"/>
              <a:gd name="connsiteX132" fmla="*/ 4702593 w 12192000"/>
              <a:gd name="connsiteY132" fmla="*/ 5068973 h 5096785"/>
              <a:gd name="connsiteX133" fmla="*/ 4682766 w 12192000"/>
              <a:gd name="connsiteY133" fmla="*/ 5076609 h 5096785"/>
              <a:gd name="connsiteX134" fmla="*/ 4634960 w 12192000"/>
              <a:gd name="connsiteY134" fmla="*/ 5061852 h 5096785"/>
              <a:gd name="connsiteX135" fmla="*/ 4580645 w 12192000"/>
              <a:gd name="connsiteY135" fmla="*/ 5069246 h 5096785"/>
              <a:gd name="connsiteX136" fmla="*/ 4368005 w 12192000"/>
              <a:gd name="connsiteY136" fmla="*/ 5057426 h 5096785"/>
              <a:gd name="connsiteX137" fmla="*/ 4339489 w 12192000"/>
              <a:gd name="connsiteY137" fmla="*/ 5080858 h 5096785"/>
              <a:gd name="connsiteX138" fmla="*/ 4253895 w 12192000"/>
              <a:gd name="connsiteY138" fmla="*/ 5085008 h 5096785"/>
              <a:gd name="connsiteX139" fmla="*/ 4117780 w 12192000"/>
              <a:gd name="connsiteY139" fmla="*/ 5045175 h 5096785"/>
              <a:gd name="connsiteX140" fmla="*/ 3960074 w 12192000"/>
              <a:gd name="connsiteY140" fmla="*/ 5050708 h 5096785"/>
              <a:gd name="connsiteX141" fmla="*/ 3947260 w 12192000"/>
              <a:gd name="connsiteY141" fmla="*/ 5041167 h 5096785"/>
              <a:gd name="connsiteX142" fmla="*/ 3931969 w 12192000"/>
              <a:gd name="connsiteY142" fmla="*/ 5035902 h 5096785"/>
              <a:gd name="connsiteX143" fmla="*/ 3929836 w 12192000"/>
              <a:gd name="connsiteY143" fmla="*/ 5036901 h 5096785"/>
              <a:gd name="connsiteX144" fmla="*/ 3911296 w 12192000"/>
              <a:gd name="connsiteY144" fmla="*/ 5035663 h 5096785"/>
              <a:gd name="connsiteX145" fmla="*/ 3907746 w 12192000"/>
              <a:gd name="connsiteY145" fmla="*/ 5032107 h 5096785"/>
              <a:gd name="connsiteX146" fmla="*/ 3895182 w 12192000"/>
              <a:gd name="connsiteY146" fmla="*/ 5030229 h 5096785"/>
              <a:gd name="connsiteX147" fmla="*/ 3870866 w 12192000"/>
              <a:gd name="connsiteY147" fmla="*/ 5023753 h 5096785"/>
              <a:gd name="connsiteX148" fmla="*/ 3865913 w 12192000"/>
              <a:gd name="connsiteY148" fmla="*/ 5025143 h 5096785"/>
              <a:gd name="connsiteX149" fmla="*/ 3828606 w 12192000"/>
              <a:gd name="connsiteY149" fmla="*/ 5019426 h 5096785"/>
              <a:gd name="connsiteX150" fmla="*/ 3827901 w 12192000"/>
              <a:gd name="connsiteY150" fmla="*/ 5020583 h 5096785"/>
              <a:gd name="connsiteX151" fmla="*/ 3816543 w 12192000"/>
              <a:gd name="connsiteY151" fmla="*/ 5024366 h 5096785"/>
              <a:gd name="connsiteX152" fmla="*/ 3795278 w 12192000"/>
              <a:gd name="connsiteY152" fmla="*/ 5028779 h 5096785"/>
              <a:gd name="connsiteX153" fmla="*/ 3743858 w 12192000"/>
              <a:gd name="connsiteY153" fmla="*/ 5054237 h 5096785"/>
              <a:gd name="connsiteX154" fmla="*/ 3704945 w 12192000"/>
              <a:gd name="connsiteY154" fmla="*/ 5048413 h 5096785"/>
              <a:gd name="connsiteX155" fmla="*/ 3696992 w 12192000"/>
              <a:gd name="connsiteY155" fmla="*/ 5047914 h 5096785"/>
              <a:gd name="connsiteX156" fmla="*/ 3696780 w 12192000"/>
              <a:gd name="connsiteY156" fmla="*/ 5048181 h 5096785"/>
              <a:gd name="connsiteX157" fmla="*/ 3688290 w 12192000"/>
              <a:gd name="connsiteY157" fmla="*/ 5048204 h 5096785"/>
              <a:gd name="connsiteX158" fmla="*/ 3682486 w 12192000"/>
              <a:gd name="connsiteY158" fmla="*/ 5047000 h 5096785"/>
              <a:gd name="connsiteX159" fmla="*/ 3667056 w 12192000"/>
              <a:gd name="connsiteY159" fmla="*/ 5046030 h 5096785"/>
              <a:gd name="connsiteX160" fmla="*/ 3661403 w 12192000"/>
              <a:gd name="connsiteY160" fmla="*/ 5047537 h 5096785"/>
              <a:gd name="connsiteX161" fmla="*/ 3658673 w 12192000"/>
              <a:gd name="connsiteY161" fmla="*/ 5050790 h 5096785"/>
              <a:gd name="connsiteX162" fmla="*/ 3657333 w 12192000"/>
              <a:gd name="connsiteY162" fmla="*/ 5050325 h 5096785"/>
              <a:gd name="connsiteX163" fmla="*/ 3626778 w 12192000"/>
              <a:gd name="connsiteY163" fmla="*/ 5057882 h 5096785"/>
              <a:gd name="connsiteX164" fmla="*/ 3560067 w 12192000"/>
              <a:gd name="connsiteY164" fmla="*/ 5064266 h 5096785"/>
              <a:gd name="connsiteX165" fmla="*/ 3522641 w 12192000"/>
              <a:gd name="connsiteY165" fmla="*/ 5063654 h 5096785"/>
              <a:gd name="connsiteX166" fmla="*/ 3419275 w 12192000"/>
              <a:gd name="connsiteY166" fmla="*/ 5066646 h 5096785"/>
              <a:gd name="connsiteX167" fmla="*/ 3314869 w 12192000"/>
              <a:gd name="connsiteY167" fmla="*/ 5073197 h 5096785"/>
              <a:gd name="connsiteX168" fmla="*/ 3259088 w 12192000"/>
              <a:gd name="connsiteY168" fmla="*/ 5096363 h 5096785"/>
              <a:gd name="connsiteX169" fmla="*/ 3253104 w 12192000"/>
              <a:gd name="connsiteY169" fmla="*/ 5096785 h 5096785"/>
              <a:gd name="connsiteX170" fmla="*/ 3238751 w 12192000"/>
              <a:gd name="connsiteY170" fmla="*/ 5092996 h 5096785"/>
              <a:gd name="connsiteX171" fmla="*/ 3233681 w 12192000"/>
              <a:gd name="connsiteY171" fmla="*/ 5090758 h 5096785"/>
              <a:gd name="connsiteX172" fmla="*/ 3225562 w 12192000"/>
              <a:gd name="connsiteY172" fmla="*/ 5089215 h 5096785"/>
              <a:gd name="connsiteX173" fmla="*/ 3225260 w 12192000"/>
              <a:gd name="connsiteY173" fmla="*/ 5089437 h 5096785"/>
              <a:gd name="connsiteX174" fmla="*/ 3217859 w 12192000"/>
              <a:gd name="connsiteY174" fmla="*/ 5087484 h 5096785"/>
              <a:gd name="connsiteX175" fmla="*/ 3182980 w 12192000"/>
              <a:gd name="connsiteY175" fmla="*/ 5074650 h 5096785"/>
              <a:gd name="connsiteX176" fmla="*/ 3123938 w 12192000"/>
              <a:gd name="connsiteY176" fmla="*/ 5089912 h 5096785"/>
              <a:gd name="connsiteX177" fmla="*/ 3101912 w 12192000"/>
              <a:gd name="connsiteY177" fmla="*/ 5090281 h 5096785"/>
              <a:gd name="connsiteX178" fmla="*/ 3089591 w 12192000"/>
              <a:gd name="connsiteY178" fmla="*/ 5091865 h 5096785"/>
              <a:gd name="connsiteX179" fmla="*/ 3088465 w 12192000"/>
              <a:gd name="connsiteY179" fmla="*/ 5092858 h 5096785"/>
              <a:gd name="connsiteX180" fmla="*/ 3055081 w 12192000"/>
              <a:gd name="connsiteY180" fmla="*/ 5080424 h 5096785"/>
              <a:gd name="connsiteX181" fmla="*/ 3049807 w 12192000"/>
              <a:gd name="connsiteY181" fmla="*/ 5080860 h 5096785"/>
              <a:gd name="connsiteX182" fmla="*/ 3029122 w 12192000"/>
              <a:gd name="connsiteY182" fmla="*/ 5070085 h 5096785"/>
              <a:gd name="connsiteX183" fmla="*/ 3017862 w 12192000"/>
              <a:gd name="connsiteY183" fmla="*/ 5065942 h 5096785"/>
              <a:gd name="connsiteX184" fmla="*/ 3015868 w 12192000"/>
              <a:gd name="connsiteY184" fmla="*/ 5061832 h 5096785"/>
              <a:gd name="connsiteX185" fmla="*/ 2998644 w 12192000"/>
              <a:gd name="connsiteY185" fmla="*/ 5057210 h 5096785"/>
              <a:gd name="connsiteX186" fmla="*/ 2996219 w 12192000"/>
              <a:gd name="connsiteY186" fmla="*/ 5057788 h 5096785"/>
              <a:gd name="connsiteX187" fmla="*/ 2983676 w 12192000"/>
              <a:gd name="connsiteY187" fmla="*/ 5049852 h 5096785"/>
              <a:gd name="connsiteX188" fmla="*/ 2903609 w 12192000"/>
              <a:gd name="connsiteY188" fmla="*/ 4998457 h 5096785"/>
              <a:gd name="connsiteX189" fmla="*/ 2758830 w 12192000"/>
              <a:gd name="connsiteY189" fmla="*/ 4974760 h 5096785"/>
              <a:gd name="connsiteX190" fmla="*/ 2532669 w 12192000"/>
              <a:gd name="connsiteY190" fmla="*/ 4940573 h 5096785"/>
              <a:gd name="connsiteX191" fmla="*/ 2389931 w 12192000"/>
              <a:gd name="connsiteY191" fmla="*/ 4905785 h 5096785"/>
              <a:gd name="connsiteX192" fmla="*/ 2335186 w 12192000"/>
              <a:gd name="connsiteY192" fmla="*/ 4902957 h 5096785"/>
              <a:gd name="connsiteX193" fmla="*/ 2295307 w 12192000"/>
              <a:gd name="connsiteY193" fmla="*/ 4879800 h 5096785"/>
              <a:gd name="connsiteX194" fmla="*/ 2273393 w 12192000"/>
              <a:gd name="connsiteY194" fmla="*/ 4883565 h 5096785"/>
              <a:gd name="connsiteX195" fmla="*/ 2269523 w 12192000"/>
              <a:gd name="connsiteY195" fmla="*/ 4884442 h 5096785"/>
              <a:gd name="connsiteX196" fmla="*/ 2256015 w 12192000"/>
              <a:gd name="connsiteY196" fmla="*/ 4883014 h 5096785"/>
              <a:gd name="connsiteX197" fmla="*/ 2249731 w 12192000"/>
              <a:gd name="connsiteY197" fmla="*/ 4888778 h 5096785"/>
              <a:gd name="connsiteX198" fmla="*/ 2227629 w 12192000"/>
              <a:gd name="connsiteY198" fmla="*/ 4891047 h 5096785"/>
              <a:gd name="connsiteX199" fmla="*/ 2203460 w 12192000"/>
              <a:gd name="connsiteY199" fmla="*/ 4886696 h 5096785"/>
              <a:gd name="connsiteX200" fmla="*/ 2091528 w 12192000"/>
              <a:gd name="connsiteY200" fmla="*/ 4859155 h 5096785"/>
              <a:gd name="connsiteX201" fmla="*/ 2022901 w 12192000"/>
              <a:gd name="connsiteY201" fmla="*/ 4846594 h 5096785"/>
              <a:gd name="connsiteX202" fmla="*/ 1994227 w 12192000"/>
              <a:gd name="connsiteY202" fmla="*/ 4847973 h 5096785"/>
              <a:gd name="connsiteX203" fmla="*/ 1955936 w 12192000"/>
              <a:gd name="connsiteY203" fmla="*/ 4845765 h 5096785"/>
              <a:gd name="connsiteX204" fmla="*/ 1741924 w 12192000"/>
              <a:gd name="connsiteY204" fmla="*/ 4808054 h 5096785"/>
              <a:gd name="connsiteX205" fmla="*/ 1734410 w 12192000"/>
              <a:gd name="connsiteY205" fmla="*/ 4811675 h 5096785"/>
              <a:gd name="connsiteX206" fmla="*/ 1691423 w 12192000"/>
              <a:gd name="connsiteY206" fmla="*/ 4802777 h 5096785"/>
              <a:gd name="connsiteX207" fmla="*/ 1554504 w 12192000"/>
              <a:gd name="connsiteY207" fmla="*/ 4739985 h 5096785"/>
              <a:gd name="connsiteX208" fmla="*/ 1470119 w 12192000"/>
              <a:gd name="connsiteY208" fmla="*/ 4723470 h 5096785"/>
              <a:gd name="connsiteX209" fmla="*/ 1437967 w 12192000"/>
              <a:gd name="connsiteY209" fmla="*/ 4722710 h 5096785"/>
              <a:gd name="connsiteX210" fmla="*/ 1384234 w 12192000"/>
              <a:gd name="connsiteY210" fmla="*/ 4721117 h 5096785"/>
              <a:gd name="connsiteX211" fmla="*/ 1338647 w 12192000"/>
              <a:gd name="connsiteY211" fmla="*/ 4732483 h 5096785"/>
              <a:gd name="connsiteX212" fmla="*/ 1295869 w 12192000"/>
              <a:gd name="connsiteY212" fmla="*/ 4726175 h 5096785"/>
              <a:gd name="connsiteX213" fmla="*/ 1292949 w 12192000"/>
              <a:gd name="connsiteY213" fmla="*/ 4708469 h 5096785"/>
              <a:gd name="connsiteX214" fmla="*/ 1244908 w 12192000"/>
              <a:gd name="connsiteY214" fmla="*/ 4706993 h 5096785"/>
              <a:gd name="connsiteX215" fmla="*/ 1171266 w 12192000"/>
              <a:gd name="connsiteY215" fmla="*/ 4706535 h 5096785"/>
              <a:gd name="connsiteX216" fmla="*/ 1160868 w 12192000"/>
              <a:gd name="connsiteY216" fmla="*/ 4701936 h 5096785"/>
              <a:gd name="connsiteX217" fmla="*/ 1147599 w 12192000"/>
              <a:gd name="connsiteY217" fmla="*/ 4714833 h 5096785"/>
              <a:gd name="connsiteX218" fmla="*/ 1119603 w 12192000"/>
              <a:gd name="connsiteY218" fmla="*/ 4721303 h 5096785"/>
              <a:gd name="connsiteX219" fmla="*/ 997851 w 12192000"/>
              <a:gd name="connsiteY219" fmla="*/ 4722336 h 5096785"/>
              <a:gd name="connsiteX220" fmla="*/ 976455 w 12192000"/>
              <a:gd name="connsiteY220" fmla="*/ 4726407 h 5096785"/>
              <a:gd name="connsiteX221" fmla="*/ 949939 w 12192000"/>
              <a:gd name="connsiteY221" fmla="*/ 4719699 h 5096785"/>
              <a:gd name="connsiteX222" fmla="*/ 894148 w 12192000"/>
              <a:gd name="connsiteY222" fmla="*/ 4710406 h 5096785"/>
              <a:gd name="connsiteX223" fmla="*/ 857990 w 12192000"/>
              <a:gd name="connsiteY223" fmla="*/ 4696844 h 5096785"/>
              <a:gd name="connsiteX224" fmla="*/ 848649 w 12192000"/>
              <a:gd name="connsiteY224" fmla="*/ 4704021 h 5096785"/>
              <a:gd name="connsiteX225" fmla="*/ 826436 w 12192000"/>
              <a:gd name="connsiteY225" fmla="*/ 4707421 h 5096785"/>
              <a:gd name="connsiteX226" fmla="*/ 733052 w 12192000"/>
              <a:gd name="connsiteY226" fmla="*/ 4701884 h 5096785"/>
              <a:gd name="connsiteX227" fmla="*/ 716185 w 12192000"/>
              <a:gd name="connsiteY227" fmla="*/ 4703827 h 5096785"/>
              <a:gd name="connsiteX228" fmla="*/ 696663 w 12192000"/>
              <a:gd name="connsiteY228" fmla="*/ 4697420 h 5096785"/>
              <a:gd name="connsiteX229" fmla="*/ 582722 w 12192000"/>
              <a:gd name="connsiteY229" fmla="*/ 4658637 h 5096785"/>
              <a:gd name="connsiteX230" fmla="*/ 581118 w 12192000"/>
              <a:gd name="connsiteY230" fmla="*/ 4654120 h 5096785"/>
              <a:gd name="connsiteX231" fmla="*/ 546453 w 12192000"/>
              <a:gd name="connsiteY231" fmla="*/ 4652542 h 5096785"/>
              <a:gd name="connsiteX232" fmla="*/ 536773 w 12192000"/>
              <a:gd name="connsiteY232" fmla="*/ 4644609 h 5096785"/>
              <a:gd name="connsiteX233" fmla="*/ 518899 w 12192000"/>
              <a:gd name="connsiteY233" fmla="*/ 4642839 h 5096785"/>
              <a:gd name="connsiteX234" fmla="*/ 388896 w 12192000"/>
              <a:gd name="connsiteY234" fmla="*/ 4619173 h 5096785"/>
              <a:gd name="connsiteX235" fmla="*/ 366479 w 12192000"/>
              <a:gd name="connsiteY235" fmla="*/ 4618896 h 5096785"/>
              <a:gd name="connsiteX236" fmla="*/ 342781 w 12192000"/>
              <a:gd name="connsiteY236" fmla="*/ 4601239 h 5096785"/>
              <a:gd name="connsiteX237" fmla="*/ 255925 w 12192000"/>
              <a:gd name="connsiteY237" fmla="*/ 4598685 h 5096785"/>
              <a:gd name="connsiteX238" fmla="*/ 226919 w 12192000"/>
              <a:gd name="connsiteY238" fmla="*/ 4598460 h 5096785"/>
              <a:gd name="connsiteX239" fmla="*/ 213925 w 12192000"/>
              <a:gd name="connsiteY239" fmla="*/ 4597783 h 5096785"/>
              <a:gd name="connsiteX240" fmla="*/ 215196 w 12192000"/>
              <a:gd name="connsiteY240" fmla="*/ 4588576 h 5096785"/>
              <a:gd name="connsiteX241" fmla="*/ 180214 w 12192000"/>
              <a:gd name="connsiteY241" fmla="*/ 4583701 h 5096785"/>
              <a:gd name="connsiteX242" fmla="*/ 83203 w 12192000"/>
              <a:gd name="connsiteY242" fmla="*/ 4531664 h 5096785"/>
              <a:gd name="connsiteX243" fmla="*/ 4106 w 12192000"/>
              <a:gd name="connsiteY243" fmla="*/ 4517202 h 5096785"/>
              <a:gd name="connsiteX244" fmla="*/ 0 w 12192000"/>
              <a:gd name="connsiteY244" fmla="*/ 4516084 h 5096785"/>
              <a:gd name="connsiteX245" fmla="*/ 0 w 12192000"/>
              <a:gd name="connsiteY245"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652162 w 12192000"/>
              <a:gd name="connsiteY16" fmla="*/ 425271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9037321 w 12192000"/>
              <a:gd name="connsiteY24" fmla="*/ 4371817 h 5096785"/>
              <a:gd name="connsiteX25" fmla="*/ 8990743 w 12192000"/>
              <a:gd name="connsiteY25" fmla="*/ 4382161 h 5096785"/>
              <a:gd name="connsiteX26" fmla="*/ 8979819 w 12192000"/>
              <a:gd name="connsiteY26" fmla="*/ 4366419 h 5096785"/>
              <a:gd name="connsiteX27" fmla="*/ 8936044 w 12192000"/>
              <a:gd name="connsiteY27" fmla="*/ 4370992 h 5096785"/>
              <a:gd name="connsiteX28" fmla="*/ 8897707 w 12192000"/>
              <a:gd name="connsiteY28" fmla="*/ 4392673 h 5096785"/>
              <a:gd name="connsiteX29" fmla="*/ 8845635 w 12192000"/>
              <a:gd name="connsiteY29" fmla="*/ 4404300 h 5096785"/>
              <a:gd name="connsiteX30" fmla="*/ 8814562 w 12192000"/>
              <a:gd name="connsiteY30" fmla="*/ 4411434 h 5096785"/>
              <a:gd name="connsiteX31" fmla="*/ 8726349 w 12192000"/>
              <a:gd name="connsiteY31" fmla="*/ 4416668 h 5096785"/>
              <a:gd name="connsiteX32" fmla="*/ 8566678 w 12192000"/>
              <a:gd name="connsiteY32" fmla="*/ 4391711 h 5096785"/>
              <a:gd name="connsiteX33" fmla="*/ 8521516 w 12192000"/>
              <a:gd name="connsiteY33" fmla="*/ 4393927 h 5096785"/>
              <a:gd name="connsiteX34" fmla="*/ 8515998 w 12192000"/>
              <a:gd name="connsiteY34" fmla="*/ 4399124 h 5096785"/>
              <a:gd name="connsiteX35" fmla="*/ 8449547 w 12192000"/>
              <a:gd name="connsiteY35" fmla="*/ 4383170 h 5096785"/>
              <a:gd name="connsiteX36" fmla="*/ 8360285 w 12192000"/>
              <a:gd name="connsiteY36" fmla="*/ 4398502 h 5096785"/>
              <a:gd name="connsiteX37" fmla="*/ 8256584 w 12192000"/>
              <a:gd name="connsiteY37" fmla="*/ 4423564 h 5096785"/>
              <a:gd name="connsiteX38" fmla="*/ 8229821 w 12192000"/>
              <a:gd name="connsiteY38" fmla="*/ 4431840 h 5096785"/>
              <a:gd name="connsiteX39" fmla="*/ 8158476 w 12192000"/>
              <a:gd name="connsiteY39" fmla="*/ 4436904 h 5096785"/>
              <a:gd name="connsiteX40" fmla="*/ 7993707 w 12192000"/>
              <a:gd name="connsiteY40" fmla="*/ 4447962 h 5096785"/>
              <a:gd name="connsiteX41" fmla="*/ 7990346 w 12192000"/>
              <a:gd name="connsiteY41" fmla="*/ 4454853 h 5096785"/>
              <a:gd name="connsiteX42" fmla="*/ 7976786 w 12192000"/>
              <a:gd name="connsiteY42" fmla="*/ 4456820 h 5096785"/>
              <a:gd name="connsiteX43" fmla="*/ 7973491 w 12192000"/>
              <a:gd name="connsiteY43" fmla="*/ 4458577 h 5096785"/>
              <a:gd name="connsiteX44" fmla="*/ 7954281 w 12192000"/>
              <a:gd name="connsiteY44" fmla="*/ 4467421 h 5096785"/>
              <a:gd name="connsiteX45" fmla="*/ 7905540 w 12192000"/>
              <a:gd name="connsiteY45" fmla="*/ 4455628 h 5096785"/>
              <a:gd name="connsiteX46" fmla="*/ 7851932 w 12192000"/>
              <a:gd name="connsiteY46" fmla="*/ 4466353 h 5096785"/>
              <a:gd name="connsiteX47" fmla="*/ 7639078 w 12192000"/>
              <a:gd name="connsiteY47" fmla="*/ 4467635 h 5096785"/>
              <a:gd name="connsiteX48" fmla="*/ 7612359 w 12192000"/>
              <a:gd name="connsiteY48" fmla="*/ 4492789 h 5096785"/>
              <a:gd name="connsiteX49" fmla="*/ 7527328 w 12192000"/>
              <a:gd name="connsiteY49" fmla="*/ 4502199 h 5096785"/>
              <a:gd name="connsiteX50" fmla="*/ 7388717 w 12192000"/>
              <a:gd name="connsiteY50" fmla="*/ 4470799 h 5096785"/>
              <a:gd name="connsiteX51" fmla="*/ 7231898 w 12192000"/>
              <a:gd name="connsiteY51" fmla="*/ 4486028 h 5096785"/>
              <a:gd name="connsiteX52" fmla="*/ 7218425 w 12192000"/>
              <a:gd name="connsiteY52" fmla="*/ 4477288 h 5096785"/>
              <a:gd name="connsiteX53" fmla="*/ 7202795 w 12192000"/>
              <a:gd name="connsiteY53" fmla="*/ 4472972 h 5096785"/>
              <a:gd name="connsiteX54" fmla="*/ 7200744 w 12192000"/>
              <a:gd name="connsiteY54" fmla="*/ 4474099 h 5096785"/>
              <a:gd name="connsiteX55" fmla="*/ 7182163 w 12192000"/>
              <a:gd name="connsiteY55" fmla="*/ 4474005 h 5096785"/>
              <a:gd name="connsiteX56" fmla="*/ 7178368 w 12192000"/>
              <a:gd name="connsiteY56" fmla="*/ 4470673 h 5096785"/>
              <a:gd name="connsiteX57" fmla="*/ 7165705 w 12192000"/>
              <a:gd name="connsiteY57" fmla="*/ 4469569 h 5096785"/>
              <a:gd name="connsiteX58" fmla="*/ 7140991 w 12192000"/>
              <a:gd name="connsiteY58" fmla="*/ 4464599 h 5096785"/>
              <a:gd name="connsiteX59" fmla="*/ 7136152 w 12192000"/>
              <a:gd name="connsiteY59" fmla="*/ 4466292 h 5096785"/>
              <a:gd name="connsiteX60" fmla="*/ 7098544 w 12192000"/>
              <a:gd name="connsiteY60" fmla="*/ 4462879 h 5096785"/>
              <a:gd name="connsiteX61" fmla="*/ 7097922 w 12192000"/>
              <a:gd name="connsiteY61" fmla="*/ 4464077 h 5096785"/>
              <a:gd name="connsiteX62" fmla="*/ 7086877 w 12192000"/>
              <a:gd name="connsiteY62" fmla="*/ 4468554 h 5096785"/>
              <a:gd name="connsiteX63" fmla="*/ 7065999 w 12192000"/>
              <a:gd name="connsiteY63" fmla="*/ 4474270 h 5096785"/>
              <a:gd name="connsiteX64" fmla="*/ 7016598 w 12192000"/>
              <a:gd name="connsiteY64" fmla="*/ 4502855 h 5096785"/>
              <a:gd name="connsiteX65" fmla="*/ 6977375 w 12192000"/>
              <a:gd name="connsiteY65" fmla="*/ 4499434 h 5096785"/>
              <a:gd name="connsiteX66" fmla="*/ 6969409 w 12192000"/>
              <a:gd name="connsiteY66" fmla="*/ 4499424 h 5096785"/>
              <a:gd name="connsiteX67" fmla="*/ 6969218 w 12192000"/>
              <a:gd name="connsiteY67" fmla="*/ 4499704 h 5096785"/>
              <a:gd name="connsiteX68" fmla="*/ 6960755 w 12192000"/>
              <a:gd name="connsiteY68" fmla="*/ 4500249 h 5096785"/>
              <a:gd name="connsiteX69" fmla="*/ 6954882 w 12192000"/>
              <a:gd name="connsiteY69" fmla="*/ 4499405 h 5096785"/>
              <a:gd name="connsiteX70" fmla="*/ 6939428 w 12192000"/>
              <a:gd name="connsiteY70" fmla="*/ 4499385 h 5096785"/>
              <a:gd name="connsiteX71" fmla="*/ 6933902 w 12192000"/>
              <a:gd name="connsiteY71" fmla="*/ 4501239 h 5096785"/>
              <a:gd name="connsiteX72" fmla="*/ 6891244 w 12192000"/>
              <a:gd name="connsiteY72" fmla="*/ 4536371 h 5096785"/>
              <a:gd name="connsiteX73" fmla="*/ 6794496 w 12192000"/>
              <a:gd name="connsiteY73" fmla="*/ 4567924 h 5096785"/>
              <a:gd name="connsiteX74" fmla="*/ 6574528 w 12192000"/>
              <a:gd name="connsiteY74" fmla="*/ 4641155 h 5096785"/>
              <a:gd name="connsiteX75" fmla="*/ 6573036 w 12192000"/>
              <a:gd name="connsiteY75" fmla="*/ 4641049 h 5096785"/>
              <a:gd name="connsiteX76" fmla="*/ 6571920 w 12192000"/>
              <a:gd name="connsiteY76" fmla="*/ 4644739 h 5096785"/>
              <a:gd name="connsiteX77" fmla="*/ 6552021 w 12192000"/>
              <a:gd name="connsiteY77" fmla="*/ 4650379 h 5096785"/>
              <a:gd name="connsiteX78" fmla="*/ 6545925 w 12192000"/>
              <a:gd name="connsiteY78" fmla="*/ 4650675 h 5096785"/>
              <a:gd name="connsiteX79" fmla="*/ 6537822 w 12192000"/>
              <a:gd name="connsiteY79" fmla="*/ 4652769 h 5096785"/>
              <a:gd name="connsiteX80" fmla="*/ 6537743 w 12192000"/>
              <a:gd name="connsiteY80" fmla="*/ 4653068 h 5096785"/>
              <a:gd name="connsiteX81" fmla="*/ 6490057 w 12192000"/>
              <a:gd name="connsiteY81" fmla="*/ 4658624 h 5096785"/>
              <a:gd name="connsiteX82" fmla="*/ 6386800 w 12192000"/>
              <a:gd name="connsiteY82" fmla="*/ 4715431 h 5096785"/>
              <a:gd name="connsiteX83" fmla="*/ 6382703 w 12192000"/>
              <a:gd name="connsiteY83" fmla="*/ 4717930 h 5096785"/>
              <a:gd name="connsiteX84" fmla="*/ 6356495 w 12192000"/>
              <a:gd name="connsiteY84" fmla="*/ 4717843 h 5096785"/>
              <a:gd name="connsiteX85" fmla="*/ 6343628 w 12192000"/>
              <a:gd name="connsiteY85" fmla="*/ 4719161 h 5096785"/>
              <a:gd name="connsiteX86" fmla="*/ 6338605 w 12192000"/>
              <a:gd name="connsiteY86" fmla="*/ 4716723 h 5096785"/>
              <a:gd name="connsiteX87" fmla="*/ 6320318 w 12192000"/>
              <a:gd name="connsiteY87" fmla="*/ 4720095 h 5096785"/>
              <a:gd name="connsiteX88" fmla="*/ 6318742 w 12192000"/>
              <a:gd name="connsiteY88" fmla="*/ 4721541 h 5096785"/>
              <a:gd name="connsiteX89" fmla="*/ 6301708 w 12192000"/>
              <a:gd name="connsiteY89" fmla="*/ 4720380 h 5096785"/>
              <a:gd name="connsiteX90" fmla="*/ 6285082 w 12192000"/>
              <a:gd name="connsiteY90" fmla="*/ 4714639 h 5096785"/>
              <a:gd name="connsiteX91" fmla="*/ 6136936 w 12192000"/>
              <a:gd name="connsiteY91" fmla="*/ 4758246 h 5096785"/>
              <a:gd name="connsiteX92" fmla="*/ 5988578 w 12192000"/>
              <a:gd name="connsiteY92" fmla="*/ 4754427 h 5096785"/>
              <a:gd name="connsiteX93" fmla="*/ 5908701 w 12192000"/>
              <a:gd name="connsiteY93" fmla="*/ 4779160 h 5096785"/>
              <a:gd name="connsiteX94" fmla="*/ 5892219 w 12192000"/>
              <a:gd name="connsiteY94" fmla="*/ 4807892 h 5096785"/>
              <a:gd name="connsiteX95" fmla="*/ 5683612 w 12192000"/>
              <a:gd name="connsiteY95" fmla="*/ 4848770 h 5096785"/>
              <a:gd name="connsiteX96" fmla="*/ 5635111 w 12192000"/>
              <a:gd name="connsiteY96" fmla="*/ 4868888 h 5096785"/>
              <a:gd name="connsiteX97" fmla="*/ 5582652 w 12192000"/>
              <a:gd name="connsiteY97" fmla="*/ 4866836 h 5096785"/>
              <a:gd name="connsiteX98" fmla="*/ 5567213 w 12192000"/>
              <a:gd name="connsiteY98" fmla="*/ 4878769 h 5096785"/>
              <a:gd name="connsiteX99" fmla="*/ 5564659 w 12192000"/>
              <a:gd name="connsiteY99" fmla="*/ 4881042 h 5096785"/>
              <a:gd name="connsiteX100" fmla="*/ 5552102 w 12192000"/>
              <a:gd name="connsiteY100" fmla="*/ 4885426 h 5096785"/>
              <a:gd name="connsiteX101" fmla="*/ 5551475 w 12192000"/>
              <a:gd name="connsiteY101" fmla="*/ 4892560 h 5096785"/>
              <a:gd name="connsiteX102" fmla="*/ 5534664 w 12192000"/>
              <a:gd name="connsiteY102" fmla="*/ 4903385 h 5096785"/>
              <a:gd name="connsiteX103" fmla="*/ 5510737 w 12192000"/>
              <a:gd name="connsiteY103" fmla="*/ 4909807 h 5096785"/>
              <a:gd name="connsiteX104" fmla="*/ 5393901 w 12192000"/>
              <a:gd name="connsiteY104" fmla="*/ 4933709 h 5096785"/>
              <a:gd name="connsiteX105" fmla="*/ 5325782 w 12192000"/>
              <a:gd name="connsiteY105" fmla="*/ 4951789 h 5096785"/>
              <a:gd name="connsiteX106" fmla="*/ 5302703 w 12192000"/>
              <a:gd name="connsiteY106" fmla="*/ 4964590 h 5096785"/>
              <a:gd name="connsiteX107" fmla="*/ 5268591 w 12192000"/>
              <a:gd name="connsiteY107" fmla="*/ 4978479 h 5096785"/>
              <a:gd name="connsiteX108" fmla="*/ 5210559 w 12192000"/>
              <a:gd name="connsiteY108" fmla="*/ 5007585 h 5096785"/>
              <a:gd name="connsiteX109" fmla="*/ 5177597 w 12192000"/>
              <a:gd name="connsiteY109" fmla="*/ 5015926 h 5096785"/>
              <a:gd name="connsiteX110" fmla="*/ 5160569 w 12192000"/>
              <a:gd name="connsiteY110" fmla="*/ 5025681 h 5096785"/>
              <a:gd name="connsiteX111" fmla="*/ 5152748 w 12192000"/>
              <a:gd name="connsiteY111" fmla="*/ 5026569 h 5096785"/>
              <a:gd name="connsiteX112" fmla="*/ 5127678 w 12192000"/>
              <a:gd name="connsiteY112" fmla="*/ 5032947 h 5096785"/>
              <a:gd name="connsiteX113" fmla="*/ 5113147 w 12192000"/>
              <a:gd name="connsiteY113" fmla="*/ 5035818 h 5096785"/>
              <a:gd name="connsiteX114" fmla="*/ 5107301 w 12192000"/>
              <a:gd name="connsiteY114" fmla="*/ 5036672 h 5096785"/>
              <a:gd name="connsiteX115" fmla="*/ 5093215 w 12192000"/>
              <a:gd name="connsiteY115" fmla="*/ 5032880 h 5096785"/>
              <a:gd name="connsiteX116" fmla="*/ 5077058 w 12192000"/>
              <a:gd name="connsiteY116" fmla="*/ 5038681 h 5096785"/>
              <a:gd name="connsiteX117" fmla="*/ 5057349 w 12192000"/>
              <a:gd name="connsiteY117" fmla="*/ 5036015 h 5096785"/>
              <a:gd name="connsiteX118" fmla="*/ 5053945 w 12192000"/>
              <a:gd name="connsiteY118" fmla="*/ 5041952 h 5096785"/>
              <a:gd name="connsiteX119" fmla="*/ 5040021 w 12192000"/>
              <a:gd name="connsiteY119" fmla="*/ 5050052 h 5096785"/>
              <a:gd name="connsiteX120" fmla="*/ 5025913 w 12192000"/>
              <a:gd name="connsiteY120" fmla="*/ 5046535 h 5096785"/>
              <a:gd name="connsiteX121" fmla="*/ 4998218 w 12192000"/>
              <a:gd name="connsiteY121" fmla="*/ 5048065 h 5096785"/>
              <a:gd name="connsiteX122" fmla="*/ 4991008 w 12192000"/>
              <a:gd name="connsiteY122" fmla="*/ 5050439 h 5096785"/>
              <a:gd name="connsiteX123" fmla="*/ 4963503 w 12192000"/>
              <a:gd name="connsiteY123" fmla="*/ 5047575 h 5096785"/>
              <a:gd name="connsiteX124" fmla="*/ 4921053 w 12192000"/>
              <a:gd name="connsiteY124" fmla="*/ 5048925 h 5096785"/>
              <a:gd name="connsiteX125" fmla="*/ 4873420 w 12192000"/>
              <a:gd name="connsiteY125" fmla="*/ 5054929 h 5096785"/>
              <a:gd name="connsiteX126" fmla="*/ 4858825 w 12192000"/>
              <a:gd name="connsiteY126" fmla="*/ 5051329 h 5096785"/>
              <a:gd name="connsiteX127" fmla="*/ 4769340 w 12192000"/>
              <a:gd name="connsiteY127" fmla="*/ 5053090 h 5096785"/>
              <a:gd name="connsiteX128" fmla="*/ 4744152 w 12192000"/>
              <a:gd name="connsiteY128" fmla="*/ 5053391 h 5096785"/>
              <a:gd name="connsiteX129" fmla="*/ 4723556 w 12192000"/>
              <a:gd name="connsiteY129" fmla="*/ 5059633 h 5096785"/>
              <a:gd name="connsiteX130" fmla="*/ 4719699 w 12192000"/>
              <a:gd name="connsiteY130" fmla="*/ 5066298 h 5096785"/>
              <a:gd name="connsiteX131" fmla="*/ 4706016 w 12192000"/>
              <a:gd name="connsiteY131" fmla="*/ 5067422 h 5096785"/>
              <a:gd name="connsiteX132" fmla="*/ 4702593 w 12192000"/>
              <a:gd name="connsiteY132" fmla="*/ 5068973 h 5096785"/>
              <a:gd name="connsiteX133" fmla="*/ 4682766 w 12192000"/>
              <a:gd name="connsiteY133" fmla="*/ 5076609 h 5096785"/>
              <a:gd name="connsiteX134" fmla="*/ 4634960 w 12192000"/>
              <a:gd name="connsiteY134" fmla="*/ 5061852 h 5096785"/>
              <a:gd name="connsiteX135" fmla="*/ 4580645 w 12192000"/>
              <a:gd name="connsiteY135" fmla="*/ 5069246 h 5096785"/>
              <a:gd name="connsiteX136" fmla="*/ 4368005 w 12192000"/>
              <a:gd name="connsiteY136" fmla="*/ 5057426 h 5096785"/>
              <a:gd name="connsiteX137" fmla="*/ 4339489 w 12192000"/>
              <a:gd name="connsiteY137" fmla="*/ 5080858 h 5096785"/>
              <a:gd name="connsiteX138" fmla="*/ 4253895 w 12192000"/>
              <a:gd name="connsiteY138" fmla="*/ 5085008 h 5096785"/>
              <a:gd name="connsiteX139" fmla="*/ 4117780 w 12192000"/>
              <a:gd name="connsiteY139" fmla="*/ 5045175 h 5096785"/>
              <a:gd name="connsiteX140" fmla="*/ 3960074 w 12192000"/>
              <a:gd name="connsiteY140" fmla="*/ 5050708 h 5096785"/>
              <a:gd name="connsiteX141" fmla="*/ 3947260 w 12192000"/>
              <a:gd name="connsiteY141" fmla="*/ 5041167 h 5096785"/>
              <a:gd name="connsiteX142" fmla="*/ 3931969 w 12192000"/>
              <a:gd name="connsiteY142" fmla="*/ 5035902 h 5096785"/>
              <a:gd name="connsiteX143" fmla="*/ 3929836 w 12192000"/>
              <a:gd name="connsiteY143" fmla="*/ 5036901 h 5096785"/>
              <a:gd name="connsiteX144" fmla="*/ 3911296 w 12192000"/>
              <a:gd name="connsiteY144" fmla="*/ 5035663 h 5096785"/>
              <a:gd name="connsiteX145" fmla="*/ 3907746 w 12192000"/>
              <a:gd name="connsiteY145" fmla="*/ 5032107 h 5096785"/>
              <a:gd name="connsiteX146" fmla="*/ 3895182 w 12192000"/>
              <a:gd name="connsiteY146" fmla="*/ 5030229 h 5096785"/>
              <a:gd name="connsiteX147" fmla="*/ 3870866 w 12192000"/>
              <a:gd name="connsiteY147" fmla="*/ 5023753 h 5096785"/>
              <a:gd name="connsiteX148" fmla="*/ 3865913 w 12192000"/>
              <a:gd name="connsiteY148" fmla="*/ 5025143 h 5096785"/>
              <a:gd name="connsiteX149" fmla="*/ 3828606 w 12192000"/>
              <a:gd name="connsiteY149" fmla="*/ 5019426 h 5096785"/>
              <a:gd name="connsiteX150" fmla="*/ 3827901 w 12192000"/>
              <a:gd name="connsiteY150" fmla="*/ 5020583 h 5096785"/>
              <a:gd name="connsiteX151" fmla="*/ 3816543 w 12192000"/>
              <a:gd name="connsiteY151" fmla="*/ 5024366 h 5096785"/>
              <a:gd name="connsiteX152" fmla="*/ 3795278 w 12192000"/>
              <a:gd name="connsiteY152" fmla="*/ 5028779 h 5096785"/>
              <a:gd name="connsiteX153" fmla="*/ 3743858 w 12192000"/>
              <a:gd name="connsiteY153" fmla="*/ 5054237 h 5096785"/>
              <a:gd name="connsiteX154" fmla="*/ 3704945 w 12192000"/>
              <a:gd name="connsiteY154" fmla="*/ 5048413 h 5096785"/>
              <a:gd name="connsiteX155" fmla="*/ 3696992 w 12192000"/>
              <a:gd name="connsiteY155" fmla="*/ 5047914 h 5096785"/>
              <a:gd name="connsiteX156" fmla="*/ 3696780 w 12192000"/>
              <a:gd name="connsiteY156" fmla="*/ 5048181 h 5096785"/>
              <a:gd name="connsiteX157" fmla="*/ 3688290 w 12192000"/>
              <a:gd name="connsiteY157" fmla="*/ 5048204 h 5096785"/>
              <a:gd name="connsiteX158" fmla="*/ 3682486 w 12192000"/>
              <a:gd name="connsiteY158" fmla="*/ 5047000 h 5096785"/>
              <a:gd name="connsiteX159" fmla="*/ 3667056 w 12192000"/>
              <a:gd name="connsiteY159" fmla="*/ 5046030 h 5096785"/>
              <a:gd name="connsiteX160" fmla="*/ 3661403 w 12192000"/>
              <a:gd name="connsiteY160" fmla="*/ 5047537 h 5096785"/>
              <a:gd name="connsiteX161" fmla="*/ 3658673 w 12192000"/>
              <a:gd name="connsiteY161" fmla="*/ 5050790 h 5096785"/>
              <a:gd name="connsiteX162" fmla="*/ 3657333 w 12192000"/>
              <a:gd name="connsiteY162" fmla="*/ 5050325 h 5096785"/>
              <a:gd name="connsiteX163" fmla="*/ 3626778 w 12192000"/>
              <a:gd name="connsiteY163" fmla="*/ 5057882 h 5096785"/>
              <a:gd name="connsiteX164" fmla="*/ 3560067 w 12192000"/>
              <a:gd name="connsiteY164" fmla="*/ 5064266 h 5096785"/>
              <a:gd name="connsiteX165" fmla="*/ 3522641 w 12192000"/>
              <a:gd name="connsiteY165" fmla="*/ 5063654 h 5096785"/>
              <a:gd name="connsiteX166" fmla="*/ 3419275 w 12192000"/>
              <a:gd name="connsiteY166" fmla="*/ 5066646 h 5096785"/>
              <a:gd name="connsiteX167" fmla="*/ 3314869 w 12192000"/>
              <a:gd name="connsiteY167" fmla="*/ 5073197 h 5096785"/>
              <a:gd name="connsiteX168" fmla="*/ 3259088 w 12192000"/>
              <a:gd name="connsiteY168" fmla="*/ 5096363 h 5096785"/>
              <a:gd name="connsiteX169" fmla="*/ 3253104 w 12192000"/>
              <a:gd name="connsiteY169" fmla="*/ 5096785 h 5096785"/>
              <a:gd name="connsiteX170" fmla="*/ 3238751 w 12192000"/>
              <a:gd name="connsiteY170" fmla="*/ 5092996 h 5096785"/>
              <a:gd name="connsiteX171" fmla="*/ 3233681 w 12192000"/>
              <a:gd name="connsiteY171" fmla="*/ 5090758 h 5096785"/>
              <a:gd name="connsiteX172" fmla="*/ 3225562 w 12192000"/>
              <a:gd name="connsiteY172" fmla="*/ 5089215 h 5096785"/>
              <a:gd name="connsiteX173" fmla="*/ 3225260 w 12192000"/>
              <a:gd name="connsiteY173" fmla="*/ 5089437 h 5096785"/>
              <a:gd name="connsiteX174" fmla="*/ 3217859 w 12192000"/>
              <a:gd name="connsiteY174" fmla="*/ 5087484 h 5096785"/>
              <a:gd name="connsiteX175" fmla="*/ 3182980 w 12192000"/>
              <a:gd name="connsiteY175" fmla="*/ 5074650 h 5096785"/>
              <a:gd name="connsiteX176" fmla="*/ 3123938 w 12192000"/>
              <a:gd name="connsiteY176" fmla="*/ 5089912 h 5096785"/>
              <a:gd name="connsiteX177" fmla="*/ 3101912 w 12192000"/>
              <a:gd name="connsiteY177" fmla="*/ 5090281 h 5096785"/>
              <a:gd name="connsiteX178" fmla="*/ 3089591 w 12192000"/>
              <a:gd name="connsiteY178" fmla="*/ 5091865 h 5096785"/>
              <a:gd name="connsiteX179" fmla="*/ 3088465 w 12192000"/>
              <a:gd name="connsiteY179" fmla="*/ 5092858 h 5096785"/>
              <a:gd name="connsiteX180" fmla="*/ 3055081 w 12192000"/>
              <a:gd name="connsiteY180" fmla="*/ 5080424 h 5096785"/>
              <a:gd name="connsiteX181" fmla="*/ 3049807 w 12192000"/>
              <a:gd name="connsiteY181" fmla="*/ 5080860 h 5096785"/>
              <a:gd name="connsiteX182" fmla="*/ 3029122 w 12192000"/>
              <a:gd name="connsiteY182" fmla="*/ 5070085 h 5096785"/>
              <a:gd name="connsiteX183" fmla="*/ 3017862 w 12192000"/>
              <a:gd name="connsiteY183" fmla="*/ 5065942 h 5096785"/>
              <a:gd name="connsiteX184" fmla="*/ 3015868 w 12192000"/>
              <a:gd name="connsiteY184" fmla="*/ 5061832 h 5096785"/>
              <a:gd name="connsiteX185" fmla="*/ 2998644 w 12192000"/>
              <a:gd name="connsiteY185" fmla="*/ 5057210 h 5096785"/>
              <a:gd name="connsiteX186" fmla="*/ 2996219 w 12192000"/>
              <a:gd name="connsiteY186" fmla="*/ 5057788 h 5096785"/>
              <a:gd name="connsiteX187" fmla="*/ 2983676 w 12192000"/>
              <a:gd name="connsiteY187" fmla="*/ 5049852 h 5096785"/>
              <a:gd name="connsiteX188" fmla="*/ 2903609 w 12192000"/>
              <a:gd name="connsiteY188" fmla="*/ 4998457 h 5096785"/>
              <a:gd name="connsiteX189" fmla="*/ 2758830 w 12192000"/>
              <a:gd name="connsiteY189" fmla="*/ 4974760 h 5096785"/>
              <a:gd name="connsiteX190" fmla="*/ 2532669 w 12192000"/>
              <a:gd name="connsiteY190" fmla="*/ 4940573 h 5096785"/>
              <a:gd name="connsiteX191" fmla="*/ 2389931 w 12192000"/>
              <a:gd name="connsiteY191" fmla="*/ 4905785 h 5096785"/>
              <a:gd name="connsiteX192" fmla="*/ 2335186 w 12192000"/>
              <a:gd name="connsiteY192" fmla="*/ 4902957 h 5096785"/>
              <a:gd name="connsiteX193" fmla="*/ 2295307 w 12192000"/>
              <a:gd name="connsiteY193" fmla="*/ 4879800 h 5096785"/>
              <a:gd name="connsiteX194" fmla="*/ 2273393 w 12192000"/>
              <a:gd name="connsiteY194" fmla="*/ 4883565 h 5096785"/>
              <a:gd name="connsiteX195" fmla="*/ 2269523 w 12192000"/>
              <a:gd name="connsiteY195" fmla="*/ 4884442 h 5096785"/>
              <a:gd name="connsiteX196" fmla="*/ 2256015 w 12192000"/>
              <a:gd name="connsiteY196" fmla="*/ 4883014 h 5096785"/>
              <a:gd name="connsiteX197" fmla="*/ 2249731 w 12192000"/>
              <a:gd name="connsiteY197" fmla="*/ 4888778 h 5096785"/>
              <a:gd name="connsiteX198" fmla="*/ 2227629 w 12192000"/>
              <a:gd name="connsiteY198" fmla="*/ 4891047 h 5096785"/>
              <a:gd name="connsiteX199" fmla="*/ 2203460 w 12192000"/>
              <a:gd name="connsiteY199" fmla="*/ 4886696 h 5096785"/>
              <a:gd name="connsiteX200" fmla="*/ 2091528 w 12192000"/>
              <a:gd name="connsiteY200" fmla="*/ 4859155 h 5096785"/>
              <a:gd name="connsiteX201" fmla="*/ 2022901 w 12192000"/>
              <a:gd name="connsiteY201" fmla="*/ 4846594 h 5096785"/>
              <a:gd name="connsiteX202" fmla="*/ 1994227 w 12192000"/>
              <a:gd name="connsiteY202" fmla="*/ 4847973 h 5096785"/>
              <a:gd name="connsiteX203" fmla="*/ 1955936 w 12192000"/>
              <a:gd name="connsiteY203" fmla="*/ 4845765 h 5096785"/>
              <a:gd name="connsiteX204" fmla="*/ 1741924 w 12192000"/>
              <a:gd name="connsiteY204" fmla="*/ 4808054 h 5096785"/>
              <a:gd name="connsiteX205" fmla="*/ 1734410 w 12192000"/>
              <a:gd name="connsiteY205" fmla="*/ 4811675 h 5096785"/>
              <a:gd name="connsiteX206" fmla="*/ 1691423 w 12192000"/>
              <a:gd name="connsiteY206" fmla="*/ 4802777 h 5096785"/>
              <a:gd name="connsiteX207" fmla="*/ 1554504 w 12192000"/>
              <a:gd name="connsiteY207" fmla="*/ 4739985 h 5096785"/>
              <a:gd name="connsiteX208" fmla="*/ 1470119 w 12192000"/>
              <a:gd name="connsiteY208" fmla="*/ 4723470 h 5096785"/>
              <a:gd name="connsiteX209" fmla="*/ 1437967 w 12192000"/>
              <a:gd name="connsiteY209" fmla="*/ 4722710 h 5096785"/>
              <a:gd name="connsiteX210" fmla="*/ 1384234 w 12192000"/>
              <a:gd name="connsiteY210" fmla="*/ 4721117 h 5096785"/>
              <a:gd name="connsiteX211" fmla="*/ 1338647 w 12192000"/>
              <a:gd name="connsiteY211" fmla="*/ 4732483 h 5096785"/>
              <a:gd name="connsiteX212" fmla="*/ 1295869 w 12192000"/>
              <a:gd name="connsiteY212" fmla="*/ 4726175 h 5096785"/>
              <a:gd name="connsiteX213" fmla="*/ 1292949 w 12192000"/>
              <a:gd name="connsiteY213" fmla="*/ 4708469 h 5096785"/>
              <a:gd name="connsiteX214" fmla="*/ 1244908 w 12192000"/>
              <a:gd name="connsiteY214" fmla="*/ 4706993 h 5096785"/>
              <a:gd name="connsiteX215" fmla="*/ 1171266 w 12192000"/>
              <a:gd name="connsiteY215" fmla="*/ 4706535 h 5096785"/>
              <a:gd name="connsiteX216" fmla="*/ 1160868 w 12192000"/>
              <a:gd name="connsiteY216" fmla="*/ 4701936 h 5096785"/>
              <a:gd name="connsiteX217" fmla="*/ 1147599 w 12192000"/>
              <a:gd name="connsiteY217" fmla="*/ 4714833 h 5096785"/>
              <a:gd name="connsiteX218" fmla="*/ 1119603 w 12192000"/>
              <a:gd name="connsiteY218" fmla="*/ 4721303 h 5096785"/>
              <a:gd name="connsiteX219" fmla="*/ 997851 w 12192000"/>
              <a:gd name="connsiteY219" fmla="*/ 4722336 h 5096785"/>
              <a:gd name="connsiteX220" fmla="*/ 976455 w 12192000"/>
              <a:gd name="connsiteY220" fmla="*/ 4726407 h 5096785"/>
              <a:gd name="connsiteX221" fmla="*/ 949939 w 12192000"/>
              <a:gd name="connsiteY221" fmla="*/ 4719699 h 5096785"/>
              <a:gd name="connsiteX222" fmla="*/ 894148 w 12192000"/>
              <a:gd name="connsiteY222" fmla="*/ 4710406 h 5096785"/>
              <a:gd name="connsiteX223" fmla="*/ 857990 w 12192000"/>
              <a:gd name="connsiteY223" fmla="*/ 4696844 h 5096785"/>
              <a:gd name="connsiteX224" fmla="*/ 848649 w 12192000"/>
              <a:gd name="connsiteY224" fmla="*/ 4704021 h 5096785"/>
              <a:gd name="connsiteX225" fmla="*/ 826436 w 12192000"/>
              <a:gd name="connsiteY225" fmla="*/ 4707421 h 5096785"/>
              <a:gd name="connsiteX226" fmla="*/ 733052 w 12192000"/>
              <a:gd name="connsiteY226" fmla="*/ 4701884 h 5096785"/>
              <a:gd name="connsiteX227" fmla="*/ 716185 w 12192000"/>
              <a:gd name="connsiteY227" fmla="*/ 4703827 h 5096785"/>
              <a:gd name="connsiteX228" fmla="*/ 696663 w 12192000"/>
              <a:gd name="connsiteY228" fmla="*/ 4697420 h 5096785"/>
              <a:gd name="connsiteX229" fmla="*/ 582722 w 12192000"/>
              <a:gd name="connsiteY229" fmla="*/ 4658637 h 5096785"/>
              <a:gd name="connsiteX230" fmla="*/ 581118 w 12192000"/>
              <a:gd name="connsiteY230" fmla="*/ 4654120 h 5096785"/>
              <a:gd name="connsiteX231" fmla="*/ 546453 w 12192000"/>
              <a:gd name="connsiteY231" fmla="*/ 4652542 h 5096785"/>
              <a:gd name="connsiteX232" fmla="*/ 536773 w 12192000"/>
              <a:gd name="connsiteY232" fmla="*/ 4644609 h 5096785"/>
              <a:gd name="connsiteX233" fmla="*/ 518899 w 12192000"/>
              <a:gd name="connsiteY233" fmla="*/ 4642839 h 5096785"/>
              <a:gd name="connsiteX234" fmla="*/ 388896 w 12192000"/>
              <a:gd name="connsiteY234" fmla="*/ 4619173 h 5096785"/>
              <a:gd name="connsiteX235" fmla="*/ 366479 w 12192000"/>
              <a:gd name="connsiteY235" fmla="*/ 4618896 h 5096785"/>
              <a:gd name="connsiteX236" fmla="*/ 342781 w 12192000"/>
              <a:gd name="connsiteY236" fmla="*/ 4601239 h 5096785"/>
              <a:gd name="connsiteX237" fmla="*/ 255925 w 12192000"/>
              <a:gd name="connsiteY237" fmla="*/ 4598685 h 5096785"/>
              <a:gd name="connsiteX238" fmla="*/ 226919 w 12192000"/>
              <a:gd name="connsiteY238" fmla="*/ 4598460 h 5096785"/>
              <a:gd name="connsiteX239" fmla="*/ 213925 w 12192000"/>
              <a:gd name="connsiteY239" fmla="*/ 4597783 h 5096785"/>
              <a:gd name="connsiteX240" fmla="*/ 215196 w 12192000"/>
              <a:gd name="connsiteY240" fmla="*/ 4588576 h 5096785"/>
              <a:gd name="connsiteX241" fmla="*/ 180214 w 12192000"/>
              <a:gd name="connsiteY241" fmla="*/ 4583701 h 5096785"/>
              <a:gd name="connsiteX242" fmla="*/ 83203 w 12192000"/>
              <a:gd name="connsiteY242" fmla="*/ 4531664 h 5096785"/>
              <a:gd name="connsiteX243" fmla="*/ 4106 w 12192000"/>
              <a:gd name="connsiteY243" fmla="*/ 4517202 h 5096785"/>
              <a:gd name="connsiteX244" fmla="*/ 0 w 12192000"/>
              <a:gd name="connsiteY244" fmla="*/ 4516084 h 5096785"/>
              <a:gd name="connsiteX245" fmla="*/ 0 w 12192000"/>
              <a:gd name="connsiteY245"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9037321 w 12192000"/>
              <a:gd name="connsiteY24" fmla="*/ 4371817 h 5096785"/>
              <a:gd name="connsiteX25" fmla="*/ 8990743 w 12192000"/>
              <a:gd name="connsiteY25" fmla="*/ 4382161 h 5096785"/>
              <a:gd name="connsiteX26" fmla="*/ 8979819 w 12192000"/>
              <a:gd name="connsiteY26" fmla="*/ 4366419 h 5096785"/>
              <a:gd name="connsiteX27" fmla="*/ 8936044 w 12192000"/>
              <a:gd name="connsiteY27" fmla="*/ 4370992 h 5096785"/>
              <a:gd name="connsiteX28" fmla="*/ 8897707 w 12192000"/>
              <a:gd name="connsiteY28" fmla="*/ 4392673 h 5096785"/>
              <a:gd name="connsiteX29" fmla="*/ 8845635 w 12192000"/>
              <a:gd name="connsiteY29" fmla="*/ 4404300 h 5096785"/>
              <a:gd name="connsiteX30" fmla="*/ 8814562 w 12192000"/>
              <a:gd name="connsiteY30" fmla="*/ 4411434 h 5096785"/>
              <a:gd name="connsiteX31" fmla="*/ 8726349 w 12192000"/>
              <a:gd name="connsiteY31" fmla="*/ 4416668 h 5096785"/>
              <a:gd name="connsiteX32" fmla="*/ 8566678 w 12192000"/>
              <a:gd name="connsiteY32" fmla="*/ 4391711 h 5096785"/>
              <a:gd name="connsiteX33" fmla="*/ 8521516 w 12192000"/>
              <a:gd name="connsiteY33" fmla="*/ 4393927 h 5096785"/>
              <a:gd name="connsiteX34" fmla="*/ 8515998 w 12192000"/>
              <a:gd name="connsiteY34" fmla="*/ 4399124 h 5096785"/>
              <a:gd name="connsiteX35" fmla="*/ 8449547 w 12192000"/>
              <a:gd name="connsiteY35" fmla="*/ 4383170 h 5096785"/>
              <a:gd name="connsiteX36" fmla="*/ 8360285 w 12192000"/>
              <a:gd name="connsiteY36" fmla="*/ 4398502 h 5096785"/>
              <a:gd name="connsiteX37" fmla="*/ 8256584 w 12192000"/>
              <a:gd name="connsiteY37" fmla="*/ 4423564 h 5096785"/>
              <a:gd name="connsiteX38" fmla="*/ 8229821 w 12192000"/>
              <a:gd name="connsiteY38" fmla="*/ 4431840 h 5096785"/>
              <a:gd name="connsiteX39" fmla="*/ 8158476 w 12192000"/>
              <a:gd name="connsiteY39" fmla="*/ 4436904 h 5096785"/>
              <a:gd name="connsiteX40" fmla="*/ 7993707 w 12192000"/>
              <a:gd name="connsiteY40" fmla="*/ 4447962 h 5096785"/>
              <a:gd name="connsiteX41" fmla="*/ 7990346 w 12192000"/>
              <a:gd name="connsiteY41" fmla="*/ 4454853 h 5096785"/>
              <a:gd name="connsiteX42" fmla="*/ 7976786 w 12192000"/>
              <a:gd name="connsiteY42" fmla="*/ 4456820 h 5096785"/>
              <a:gd name="connsiteX43" fmla="*/ 7973491 w 12192000"/>
              <a:gd name="connsiteY43" fmla="*/ 4458577 h 5096785"/>
              <a:gd name="connsiteX44" fmla="*/ 7954281 w 12192000"/>
              <a:gd name="connsiteY44" fmla="*/ 4467421 h 5096785"/>
              <a:gd name="connsiteX45" fmla="*/ 7905540 w 12192000"/>
              <a:gd name="connsiteY45" fmla="*/ 4455628 h 5096785"/>
              <a:gd name="connsiteX46" fmla="*/ 7851932 w 12192000"/>
              <a:gd name="connsiteY46" fmla="*/ 4466353 h 5096785"/>
              <a:gd name="connsiteX47" fmla="*/ 7639078 w 12192000"/>
              <a:gd name="connsiteY47" fmla="*/ 4467635 h 5096785"/>
              <a:gd name="connsiteX48" fmla="*/ 7612359 w 12192000"/>
              <a:gd name="connsiteY48" fmla="*/ 4492789 h 5096785"/>
              <a:gd name="connsiteX49" fmla="*/ 7527328 w 12192000"/>
              <a:gd name="connsiteY49" fmla="*/ 4502199 h 5096785"/>
              <a:gd name="connsiteX50" fmla="*/ 7388717 w 12192000"/>
              <a:gd name="connsiteY50" fmla="*/ 4470799 h 5096785"/>
              <a:gd name="connsiteX51" fmla="*/ 7231898 w 12192000"/>
              <a:gd name="connsiteY51" fmla="*/ 4486028 h 5096785"/>
              <a:gd name="connsiteX52" fmla="*/ 7218425 w 12192000"/>
              <a:gd name="connsiteY52" fmla="*/ 4477288 h 5096785"/>
              <a:gd name="connsiteX53" fmla="*/ 7202795 w 12192000"/>
              <a:gd name="connsiteY53" fmla="*/ 4472972 h 5096785"/>
              <a:gd name="connsiteX54" fmla="*/ 7200744 w 12192000"/>
              <a:gd name="connsiteY54" fmla="*/ 4474099 h 5096785"/>
              <a:gd name="connsiteX55" fmla="*/ 7182163 w 12192000"/>
              <a:gd name="connsiteY55" fmla="*/ 4474005 h 5096785"/>
              <a:gd name="connsiteX56" fmla="*/ 7178368 w 12192000"/>
              <a:gd name="connsiteY56" fmla="*/ 4470673 h 5096785"/>
              <a:gd name="connsiteX57" fmla="*/ 7165705 w 12192000"/>
              <a:gd name="connsiteY57" fmla="*/ 4469569 h 5096785"/>
              <a:gd name="connsiteX58" fmla="*/ 7140991 w 12192000"/>
              <a:gd name="connsiteY58" fmla="*/ 4464599 h 5096785"/>
              <a:gd name="connsiteX59" fmla="*/ 7136152 w 12192000"/>
              <a:gd name="connsiteY59" fmla="*/ 4466292 h 5096785"/>
              <a:gd name="connsiteX60" fmla="*/ 7098544 w 12192000"/>
              <a:gd name="connsiteY60" fmla="*/ 4462879 h 5096785"/>
              <a:gd name="connsiteX61" fmla="*/ 7097922 w 12192000"/>
              <a:gd name="connsiteY61" fmla="*/ 4464077 h 5096785"/>
              <a:gd name="connsiteX62" fmla="*/ 7086877 w 12192000"/>
              <a:gd name="connsiteY62" fmla="*/ 4468554 h 5096785"/>
              <a:gd name="connsiteX63" fmla="*/ 7065999 w 12192000"/>
              <a:gd name="connsiteY63" fmla="*/ 4474270 h 5096785"/>
              <a:gd name="connsiteX64" fmla="*/ 7016598 w 12192000"/>
              <a:gd name="connsiteY64" fmla="*/ 4502855 h 5096785"/>
              <a:gd name="connsiteX65" fmla="*/ 6977375 w 12192000"/>
              <a:gd name="connsiteY65" fmla="*/ 4499434 h 5096785"/>
              <a:gd name="connsiteX66" fmla="*/ 6969409 w 12192000"/>
              <a:gd name="connsiteY66" fmla="*/ 4499424 h 5096785"/>
              <a:gd name="connsiteX67" fmla="*/ 6969218 w 12192000"/>
              <a:gd name="connsiteY67" fmla="*/ 4499704 h 5096785"/>
              <a:gd name="connsiteX68" fmla="*/ 6960755 w 12192000"/>
              <a:gd name="connsiteY68" fmla="*/ 4500249 h 5096785"/>
              <a:gd name="connsiteX69" fmla="*/ 6954882 w 12192000"/>
              <a:gd name="connsiteY69" fmla="*/ 4499405 h 5096785"/>
              <a:gd name="connsiteX70" fmla="*/ 6939428 w 12192000"/>
              <a:gd name="connsiteY70" fmla="*/ 4499385 h 5096785"/>
              <a:gd name="connsiteX71" fmla="*/ 6933902 w 12192000"/>
              <a:gd name="connsiteY71" fmla="*/ 4501239 h 5096785"/>
              <a:gd name="connsiteX72" fmla="*/ 6891244 w 12192000"/>
              <a:gd name="connsiteY72" fmla="*/ 4536371 h 5096785"/>
              <a:gd name="connsiteX73" fmla="*/ 6794496 w 12192000"/>
              <a:gd name="connsiteY73" fmla="*/ 4567924 h 5096785"/>
              <a:gd name="connsiteX74" fmla="*/ 6574528 w 12192000"/>
              <a:gd name="connsiteY74" fmla="*/ 4641155 h 5096785"/>
              <a:gd name="connsiteX75" fmla="*/ 6573036 w 12192000"/>
              <a:gd name="connsiteY75" fmla="*/ 4641049 h 5096785"/>
              <a:gd name="connsiteX76" fmla="*/ 6571920 w 12192000"/>
              <a:gd name="connsiteY76" fmla="*/ 4644739 h 5096785"/>
              <a:gd name="connsiteX77" fmla="*/ 6552021 w 12192000"/>
              <a:gd name="connsiteY77" fmla="*/ 4650379 h 5096785"/>
              <a:gd name="connsiteX78" fmla="*/ 6545925 w 12192000"/>
              <a:gd name="connsiteY78" fmla="*/ 4650675 h 5096785"/>
              <a:gd name="connsiteX79" fmla="*/ 6537822 w 12192000"/>
              <a:gd name="connsiteY79" fmla="*/ 4652769 h 5096785"/>
              <a:gd name="connsiteX80" fmla="*/ 6537743 w 12192000"/>
              <a:gd name="connsiteY80" fmla="*/ 4653068 h 5096785"/>
              <a:gd name="connsiteX81" fmla="*/ 6490057 w 12192000"/>
              <a:gd name="connsiteY81" fmla="*/ 4658624 h 5096785"/>
              <a:gd name="connsiteX82" fmla="*/ 6386800 w 12192000"/>
              <a:gd name="connsiteY82" fmla="*/ 4715431 h 5096785"/>
              <a:gd name="connsiteX83" fmla="*/ 6382703 w 12192000"/>
              <a:gd name="connsiteY83" fmla="*/ 4717930 h 5096785"/>
              <a:gd name="connsiteX84" fmla="*/ 6356495 w 12192000"/>
              <a:gd name="connsiteY84" fmla="*/ 4717843 h 5096785"/>
              <a:gd name="connsiteX85" fmla="*/ 6343628 w 12192000"/>
              <a:gd name="connsiteY85" fmla="*/ 4719161 h 5096785"/>
              <a:gd name="connsiteX86" fmla="*/ 6338605 w 12192000"/>
              <a:gd name="connsiteY86" fmla="*/ 4716723 h 5096785"/>
              <a:gd name="connsiteX87" fmla="*/ 6320318 w 12192000"/>
              <a:gd name="connsiteY87" fmla="*/ 4720095 h 5096785"/>
              <a:gd name="connsiteX88" fmla="*/ 6318742 w 12192000"/>
              <a:gd name="connsiteY88" fmla="*/ 4721541 h 5096785"/>
              <a:gd name="connsiteX89" fmla="*/ 6301708 w 12192000"/>
              <a:gd name="connsiteY89" fmla="*/ 4720380 h 5096785"/>
              <a:gd name="connsiteX90" fmla="*/ 6285082 w 12192000"/>
              <a:gd name="connsiteY90" fmla="*/ 4714639 h 5096785"/>
              <a:gd name="connsiteX91" fmla="*/ 6136936 w 12192000"/>
              <a:gd name="connsiteY91" fmla="*/ 4758246 h 5096785"/>
              <a:gd name="connsiteX92" fmla="*/ 5988578 w 12192000"/>
              <a:gd name="connsiteY92" fmla="*/ 4754427 h 5096785"/>
              <a:gd name="connsiteX93" fmla="*/ 5908701 w 12192000"/>
              <a:gd name="connsiteY93" fmla="*/ 4779160 h 5096785"/>
              <a:gd name="connsiteX94" fmla="*/ 5892219 w 12192000"/>
              <a:gd name="connsiteY94" fmla="*/ 4807892 h 5096785"/>
              <a:gd name="connsiteX95" fmla="*/ 5683612 w 12192000"/>
              <a:gd name="connsiteY95" fmla="*/ 4848770 h 5096785"/>
              <a:gd name="connsiteX96" fmla="*/ 5635111 w 12192000"/>
              <a:gd name="connsiteY96" fmla="*/ 4868888 h 5096785"/>
              <a:gd name="connsiteX97" fmla="*/ 5582652 w 12192000"/>
              <a:gd name="connsiteY97" fmla="*/ 4866836 h 5096785"/>
              <a:gd name="connsiteX98" fmla="*/ 5567213 w 12192000"/>
              <a:gd name="connsiteY98" fmla="*/ 4878769 h 5096785"/>
              <a:gd name="connsiteX99" fmla="*/ 5564659 w 12192000"/>
              <a:gd name="connsiteY99" fmla="*/ 4881042 h 5096785"/>
              <a:gd name="connsiteX100" fmla="*/ 5552102 w 12192000"/>
              <a:gd name="connsiteY100" fmla="*/ 4885426 h 5096785"/>
              <a:gd name="connsiteX101" fmla="*/ 5551475 w 12192000"/>
              <a:gd name="connsiteY101" fmla="*/ 4892560 h 5096785"/>
              <a:gd name="connsiteX102" fmla="*/ 5534664 w 12192000"/>
              <a:gd name="connsiteY102" fmla="*/ 4903385 h 5096785"/>
              <a:gd name="connsiteX103" fmla="*/ 5510737 w 12192000"/>
              <a:gd name="connsiteY103" fmla="*/ 4909807 h 5096785"/>
              <a:gd name="connsiteX104" fmla="*/ 5393901 w 12192000"/>
              <a:gd name="connsiteY104" fmla="*/ 4933709 h 5096785"/>
              <a:gd name="connsiteX105" fmla="*/ 5325782 w 12192000"/>
              <a:gd name="connsiteY105" fmla="*/ 4951789 h 5096785"/>
              <a:gd name="connsiteX106" fmla="*/ 5302703 w 12192000"/>
              <a:gd name="connsiteY106" fmla="*/ 4964590 h 5096785"/>
              <a:gd name="connsiteX107" fmla="*/ 5268591 w 12192000"/>
              <a:gd name="connsiteY107" fmla="*/ 4978479 h 5096785"/>
              <a:gd name="connsiteX108" fmla="*/ 5210559 w 12192000"/>
              <a:gd name="connsiteY108" fmla="*/ 5007585 h 5096785"/>
              <a:gd name="connsiteX109" fmla="*/ 5177597 w 12192000"/>
              <a:gd name="connsiteY109" fmla="*/ 5015926 h 5096785"/>
              <a:gd name="connsiteX110" fmla="*/ 5160569 w 12192000"/>
              <a:gd name="connsiteY110" fmla="*/ 5025681 h 5096785"/>
              <a:gd name="connsiteX111" fmla="*/ 5152748 w 12192000"/>
              <a:gd name="connsiteY111" fmla="*/ 5026569 h 5096785"/>
              <a:gd name="connsiteX112" fmla="*/ 5127678 w 12192000"/>
              <a:gd name="connsiteY112" fmla="*/ 5032947 h 5096785"/>
              <a:gd name="connsiteX113" fmla="*/ 5113147 w 12192000"/>
              <a:gd name="connsiteY113" fmla="*/ 5035818 h 5096785"/>
              <a:gd name="connsiteX114" fmla="*/ 5107301 w 12192000"/>
              <a:gd name="connsiteY114" fmla="*/ 5036672 h 5096785"/>
              <a:gd name="connsiteX115" fmla="*/ 5093215 w 12192000"/>
              <a:gd name="connsiteY115" fmla="*/ 5032880 h 5096785"/>
              <a:gd name="connsiteX116" fmla="*/ 5077058 w 12192000"/>
              <a:gd name="connsiteY116" fmla="*/ 5038681 h 5096785"/>
              <a:gd name="connsiteX117" fmla="*/ 5057349 w 12192000"/>
              <a:gd name="connsiteY117" fmla="*/ 5036015 h 5096785"/>
              <a:gd name="connsiteX118" fmla="*/ 5053945 w 12192000"/>
              <a:gd name="connsiteY118" fmla="*/ 5041952 h 5096785"/>
              <a:gd name="connsiteX119" fmla="*/ 5040021 w 12192000"/>
              <a:gd name="connsiteY119" fmla="*/ 5050052 h 5096785"/>
              <a:gd name="connsiteX120" fmla="*/ 5025913 w 12192000"/>
              <a:gd name="connsiteY120" fmla="*/ 5046535 h 5096785"/>
              <a:gd name="connsiteX121" fmla="*/ 4998218 w 12192000"/>
              <a:gd name="connsiteY121" fmla="*/ 5048065 h 5096785"/>
              <a:gd name="connsiteX122" fmla="*/ 4991008 w 12192000"/>
              <a:gd name="connsiteY122" fmla="*/ 5050439 h 5096785"/>
              <a:gd name="connsiteX123" fmla="*/ 4963503 w 12192000"/>
              <a:gd name="connsiteY123" fmla="*/ 5047575 h 5096785"/>
              <a:gd name="connsiteX124" fmla="*/ 4921053 w 12192000"/>
              <a:gd name="connsiteY124" fmla="*/ 5048925 h 5096785"/>
              <a:gd name="connsiteX125" fmla="*/ 4873420 w 12192000"/>
              <a:gd name="connsiteY125" fmla="*/ 5054929 h 5096785"/>
              <a:gd name="connsiteX126" fmla="*/ 4858825 w 12192000"/>
              <a:gd name="connsiteY126" fmla="*/ 5051329 h 5096785"/>
              <a:gd name="connsiteX127" fmla="*/ 4769340 w 12192000"/>
              <a:gd name="connsiteY127" fmla="*/ 5053090 h 5096785"/>
              <a:gd name="connsiteX128" fmla="*/ 4744152 w 12192000"/>
              <a:gd name="connsiteY128" fmla="*/ 5053391 h 5096785"/>
              <a:gd name="connsiteX129" fmla="*/ 4723556 w 12192000"/>
              <a:gd name="connsiteY129" fmla="*/ 5059633 h 5096785"/>
              <a:gd name="connsiteX130" fmla="*/ 4719699 w 12192000"/>
              <a:gd name="connsiteY130" fmla="*/ 5066298 h 5096785"/>
              <a:gd name="connsiteX131" fmla="*/ 4706016 w 12192000"/>
              <a:gd name="connsiteY131" fmla="*/ 5067422 h 5096785"/>
              <a:gd name="connsiteX132" fmla="*/ 4702593 w 12192000"/>
              <a:gd name="connsiteY132" fmla="*/ 5068973 h 5096785"/>
              <a:gd name="connsiteX133" fmla="*/ 4682766 w 12192000"/>
              <a:gd name="connsiteY133" fmla="*/ 5076609 h 5096785"/>
              <a:gd name="connsiteX134" fmla="*/ 4634960 w 12192000"/>
              <a:gd name="connsiteY134" fmla="*/ 5061852 h 5096785"/>
              <a:gd name="connsiteX135" fmla="*/ 4580645 w 12192000"/>
              <a:gd name="connsiteY135" fmla="*/ 5069246 h 5096785"/>
              <a:gd name="connsiteX136" fmla="*/ 4368005 w 12192000"/>
              <a:gd name="connsiteY136" fmla="*/ 5057426 h 5096785"/>
              <a:gd name="connsiteX137" fmla="*/ 4339489 w 12192000"/>
              <a:gd name="connsiteY137" fmla="*/ 5080858 h 5096785"/>
              <a:gd name="connsiteX138" fmla="*/ 4253895 w 12192000"/>
              <a:gd name="connsiteY138" fmla="*/ 5085008 h 5096785"/>
              <a:gd name="connsiteX139" fmla="*/ 4117780 w 12192000"/>
              <a:gd name="connsiteY139" fmla="*/ 5045175 h 5096785"/>
              <a:gd name="connsiteX140" fmla="*/ 3960074 w 12192000"/>
              <a:gd name="connsiteY140" fmla="*/ 5050708 h 5096785"/>
              <a:gd name="connsiteX141" fmla="*/ 3947260 w 12192000"/>
              <a:gd name="connsiteY141" fmla="*/ 5041167 h 5096785"/>
              <a:gd name="connsiteX142" fmla="*/ 3931969 w 12192000"/>
              <a:gd name="connsiteY142" fmla="*/ 5035902 h 5096785"/>
              <a:gd name="connsiteX143" fmla="*/ 3929836 w 12192000"/>
              <a:gd name="connsiteY143" fmla="*/ 5036901 h 5096785"/>
              <a:gd name="connsiteX144" fmla="*/ 3911296 w 12192000"/>
              <a:gd name="connsiteY144" fmla="*/ 5035663 h 5096785"/>
              <a:gd name="connsiteX145" fmla="*/ 3907746 w 12192000"/>
              <a:gd name="connsiteY145" fmla="*/ 5032107 h 5096785"/>
              <a:gd name="connsiteX146" fmla="*/ 3895182 w 12192000"/>
              <a:gd name="connsiteY146" fmla="*/ 5030229 h 5096785"/>
              <a:gd name="connsiteX147" fmla="*/ 3870866 w 12192000"/>
              <a:gd name="connsiteY147" fmla="*/ 5023753 h 5096785"/>
              <a:gd name="connsiteX148" fmla="*/ 3865913 w 12192000"/>
              <a:gd name="connsiteY148" fmla="*/ 5025143 h 5096785"/>
              <a:gd name="connsiteX149" fmla="*/ 3828606 w 12192000"/>
              <a:gd name="connsiteY149" fmla="*/ 5019426 h 5096785"/>
              <a:gd name="connsiteX150" fmla="*/ 3827901 w 12192000"/>
              <a:gd name="connsiteY150" fmla="*/ 5020583 h 5096785"/>
              <a:gd name="connsiteX151" fmla="*/ 3816543 w 12192000"/>
              <a:gd name="connsiteY151" fmla="*/ 5024366 h 5096785"/>
              <a:gd name="connsiteX152" fmla="*/ 3795278 w 12192000"/>
              <a:gd name="connsiteY152" fmla="*/ 5028779 h 5096785"/>
              <a:gd name="connsiteX153" fmla="*/ 3743858 w 12192000"/>
              <a:gd name="connsiteY153" fmla="*/ 5054237 h 5096785"/>
              <a:gd name="connsiteX154" fmla="*/ 3704945 w 12192000"/>
              <a:gd name="connsiteY154" fmla="*/ 5048413 h 5096785"/>
              <a:gd name="connsiteX155" fmla="*/ 3696992 w 12192000"/>
              <a:gd name="connsiteY155" fmla="*/ 5047914 h 5096785"/>
              <a:gd name="connsiteX156" fmla="*/ 3696780 w 12192000"/>
              <a:gd name="connsiteY156" fmla="*/ 5048181 h 5096785"/>
              <a:gd name="connsiteX157" fmla="*/ 3688290 w 12192000"/>
              <a:gd name="connsiteY157" fmla="*/ 5048204 h 5096785"/>
              <a:gd name="connsiteX158" fmla="*/ 3682486 w 12192000"/>
              <a:gd name="connsiteY158" fmla="*/ 5047000 h 5096785"/>
              <a:gd name="connsiteX159" fmla="*/ 3667056 w 12192000"/>
              <a:gd name="connsiteY159" fmla="*/ 5046030 h 5096785"/>
              <a:gd name="connsiteX160" fmla="*/ 3661403 w 12192000"/>
              <a:gd name="connsiteY160" fmla="*/ 5047537 h 5096785"/>
              <a:gd name="connsiteX161" fmla="*/ 3658673 w 12192000"/>
              <a:gd name="connsiteY161" fmla="*/ 5050790 h 5096785"/>
              <a:gd name="connsiteX162" fmla="*/ 3657333 w 12192000"/>
              <a:gd name="connsiteY162" fmla="*/ 5050325 h 5096785"/>
              <a:gd name="connsiteX163" fmla="*/ 3626778 w 12192000"/>
              <a:gd name="connsiteY163" fmla="*/ 5057882 h 5096785"/>
              <a:gd name="connsiteX164" fmla="*/ 3560067 w 12192000"/>
              <a:gd name="connsiteY164" fmla="*/ 5064266 h 5096785"/>
              <a:gd name="connsiteX165" fmla="*/ 3522641 w 12192000"/>
              <a:gd name="connsiteY165" fmla="*/ 5063654 h 5096785"/>
              <a:gd name="connsiteX166" fmla="*/ 3419275 w 12192000"/>
              <a:gd name="connsiteY166" fmla="*/ 5066646 h 5096785"/>
              <a:gd name="connsiteX167" fmla="*/ 3314869 w 12192000"/>
              <a:gd name="connsiteY167" fmla="*/ 5073197 h 5096785"/>
              <a:gd name="connsiteX168" fmla="*/ 3259088 w 12192000"/>
              <a:gd name="connsiteY168" fmla="*/ 5096363 h 5096785"/>
              <a:gd name="connsiteX169" fmla="*/ 3253104 w 12192000"/>
              <a:gd name="connsiteY169" fmla="*/ 5096785 h 5096785"/>
              <a:gd name="connsiteX170" fmla="*/ 3238751 w 12192000"/>
              <a:gd name="connsiteY170" fmla="*/ 5092996 h 5096785"/>
              <a:gd name="connsiteX171" fmla="*/ 3233681 w 12192000"/>
              <a:gd name="connsiteY171" fmla="*/ 5090758 h 5096785"/>
              <a:gd name="connsiteX172" fmla="*/ 3225562 w 12192000"/>
              <a:gd name="connsiteY172" fmla="*/ 5089215 h 5096785"/>
              <a:gd name="connsiteX173" fmla="*/ 3225260 w 12192000"/>
              <a:gd name="connsiteY173" fmla="*/ 5089437 h 5096785"/>
              <a:gd name="connsiteX174" fmla="*/ 3217859 w 12192000"/>
              <a:gd name="connsiteY174" fmla="*/ 5087484 h 5096785"/>
              <a:gd name="connsiteX175" fmla="*/ 3182980 w 12192000"/>
              <a:gd name="connsiteY175" fmla="*/ 5074650 h 5096785"/>
              <a:gd name="connsiteX176" fmla="*/ 3123938 w 12192000"/>
              <a:gd name="connsiteY176" fmla="*/ 5089912 h 5096785"/>
              <a:gd name="connsiteX177" fmla="*/ 3101912 w 12192000"/>
              <a:gd name="connsiteY177" fmla="*/ 5090281 h 5096785"/>
              <a:gd name="connsiteX178" fmla="*/ 3089591 w 12192000"/>
              <a:gd name="connsiteY178" fmla="*/ 5091865 h 5096785"/>
              <a:gd name="connsiteX179" fmla="*/ 3088465 w 12192000"/>
              <a:gd name="connsiteY179" fmla="*/ 5092858 h 5096785"/>
              <a:gd name="connsiteX180" fmla="*/ 3055081 w 12192000"/>
              <a:gd name="connsiteY180" fmla="*/ 5080424 h 5096785"/>
              <a:gd name="connsiteX181" fmla="*/ 3049807 w 12192000"/>
              <a:gd name="connsiteY181" fmla="*/ 5080860 h 5096785"/>
              <a:gd name="connsiteX182" fmla="*/ 3029122 w 12192000"/>
              <a:gd name="connsiteY182" fmla="*/ 5070085 h 5096785"/>
              <a:gd name="connsiteX183" fmla="*/ 3017862 w 12192000"/>
              <a:gd name="connsiteY183" fmla="*/ 5065942 h 5096785"/>
              <a:gd name="connsiteX184" fmla="*/ 3015868 w 12192000"/>
              <a:gd name="connsiteY184" fmla="*/ 5061832 h 5096785"/>
              <a:gd name="connsiteX185" fmla="*/ 2998644 w 12192000"/>
              <a:gd name="connsiteY185" fmla="*/ 5057210 h 5096785"/>
              <a:gd name="connsiteX186" fmla="*/ 2996219 w 12192000"/>
              <a:gd name="connsiteY186" fmla="*/ 5057788 h 5096785"/>
              <a:gd name="connsiteX187" fmla="*/ 2983676 w 12192000"/>
              <a:gd name="connsiteY187" fmla="*/ 5049852 h 5096785"/>
              <a:gd name="connsiteX188" fmla="*/ 2903609 w 12192000"/>
              <a:gd name="connsiteY188" fmla="*/ 4998457 h 5096785"/>
              <a:gd name="connsiteX189" fmla="*/ 2758830 w 12192000"/>
              <a:gd name="connsiteY189" fmla="*/ 4974760 h 5096785"/>
              <a:gd name="connsiteX190" fmla="*/ 2532669 w 12192000"/>
              <a:gd name="connsiteY190" fmla="*/ 4940573 h 5096785"/>
              <a:gd name="connsiteX191" fmla="*/ 2389931 w 12192000"/>
              <a:gd name="connsiteY191" fmla="*/ 4905785 h 5096785"/>
              <a:gd name="connsiteX192" fmla="*/ 2335186 w 12192000"/>
              <a:gd name="connsiteY192" fmla="*/ 4902957 h 5096785"/>
              <a:gd name="connsiteX193" fmla="*/ 2295307 w 12192000"/>
              <a:gd name="connsiteY193" fmla="*/ 4879800 h 5096785"/>
              <a:gd name="connsiteX194" fmla="*/ 2273393 w 12192000"/>
              <a:gd name="connsiteY194" fmla="*/ 4883565 h 5096785"/>
              <a:gd name="connsiteX195" fmla="*/ 2269523 w 12192000"/>
              <a:gd name="connsiteY195" fmla="*/ 4884442 h 5096785"/>
              <a:gd name="connsiteX196" fmla="*/ 2256015 w 12192000"/>
              <a:gd name="connsiteY196" fmla="*/ 4883014 h 5096785"/>
              <a:gd name="connsiteX197" fmla="*/ 2249731 w 12192000"/>
              <a:gd name="connsiteY197" fmla="*/ 4888778 h 5096785"/>
              <a:gd name="connsiteX198" fmla="*/ 2227629 w 12192000"/>
              <a:gd name="connsiteY198" fmla="*/ 4891047 h 5096785"/>
              <a:gd name="connsiteX199" fmla="*/ 2203460 w 12192000"/>
              <a:gd name="connsiteY199" fmla="*/ 4886696 h 5096785"/>
              <a:gd name="connsiteX200" fmla="*/ 2091528 w 12192000"/>
              <a:gd name="connsiteY200" fmla="*/ 4859155 h 5096785"/>
              <a:gd name="connsiteX201" fmla="*/ 2022901 w 12192000"/>
              <a:gd name="connsiteY201" fmla="*/ 4846594 h 5096785"/>
              <a:gd name="connsiteX202" fmla="*/ 1994227 w 12192000"/>
              <a:gd name="connsiteY202" fmla="*/ 4847973 h 5096785"/>
              <a:gd name="connsiteX203" fmla="*/ 1955936 w 12192000"/>
              <a:gd name="connsiteY203" fmla="*/ 4845765 h 5096785"/>
              <a:gd name="connsiteX204" fmla="*/ 1741924 w 12192000"/>
              <a:gd name="connsiteY204" fmla="*/ 4808054 h 5096785"/>
              <a:gd name="connsiteX205" fmla="*/ 1734410 w 12192000"/>
              <a:gd name="connsiteY205" fmla="*/ 4811675 h 5096785"/>
              <a:gd name="connsiteX206" fmla="*/ 1691423 w 12192000"/>
              <a:gd name="connsiteY206" fmla="*/ 4802777 h 5096785"/>
              <a:gd name="connsiteX207" fmla="*/ 1554504 w 12192000"/>
              <a:gd name="connsiteY207" fmla="*/ 4739985 h 5096785"/>
              <a:gd name="connsiteX208" fmla="*/ 1470119 w 12192000"/>
              <a:gd name="connsiteY208" fmla="*/ 4723470 h 5096785"/>
              <a:gd name="connsiteX209" fmla="*/ 1437967 w 12192000"/>
              <a:gd name="connsiteY209" fmla="*/ 4722710 h 5096785"/>
              <a:gd name="connsiteX210" fmla="*/ 1384234 w 12192000"/>
              <a:gd name="connsiteY210" fmla="*/ 4721117 h 5096785"/>
              <a:gd name="connsiteX211" fmla="*/ 1338647 w 12192000"/>
              <a:gd name="connsiteY211" fmla="*/ 4732483 h 5096785"/>
              <a:gd name="connsiteX212" fmla="*/ 1295869 w 12192000"/>
              <a:gd name="connsiteY212" fmla="*/ 4726175 h 5096785"/>
              <a:gd name="connsiteX213" fmla="*/ 1292949 w 12192000"/>
              <a:gd name="connsiteY213" fmla="*/ 4708469 h 5096785"/>
              <a:gd name="connsiteX214" fmla="*/ 1244908 w 12192000"/>
              <a:gd name="connsiteY214" fmla="*/ 4706993 h 5096785"/>
              <a:gd name="connsiteX215" fmla="*/ 1171266 w 12192000"/>
              <a:gd name="connsiteY215" fmla="*/ 4706535 h 5096785"/>
              <a:gd name="connsiteX216" fmla="*/ 1160868 w 12192000"/>
              <a:gd name="connsiteY216" fmla="*/ 4701936 h 5096785"/>
              <a:gd name="connsiteX217" fmla="*/ 1147599 w 12192000"/>
              <a:gd name="connsiteY217" fmla="*/ 4714833 h 5096785"/>
              <a:gd name="connsiteX218" fmla="*/ 1119603 w 12192000"/>
              <a:gd name="connsiteY218" fmla="*/ 4721303 h 5096785"/>
              <a:gd name="connsiteX219" fmla="*/ 997851 w 12192000"/>
              <a:gd name="connsiteY219" fmla="*/ 4722336 h 5096785"/>
              <a:gd name="connsiteX220" fmla="*/ 976455 w 12192000"/>
              <a:gd name="connsiteY220" fmla="*/ 4726407 h 5096785"/>
              <a:gd name="connsiteX221" fmla="*/ 949939 w 12192000"/>
              <a:gd name="connsiteY221" fmla="*/ 4719699 h 5096785"/>
              <a:gd name="connsiteX222" fmla="*/ 894148 w 12192000"/>
              <a:gd name="connsiteY222" fmla="*/ 4710406 h 5096785"/>
              <a:gd name="connsiteX223" fmla="*/ 857990 w 12192000"/>
              <a:gd name="connsiteY223" fmla="*/ 4696844 h 5096785"/>
              <a:gd name="connsiteX224" fmla="*/ 848649 w 12192000"/>
              <a:gd name="connsiteY224" fmla="*/ 4704021 h 5096785"/>
              <a:gd name="connsiteX225" fmla="*/ 826436 w 12192000"/>
              <a:gd name="connsiteY225" fmla="*/ 4707421 h 5096785"/>
              <a:gd name="connsiteX226" fmla="*/ 733052 w 12192000"/>
              <a:gd name="connsiteY226" fmla="*/ 4701884 h 5096785"/>
              <a:gd name="connsiteX227" fmla="*/ 716185 w 12192000"/>
              <a:gd name="connsiteY227" fmla="*/ 4703827 h 5096785"/>
              <a:gd name="connsiteX228" fmla="*/ 696663 w 12192000"/>
              <a:gd name="connsiteY228" fmla="*/ 4697420 h 5096785"/>
              <a:gd name="connsiteX229" fmla="*/ 582722 w 12192000"/>
              <a:gd name="connsiteY229" fmla="*/ 4658637 h 5096785"/>
              <a:gd name="connsiteX230" fmla="*/ 581118 w 12192000"/>
              <a:gd name="connsiteY230" fmla="*/ 4654120 h 5096785"/>
              <a:gd name="connsiteX231" fmla="*/ 546453 w 12192000"/>
              <a:gd name="connsiteY231" fmla="*/ 4652542 h 5096785"/>
              <a:gd name="connsiteX232" fmla="*/ 536773 w 12192000"/>
              <a:gd name="connsiteY232" fmla="*/ 4644609 h 5096785"/>
              <a:gd name="connsiteX233" fmla="*/ 518899 w 12192000"/>
              <a:gd name="connsiteY233" fmla="*/ 4642839 h 5096785"/>
              <a:gd name="connsiteX234" fmla="*/ 388896 w 12192000"/>
              <a:gd name="connsiteY234" fmla="*/ 4619173 h 5096785"/>
              <a:gd name="connsiteX235" fmla="*/ 366479 w 12192000"/>
              <a:gd name="connsiteY235" fmla="*/ 4618896 h 5096785"/>
              <a:gd name="connsiteX236" fmla="*/ 342781 w 12192000"/>
              <a:gd name="connsiteY236" fmla="*/ 4601239 h 5096785"/>
              <a:gd name="connsiteX237" fmla="*/ 255925 w 12192000"/>
              <a:gd name="connsiteY237" fmla="*/ 4598685 h 5096785"/>
              <a:gd name="connsiteX238" fmla="*/ 226919 w 12192000"/>
              <a:gd name="connsiteY238" fmla="*/ 4598460 h 5096785"/>
              <a:gd name="connsiteX239" fmla="*/ 213925 w 12192000"/>
              <a:gd name="connsiteY239" fmla="*/ 4597783 h 5096785"/>
              <a:gd name="connsiteX240" fmla="*/ 215196 w 12192000"/>
              <a:gd name="connsiteY240" fmla="*/ 4588576 h 5096785"/>
              <a:gd name="connsiteX241" fmla="*/ 180214 w 12192000"/>
              <a:gd name="connsiteY241" fmla="*/ 4583701 h 5096785"/>
              <a:gd name="connsiteX242" fmla="*/ 83203 w 12192000"/>
              <a:gd name="connsiteY242" fmla="*/ 4531664 h 5096785"/>
              <a:gd name="connsiteX243" fmla="*/ 4106 w 12192000"/>
              <a:gd name="connsiteY243" fmla="*/ 4517202 h 5096785"/>
              <a:gd name="connsiteX244" fmla="*/ 0 w 12192000"/>
              <a:gd name="connsiteY244" fmla="*/ 4516084 h 5096785"/>
              <a:gd name="connsiteX245" fmla="*/ 0 w 12192000"/>
              <a:gd name="connsiteY245"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123938 w 12192000"/>
              <a:gd name="connsiteY175" fmla="*/ 5089912 h 5096785"/>
              <a:gd name="connsiteX176" fmla="*/ 3101912 w 12192000"/>
              <a:gd name="connsiteY176" fmla="*/ 5090281 h 5096785"/>
              <a:gd name="connsiteX177" fmla="*/ 3089591 w 12192000"/>
              <a:gd name="connsiteY177" fmla="*/ 5091865 h 5096785"/>
              <a:gd name="connsiteX178" fmla="*/ 3088465 w 12192000"/>
              <a:gd name="connsiteY178" fmla="*/ 5092858 h 5096785"/>
              <a:gd name="connsiteX179" fmla="*/ 3055081 w 12192000"/>
              <a:gd name="connsiteY179" fmla="*/ 5080424 h 5096785"/>
              <a:gd name="connsiteX180" fmla="*/ 3049807 w 12192000"/>
              <a:gd name="connsiteY180" fmla="*/ 5080860 h 5096785"/>
              <a:gd name="connsiteX181" fmla="*/ 3029122 w 12192000"/>
              <a:gd name="connsiteY181" fmla="*/ 5070085 h 5096785"/>
              <a:gd name="connsiteX182" fmla="*/ 3017862 w 12192000"/>
              <a:gd name="connsiteY182" fmla="*/ 5065942 h 5096785"/>
              <a:gd name="connsiteX183" fmla="*/ 3015868 w 12192000"/>
              <a:gd name="connsiteY183" fmla="*/ 5061832 h 5096785"/>
              <a:gd name="connsiteX184" fmla="*/ 2998644 w 12192000"/>
              <a:gd name="connsiteY184" fmla="*/ 5057210 h 5096785"/>
              <a:gd name="connsiteX185" fmla="*/ 2996219 w 12192000"/>
              <a:gd name="connsiteY185" fmla="*/ 5057788 h 5096785"/>
              <a:gd name="connsiteX186" fmla="*/ 2983676 w 12192000"/>
              <a:gd name="connsiteY186" fmla="*/ 5049852 h 5096785"/>
              <a:gd name="connsiteX187" fmla="*/ 2903609 w 12192000"/>
              <a:gd name="connsiteY187" fmla="*/ 4998457 h 5096785"/>
              <a:gd name="connsiteX188" fmla="*/ 2758830 w 12192000"/>
              <a:gd name="connsiteY188" fmla="*/ 4974760 h 5096785"/>
              <a:gd name="connsiteX189" fmla="*/ 2532669 w 12192000"/>
              <a:gd name="connsiteY189" fmla="*/ 4940573 h 5096785"/>
              <a:gd name="connsiteX190" fmla="*/ 2389931 w 12192000"/>
              <a:gd name="connsiteY190" fmla="*/ 4905785 h 5096785"/>
              <a:gd name="connsiteX191" fmla="*/ 2335186 w 12192000"/>
              <a:gd name="connsiteY191" fmla="*/ 4902957 h 5096785"/>
              <a:gd name="connsiteX192" fmla="*/ 2295307 w 12192000"/>
              <a:gd name="connsiteY192" fmla="*/ 4879800 h 5096785"/>
              <a:gd name="connsiteX193" fmla="*/ 2273393 w 12192000"/>
              <a:gd name="connsiteY193" fmla="*/ 4883565 h 5096785"/>
              <a:gd name="connsiteX194" fmla="*/ 2269523 w 12192000"/>
              <a:gd name="connsiteY194" fmla="*/ 4884442 h 5096785"/>
              <a:gd name="connsiteX195" fmla="*/ 2256015 w 12192000"/>
              <a:gd name="connsiteY195" fmla="*/ 4883014 h 5096785"/>
              <a:gd name="connsiteX196" fmla="*/ 2249731 w 12192000"/>
              <a:gd name="connsiteY196" fmla="*/ 4888778 h 5096785"/>
              <a:gd name="connsiteX197" fmla="*/ 2227629 w 12192000"/>
              <a:gd name="connsiteY197" fmla="*/ 4891047 h 5096785"/>
              <a:gd name="connsiteX198" fmla="*/ 2203460 w 12192000"/>
              <a:gd name="connsiteY198" fmla="*/ 4886696 h 5096785"/>
              <a:gd name="connsiteX199" fmla="*/ 2091528 w 12192000"/>
              <a:gd name="connsiteY199" fmla="*/ 4859155 h 5096785"/>
              <a:gd name="connsiteX200" fmla="*/ 2022901 w 12192000"/>
              <a:gd name="connsiteY200" fmla="*/ 4846594 h 5096785"/>
              <a:gd name="connsiteX201" fmla="*/ 1994227 w 12192000"/>
              <a:gd name="connsiteY201" fmla="*/ 4847973 h 5096785"/>
              <a:gd name="connsiteX202" fmla="*/ 1955936 w 12192000"/>
              <a:gd name="connsiteY202" fmla="*/ 4845765 h 5096785"/>
              <a:gd name="connsiteX203" fmla="*/ 1741924 w 12192000"/>
              <a:gd name="connsiteY203" fmla="*/ 4808054 h 5096785"/>
              <a:gd name="connsiteX204" fmla="*/ 1734410 w 12192000"/>
              <a:gd name="connsiteY204" fmla="*/ 4811675 h 5096785"/>
              <a:gd name="connsiteX205" fmla="*/ 1691423 w 12192000"/>
              <a:gd name="connsiteY205" fmla="*/ 4802777 h 5096785"/>
              <a:gd name="connsiteX206" fmla="*/ 1554504 w 12192000"/>
              <a:gd name="connsiteY206" fmla="*/ 4739985 h 5096785"/>
              <a:gd name="connsiteX207" fmla="*/ 1470119 w 12192000"/>
              <a:gd name="connsiteY207" fmla="*/ 4723470 h 5096785"/>
              <a:gd name="connsiteX208" fmla="*/ 1437967 w 12192000"/>
              <a:gd name="connsiteY208" fmla="*/ 4722710 h 5096785"/>
              <a:gd name="connsiteX209" fmla="*/ 1384234 w 12192000"/>
              <a:gd name="connsiteY209" fmla="*/ 4721117 h 5096785"/>
              <a:gd name="connsiteX210" fmla="*/ 1338647 w 12192000"/>
              <a:gd name="connsiteY210" fmla="*/ 4732483 h 5096785"/>
              <a:gd name="connsiteX211" fmla="*/ 1295869 w 12192000"/>
              <a:gd name="connsiteY211" fmla="*/ 4726175 h 5096785"/>
              <a:gd name="connsiteX212" fmla="*/ 1292949 w 12192000"/>
              <a:gd name="connsiteY212" fmla="*/ 4708469 h 5096785"/>
              <a:gd name="connsiteX213" fmla="*/ 1244908 w 12192000"/>
              <a:gd name="connsiteY213" fmla="*/ 4706993 h 5096785"/>
              <a:gd name="connsiteX214" fmla="*/ 1171266 w 12192000"/>
              <a:gd name="connsiteY214" fmla="*/ 4706535 h 5096785"/>
              <a:gd name="connsiteX215" fmla="*/ 1160868 w 12192000"/>
              <a:gd name="connsiteY215" fmla="*/ 4701936 h 5096785"/>
              <a:gd name="connsiteX216" fmla="*/ 1147599 w 12192000"/>
              <a:gd name="connsiteY216" fmla="*/ 4714833 h 5096785"/>
              <a:gd name="connsiteX217" fmla="*/ 1119603 w 12192000"/>
              <a:gd name="connsiteY217" fmla="*/ 4721303 h 5096785"/>
              <a:gd name="connsiteX218" fmla="*/ 997851 w 12192000"/>
              <a:gd name="connsiteY218" fmla="*/ 4722336 h 5096785"/>
              <a:gd name="connsiteX219" fmla="*/ 976455 w 12192000"/>
              <a:gd name="connsiteY219" fmla="*/ 4726407 h 5096785"/>
              <a:gd name="connsiteX220" fmla="*/ 949939 w 12192000"/>
              <a:gd name="connsiteY220" fmla="*/ 4719699 h 5096785"/>
              <a:gd name="connsiteX221" fmla="*/ 894148 w 12192000"/>
              <a:gd name="connsiteY221" fmla="*/ 4710406 h 5096785"/>
              <a:gd name="connsiteX222" fmla="*/ 857990 w 12192000"/>
              <a:gd name="connsiteY222" fmla="*/ 4696844 h 5096785"/>
              <a:gd name="connsiteX223" fmla="*/ 848649 w 12192000"/>
              <a:gd name="connsiteY223" fmla="*/ 4704021 h 5096785"/>
              <a:gd name="connsiteX224" fmla="*/ 826436 w 12192000"/>
              <a:gd name="connsiteY224" fmla="*/ 4707421 h 5096785"/>
              <a:gd name="connsiteX225" fmla="*/ 733052 w 12192000"/>
              <a:gd name="connsiteY225" fmla="*/ 4701884 h 5096785"/>
              <a:gd name="connsiteX226" fmla="*/ 716185 w 12192000"/>
              <a:gd name="connsiteY226" fmla="*/ 4703827 h 5096785"/>
              <a:gd name="connsiteX227" fmla="*/ 696663 w 12192000"/>
              <a:gd name="connsiteY227" fmla="*/ 4697420 h 5096785"/>
              <a:gd name="connsiteX228" fmla="*/ 582722 w 12192000"/>
              <a:gd name="connsiteY228" fmla="*/ 4658637 h 5096785"/>
              <a:gd name="connsiteX229" fmla="*/ 581118 w 12192000"/>
              <a:gd name="connsiteY229" fmla="*/ 4654120 h 5096785"/>
              <a:gd name="connsiteX230" fmla="*/ 546453 w 12192000"/>
              <a:gd name="connsiteY230" fmla="*/ 4652542 h 5096785"/>
              <a:gd name="connsiteX231" fmla="*/ 536773 w 12192000"/>
              <a:gd name="connsiteY231" fmla="*/ 4644609 h 5096785"/>
              <a:gd name="connsiteX232" fmla="*/ 518899 w 12192000"/>
              <a:gd name="connsiteY232" fmla="*/ 4642839 h 5096785"/>
              <a:gd name="connsiteX233" fmla="*/ 388896 w 12192000"/>
              <a:gd name="connsiteY233" fmla="*/ 4619173 h 5096785"/>
              <a:gd name="connsiteX234" fmla="*/ 366479 w 12192000"/>
              <a:gd name="connsiteY234" fmla="*/ 4618896 h 5096785"/>
              <a:gd name="connsiteX235" fmla="*/ 342781 w 12192000"/>
              <a:gd name="connsiteY235" fmla="*/ 4601239 h 5096785"/>
              <a:gd name="connsiteX236" fmla="*/ 255925 w 12192000"/>
              <a:gd name="connsiteY236" fmla="*/ 4598685 h 5096785"/>
              <a:gd name="connsiteX237" fmla="*/ 226919 w 12192000"/>
              <a:gd name="connsiteY237" fmla="*/ 4598460 h 5096785"/>
              <a:gd name="connsiteX238" fmla="*/ 213925 w 12192000"/>
              <a:gd name="connsiteY238" fmla="*/ 4597783 h 5096785"/>
              <a:gd name="connsiteX239" fmla="*/ 215196 w 12192000"/>
              <a:gd name="connsiteY239" fmla="*/ 4588576 h 5096785"/>
              <a:gd name="connsiteX240" fmla="*/ 180214 w 12192000"/>
              <a:gd name="connsiteY240" fmla="*/ 4583701 h 5096785"/>
              <a:gd name="connsiteX241" fmla="*/ 83203 w 12192000"/>
              <a:gd name="connsiteY241" fmla="*/ 4531664 h 5096785"/>
              <a:gd name="connsiteX242" fmla="*/ 4106 w 12192000"/>
              <a:gd name="connsiteY242" fmla="*/ 4517202 h 5096785"/>
              <a:gd name="connsiteX243" fmla="*/ 0 w 12192000"/>
              <a:gd name="connsiteY243" fmla="*/ 4516084 h 5096785"/>
              <a:gd name="connsiteX244" fmla="*/ 0 w 12192000"/>
              <a:gd name="connsiteY244"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123938 w 12192000"/>
              <a:gd name="connsiteY175" fmla="*/ 5089912 h 5096785"/>
              <a:gd name="connsiteX176" fmla="*/ 3101912 w 12192000"/>
              <a:gd name="connsiteY176" fmla="*/ 5090281 h 5096785"/>
              <a:gd name="connsiteX177" fmla="*/ 3089591 w 12192000"/>
              <a:gd name="connsiteY177" fmla="*/ 5091865 h 5096785"/>
              <a:gd name="connsiteX178" fmla="*/ 3055081 w 12192000"/>
              <a:gd name="connsiteY178" fmla="*/ 5080424 h 5096785"/>
              <a:gd name="connsiteX179" fmla="*/ 3049807 w 12192000"/>
              <a:gd name="connsiteY179" fmla="*/ 5080860 h 5096785"/>
              <a:gd name="connsiteX180" fmla="*/ 3029122 w 12192000"/>
              <a:gd name="connsiteY180" fmla="*/ 5070085 h 5096785"/>
              <a:gd name="connsiteX181" fmla="*/ 3017862 w 12192000"/>
              <a:gd name="connsiteY181" fmla="*/ 5065942 h 5096785"/>
              <a:gd name="connsiteX182" fmla="*/ 3015868 w 12192000"/>
              <a:gd name="connsiteY182" fmla="*/ 5061832 h 5096785"/>
              <a:gd name="connsiteX183" fmla="*/ 2998644 w 12192000"/>
              <a:gd name="connsiteY183" fmla="*/ 5057210 h 5096785"/>
              <a:gd name="connsiteX184" fmla="*/ 2996219 w 12192000"/>
              <a:gd name="connsiteY184" fmla="*/ 5057788 h 5096785"/>
              <a:gd name="connsiteX185" fmla="*/ 2983676 w 12192000"/>
              <a:gd name="connsiteY185" fmla="*/ 5049852 h 5096785"/>
              <a:gd name="connsiteX186" fmla="*/ 2903609 w 12192000"/>
              <a:gd name="connsiteY186" fmla="*/ 4998457 h 5096785"/>
              <a:gd name="connsiteX187" fmla="*/ 2758830 w 12192000"/>
              <a:gd name="connsiteY187" fmla="*/ 4974760 h 5096785"/>
              <a:gd name="connsiteX188" fmla="*/ 2532669 w 12192000"/>
              <a:gd name="connsiteY188" fmla="*/ 4940573 h 5096785"/>
              <a:gd name="connsiteX189" fmla="*/ 2389931 w 12192000"/>
              <a:gd name="connsiteY189" fmla="*/ 4905785 h 5096785"/>
              <a:gd name="connsiteX190" fmla="*/ 2335186 w 12192000"/>
              <a:gd name="connsiteY190" fmla="*/ 4902957 h 5096785"/>
              <a:gd name="connsiteX191" fmla="*/ 2295307 w 12192000"/>
              <a:gd name="connsiteY191" fmla="*/ 4879800 h 5096785"/>
              <a:gd name="connsiteX192" fmla="*/ 2273393 w 12192000"/>
              <a:gd name="connsiteY192" fmla="*/ 4883565 h 5096785"/>
              <a:gd name="connsiteX193" fmla="*/ 2269523 w 12192000"/>
              <a:gd name="connsiteY193" fmla="*/ 4884442 h 5096785"/>
              <a:gd name="connsiteX194" fmla="*/ 2256015 w 12192000"/>
              <a:gd name="connsiteY194" fmla="*/ 4883014 h 5096785"/>
              <a:gd name="connsiteX195" fmla="*/ 2249731 w 12192000"/>
              <a:gd name="connsiteY195" fmla="*/ 4888778 h 5096785"/>
              <a:gd name="connsiteX196" fmla="*/ 2227629 w 12192000"/>
              <a:gd name="connsiteY196" fmla="*/ 4891047 h 5096785"/>
              <a:gd name="connsiteX197" fmla="*/ 2203460 w 12192000"/>
              <a:gd name="connsiteY197" fmla="*/ 4886696 h 5096785"/>
              <a:gd name="connsiteX198" fmla="*/ 2091528 w 12192000"/>
              <a:gd name="connsiteY198" fmla="*/ 4859155 h 5096785"/>
              <a:gd name="connsiteX199" fmla="*/ 2022901 w 12192000"/>
              <a:gd name="connsiteY199" fmla="*/ 4846594 h 5096785"/>
              <a:gd name="connsiteX200" fmla="*/ 1994227 w 12192000"/>
              <a:gd name="connsiteY200" fmla="*/ 4847973 h 5096785"/>
              <a:gd name="connsiteX201" fmla="*/ 1955936 w 12192000"/>
              <a:gd name="connsiteY201" fmla="*/ 4845765 h 5096785"/>
              <a:gd name="connsiteX202" fmla="*/ 1741924 w 12192000"/>
              <a:gd name="connsiteY202" fmla="*/ 4808054 h 5096785"/>
              <a:gd name="connsiteX203" fmla="*/ 1734410 w 12192000"/>
              <a:gd name="connsiteY203" fmla="*/ 4811675 h 5096785"/>
              <a:gd name="connsiteX204" fmla="*/ 1691423 w 12192000"/>
              <a:gd name="connsiteY204" fmla="*/ 4802777 h 5096785"/>
              <a:gd name="connsiteX205" fmla="*/ 1554504 w 12192000"/>
              <a:gd name="connsiteY205" fmla="*/ 4739985 h 5096785"/>
              <a:gd name="connsiteX206" fmla="*/ 1470119 w 12192000"/>
              <a:gd name="connsiteY206" fmla="*/ 4723470 h 5096785"/>
              <a:gd name="connsiteX207" fmla="*/ 1437967 w 12192000"/>
              <a:gd name="connsiteY207" fmla="*/ 4722710 h 5096785"/>
              <a:gd name="connsiteX208" fmla="*/ 1384234 w 12192000"/>
              <a:gd name="connsiteY208" fmla="*/ 4721117 h 5096785"/>
              <a:gd name="connsiteX209" fmla="*/ 1338647 w 12192000"/>
              <a:gd name="connsiteY209" fmla="*/ 4732483 h 5096785"/>
              <a:gd name="connsiteX210" fmla="*/ 1295869 w 12192000"/>
              <a:gd name="connsiteY210" fmla="*/ 4726175 h 5096785"/>
              <a:gd name="connsiteX211" fmla="*/ 1292949 w 12192000"/>
              <a:gd name="connsiteY211" fmla="*/ 4708469 h 5096785"/>
              <a:gd name="connsiteX212" fmla="*/ 1244908 w 12192000"/>
              <a:gd name="connsiteY212" fmla="*/ 4706993 h 5096785"/>
              <a:gd name="connsiteX213" fmla="*/ 1171266 w 12192000"/>
              <a:gd name="connsiteY213" fmla="*/ 4706535 h 5096785"/>
              <a:gd name="connsiteX214" fmla="*/ 1160868 w 12192000"/>
              <a:gd name="connsiteY214" fmla="*/ 4701936 h 5096785"/>
              <a:gd name="connsiteX215" fmla="*/ 1147599 w 12192000"/>
              <a:gd name="connsiteY215" fmla="*/ 4714833 h 5096785"/>
              <a:gd name="connsiteX216" fmla="*/ 1119603 w 12192000"/>
              <a:gd name="connsiteY216" fmla="*/ 4721303 h 5096785"/>
              <a:gd name="connsiteX217" fmla="*/ 997851 w 12192000"/>
              <a:gd name="connsiteY217" fmla="*/ 4722336 h 5096785"/>
              <a:gd name="connsiteX218" fmla="*/ 976455 w 12192000"/>
              <a:gd name="connsiteY218" fmla="*/ 4726407 h 5096785"/>
              <a:gd name="connsiteX219" fmla="*/ 949939 w 12192000"/>
              <a:gd name="connsiteY219" fmla="*/ 4719699 h 5096785"/>
              <a:gd name="connsiteX220" fmla="*/ 894148 w 12192000"/>
              <a:gd name="connsiteY220" fmla="*/ 4710406 h 5096785"/>
              <a:gd name="connsiteX221" fmla="*/ 857990 w 12192000"/>
              <a:gd name="connsiteY221" fmla="*/ 4696844 h 5096785"/>
              <a:gd name="connsiteX222" fmla="*/ 848649 w 12192000"/>
              <a:gd name="connsiteY222" fmla="*/ 4704021 h 5096785"/>
              <a:gd name="connsiteX223" fmla="*/ 826436 w 12192000"/>
              <a:gd name="connsiteY223" fmla="*/ 4707421 h 5096785"/>
              <a:gd name="connsiteX224" fmla="*/ 733052 w 12192000"/>
              <a:gd name="connsiteY224" fmla="*/ 4701884 h 5096785"/>
              <a:gd name="connsiteX225" fmla="*/ 716185 w 12192000"/>
              <a:gd name="connsiteY225" fmla="*/ 4703827 h 5096785"/>
              <a:gd name="connsiteX226" fmla="*/ 696663 w 12192000"/>
              <a:gd name="connsiteY226" fmla="*/ 4697420 h 5096785"/>
              <a:gd name="connsiteX227" fmla="*/ 582722 w 12192000"/>
              <a:gd name="connsiteY227" fmla="*/ 4658637 h 5096785"/>
              <a:gd name="connsiteX228" fmla="*/ 581118 w 12192000"/>
              <a:gd name="connsiteY228" fmla="*/ 4654120 h 5096785"/>
              <a:gd name="connsiteX229" fmla="*/ 546453 w 12192000"/>
              <a:gd name="connsiteY229" fmla="*/ 4652542 h 5096785"/>
              <a:gd name="connsiteX230" fmla="*/ 536773 w 12192000"/>
              <a:gd name="connsiteY230" fmla="*/ 4644609 h 5096785"/>
              <a:gd name="connsiteX231" fmla="*/ 518899 w 12192000"/>
              <a:gd name="connsiteY231" fmla="*/ 4642839 h 5096785"/>
              <a:gd name="connsiteX232" fmla="*/ 388896 w 12192000"/>
              <a:gd name="connsiteY232" fmla="*/ 4619173 h 5096785"/>
              <a:gd name="connsiteX233" fmla="*/ 366479 w 12192000"/>
              <a:gd name="connsiteY233" fmla="*/ 4618896 h 5096785"/>
              <a:gd name="connsiteX234" fmla="*/ 342781 w 12192000"/>
              <a:gd name="connsiteY234" fmla="*/ 4601239 h 5096785"/>
              <a:gd name="connsiteX235" fmla="*/ 255925 w 12192000"/>
              <a:gd name="connsiteY235" fmla="*/ 4598685 h 5096785"/>
              <a:gd name="connsiteX236" fmla="*/ 226919 w 12192000"/>
              <a:gd name="connsiteY236" fmla="*/ 4598460 h 5096785"/>
              <a:gd name="connsiteX237" fmla="*/ 213925 w 12192000"/>
              <a:gd name="connsiteY237" fmla="*/ 4597783 h 5096785"/>
              <a:gd name="connsiteX238" fmla="*/ 215196 w 12192000"/>
              <a:gd name="connsiteY238" fmla="*/ 4588576 h 5096785"/>
              <a:gd name="connsiteX239" fmla="*/ 180214 w 12192000"/>
              <a:gd name="connsiteY239" fmla="*/ 4583701 h 5096785"/>
              <a:gd name="connsiteX240" fmla="*/ 83203 w 12192000"/>
              <a:gd name="connsiteY240" fmla="*/ 4531664 h 5096785"/>
              <a:gd name="connsiteX241" fmla="*/ 4106 w 12192000"/>
              <a:gd name="connsiteY241" fmla="*/ 4517202 h 5096785"/>
              <a:gd name="connsiteX242" fmla="*/ 0 w 12192000"/>
              <a:gd name="connsiteY242" fmla="*/ 4516084 h 5096785"/>
              <a:gd name="connsiteX243" fmla="*/ 0 w 12192000"/>
              <a:gd name="connsiteY243"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123938 w 12192000"/>
              <a:gd name="connsiteY175" fmla="*/ 5089912 h 5096785"/>
              <a:gd name="connsiteX176" fmla="*/ 3089591 w 12192000"/>
              <a:gd name="connsiteY176" fmla="*/ 5091865 h 5096785"/>
              <a:gd name="connsiteX177" fmla="*/ 3055081 w 12192000"/>
              <a:gd name="connsiteY177" fmla="*/ 5080424 h 5096785"/>
              <a:gd name="connsiteX178" fmla="*/ 3049807 w 12192000"/>
              <a:gd name="connsiteY178" fmla="*/ 5080860 h 5096785"/>
              <a:gd name="connsiteX179" fmla="*/ 3029122 w 12192000"/>
              <a:gd name="connsiteY179" fmla="*/ 5070085 h 5096785"/>
              <a:gd name="connsiteX180" fmla="*/ 3017862 w 12192000"/>
              <a:gd name="connsiteY180" fmla="*/ 5065942 h 5096785"/>
              <a:gd name="connsiteX181" fmla="*/ 3015868 w 12192000"/>
              <a:gd name="connsiteY181" fmla="*/ 5061832 h 5096785"/>
              <a:gd name="connsiteX182" fmla="*/ 2998644 w 12192000"/>
              <a:gd name="connsiteY182" fmla="*/ 5057210 h 5096785"/>
              <a:gd name="connsiteX183" fmla="*/ 2996219 w 12192000"/>
              <a:gd name="connsiteY183" fmla="*/ 5057788 h 5096785"/>
              <a:gd name="connsiteX184" fmla="*/ 2983676 w 12192000"/>
              <a:gd name="connsiteY184" fmla="*/ 5049852 h 5096785"/>
              <a:gd name="connsiteX185" fmla="*/ 2903609 w 12192000"/>
              <a:gd name="connsiteY185" fmla="*/ 4998457 h 5096785"/>
              <a:gd name="connsiteX186" fmla="*/ 2758830 w 12192000"/>
              <a:gd name="connsiteY186" fmla="*/ 4974760 h 5096785"/>
              <a:gd name="connsiteX187" fmla="*/ 2532669 w 12192000"/>
              <a:gd name="connsiteY187" fmla="*/ 4940573 h 5096785"/>
              <a:gd name="connsiteX188" fmla="*/ 2389931 w 12192000"/>
              <a:gd name="connsiteY188" fmla="*/ 4905785 h 5096785"/>
              <a:gd name="connsiteX189" fmla="*/ 2335186 w 12192000"/>
              <a:gd name="connsiteY189" fmla="*/ 4902957 h 5096785"/>
              <a:gd name="connsiteX190" fmla="*/ 2295307 w 12192000"/>
              <a:gd name="connsiteY190" fmla="*/ 4879800 h 5096785"/>
              <a:gd name="connsiteX191" fmla="*/ 2273393 w 12192000"/>
              <a:gd name="connsiteY191" fmla="*/ 4883565 h 5096785"/>
              <a:gd name="connsiteX192" fmla="*/ 2269523 w 12192000"/>
              <a:gd name="connsiteY192" fmla="*/ 4884442 h 5096785"/>
              <a:gd name="connsiteX193" fmla="*/ 2256015 w 12192000"/>
              <a:gd name="connsiteY193" fmla="*/ 4883014 h 5096785"/>
              <a:gd name="connsiteX194" fmla="*/ 2249731 w 12192000"/>
              <a:gd name="connsiteY194" fmla="*/ 4888778 h 5096785"/>
              <a:gd name="connsiteX195" fmla="*/ 2227629 w 12192000"/>
              <a:gd name="connsiteY195" fmla="*/ 4891047 h 5096785"/>
              <a:gd name="connsiteX196" fmla="*/ 2203460 w 12192000"/>
              <a:gd name="connsiteY196" fmla="*/ 4886696 h 5096785"/>
              <a:gd name="connsiteX197" fmla="*/ 2091528 w 12192000"/>
              <a:gd name="connsiteY197" fmla="*/ 4859155 h 5096785"/>
              <a:gd name="connsiteX198" fmla="*/ 2022901 w 12192000"/>
              <a:gd name="connsiteY198" fmla="*/ 4846594 h 5096785"/>
              <a:gd name="connsiteX199" fmla="*/ 1994227 w 12192000"/>
              <a:gd name="connsiteY199" fmla="*/ 4847973 h 5096785"/>
              <a:gd name="connsiteX200" fmla="*/ 1955936 w 12192000"/>
              <a:gd name="connsiteY200" fmla="*/ 4845765 h 5096785"/>
              <a:gd name="connsiteX201" fmla="*/ 1741924 w 12192000"/>
              <a:gd name="connsiteY201" fmla="*/ 4808054 h 5096785"/>
              <a:gd name="connsiteX202" fmla="*/ 1734410 w 12192000"/>
              <a:gd name="connsiteY202" fmla="*/ 4811675 h 5096785"/>
              <a:gd name="connsiteX203" fmla="*/ 1691423 w 12192000"/>
              <a:gd name="connsiteY203" fmla="*/ 4802777 h 5096785"/>
              <a:gd name="connsiteX204" fmla="*/ 1554504 w 12192000"/>
              <a:gd name="connsiteY204" fmla="*/ 4739985 h 5096785"/>
              <a:gd name="connsiteX205" fmla="*/ 1470119 w 12192000"/>
              <a:gd name="connsiteY205" fmla="*/ 4723470 h 5096785"/>
              <a:gd name="connsiteX206" fmla="*/ 1437967 w 12192000"/>
              <a:gd name="connsiteY206" fmla="*/ 4722710 h 5096785"/>
              <a:gd name="connsiteX207" fmla="*/ 1384234 w 12192000"/>
              <a:gd name="connsiteY207" fmla="*/ 4721117 h 5096785"/>
              <a:gd name="connsiteX208" fmla="*/ 1338647 w 12192000"/>
              <a:gd name="connsiteY208" fmla="*/ 4732483 h 5096785"/>
              <a:gd name="connsiteX209" fmla="*/ 1295869 w 12192000"/>
              <a:gd name="connsiteY209" fmla="*/ 4726175 h 5096785"/>
              <a:gd name="connsiteX210" fmla="*/ 1292949 w 12192000"/>
              <a:gd name="connsiteY210" fmla="*/ 4708469 h 5096785"/>
              <a:gd name="connsiteX211" fmla="*/ 1244908 w 12192000"/>
              <a:gd name="connsiteY211" fmla="*/ 4706993 h 5096785"/>
              <a:gd name="connsiteX212" fmla="*/ 1171266 w 12192000"/>
              <a:gd name="connsiteY212" fmla="*/ 4706535 h 5096785"/>
              <a:gd name="connsiteX213" fmla="*/ 1160868 w 12192000"/>
              <a:gd name="connsiteY213" fmla="*/ 4701936 h 5096785"/>
              <a:gd name="connsiteX214" fmla="*/ 1147599 w 12192000"/>
              <a:gd name="connsiteY214" fmla="*/ 4714833 h 5096785"/>
              <a:gd name="connsiteX215" fmla="*/ 1119603 w 12192000"/>
              <a:gd name="connsiteY215" fmla="*/ 4721303 h 5096785"/>
              <a:gd name="connsiteX216" fmla="*/ 997851 w 12192000"/>
              <a:gd name="connsiteY216" fmla="*/ 4722336 h 5096785"/>
              <a:gd name="connsiteX217" fmla="*/ 976455 w 12192000"/>
              <a:gd name="connsiteY217" fmla="*/ 4726407 h 5096785"/>
              <a:gd name="connsiteX218" fmla="*/ 949939 w 12192000"/>
              <a:gd name="connsiteY218" fmla="*/ 4719699 h 5096785"/>
              <a:gd name="connsiteX219" fmla="*/ 894148 w 12192000"/>
              <a:gd name="connsiteY219" fmla="*/ 4710406 h 5096785"/>
              <a:gd name="connsiteX220" fmla="*/ 857990 w 12192000"/>
              <a:gd name="connsiteY220" fmla="*/ 4696844 h 5096785"/>
              <a:gd name="connsiteX221" fmla="*/ 848649 w 12192000"/>
              <a:gd name="connsiteY221" fmla="*/ 4704021 h 5096785"/>
              <a:gd name="connsiteX222" fmla="*/ 826436 w 12192000"/>
              <a:gd name="connsiteY222" fmla="*/ 4707421 h 5096785"/>
              <a:gd name="connsiteX223" fmla="*/ 733052 w 12192000"/>
              <a:gd name="connsiteY223" fmla="*/ 4701884 h 5096785"/>
              <a:gd name="connsiteX224" fmla="*/ 716185 w 12192000"/>
              <a:gd name="connsiteY224" fmla="*/ 4703827 h 5096785"/>
              <a:gd name="connsiteX225" fmla="*/ 696663 w 12192000"/>
              <a:gd name="connsiteY225" fmla="*/ 4697420 h 5096785"/>
              <a:gd name="connsiteX226" fmla="*/ 582722 w 12192000"/>
              <a:gd name="connsiteY226" fmla="*/ 4658637 h 5096785"/>
              <a:gd name="connsiteX227" fmla="*/ 581118 w 12192000"/>
              <a:gd name="connsiteY227" fmla="*/ 4654120 h 5096785"/>
              <a:gd name="connsiteX228" fmla="*/ 546453 w 12192000"/>
              <a:gd name="connsiteY228" fmla="*/ 4652542 h 5096785"/>
              <a:gd name="connsiteX229" fmla="*/ 536773 w 12192000"/>
              <a:gd name="connsiteY229" fmla="*/ 4644609 h 5096785"/>
              <a:gd name="connsiteX230" fmla="*/ 518899 w 12192000"/>
              <a:gd name="connsiteY230" fmla="*/ 4642839 h 5096785"/>
              <a:gd name="connsiteX231" fmla="*/ 388896 w 12192000"/>
              <a:gd name="connsiteY231" fmla="*/ 4619173 h 5096785"/>
              <a:gd name="connsiteX232" fmla="*/ 366479 w 12192000"/>
              <a:gd name="connsiteY232" fmla="*/ 4618896 h 5096785"/>
              <a:gd name="connsiteX233" fmla="*/ 342781 w 12192000"/>
              <a:gd name="connsiteY233" fmla="*/ 4601239 h 5096785"/>
              <a:gd name="connsiteX234" fmla="*/ 255925 w 12192000"/>
              <a:gd name="connsiteY234" fmla="*/ 4598685 h 5096785"/>
              <a:gd name="connsiteX235" fmla="*/ 226919 w 12192000"/>
              <a:gd name="connsiteY235" fmla="*/ 4598460 h 5096785"/>
              <a:gd name="connsiteX236" fmla="*/ 213925 w 12192000"/>
              <a:gd name="connsiteY236" fmla="*/ 4597783 h 5096785"/>
              <a:gd name="connsiteX237" fmla="*/ 215196 w 12192000"/>
              <a:gd name="connsiteY237" fmla="*/ 4588576 h 5096785"/>
              <a:gd name="connsiteX238" fmla="*/ 180214 w 12192000"/>
              <a:gd name="connsiteY238" fmla="*/ 4583701 h 5096785"/>
              <a:gd name="connsiteX239" fmla="*/ 83203 w 12192000"/>
              <a:gd name="connsiteY239" fmla="*/ 4531664 h 5096785"/>
              <a:gd name="connsiteX240" fmla="*/ 4106 w 12192000"/>
              <a:gd name="connsiteY240" fmla="*/ 4517202 h 5096785"/>
              <a:gd name="connsiteX241" fmla="*/ 0 w 12192000"/>
              <a:gd name="connsiteY241" fmla="*/ 4516084 h 5096785"/>
              <a:gd name="connsiteX242" fmla="*/ 0 w 12192000"/>
              <a:gd name="connsiteY242"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123938 w 12192000"/>
              <a:gd name="connsiteY175" fmla="*/ 5089912 h 5096785"/>
              <a:gd name="connsiteX176" fmla="*/ 3055081 w 12192000"/>
              <a:gd name="connsiteY176" fmla="*/ 5080424 h 5096785"/>
              <a:gd name="connsiteX177" fmla="*/ 3049807 w 12192000"/>
              <a:gd name="connsiteY177" fmla="*/ 5080860 h 5096785"/>
              <a:gd name="connsiteX178" fmla="*/ 3029122 w 12192000"/>
              <a:gd name="connsiteY178" fmla="*/ 5070085 h 5096785"/>
              <a:gd name="connsiteX179" fmla="*/ 3017862 w 12192000"/>
              <a:gd name="connsiteY179" fmla="*/ 5065942 h 5096785"/>
              <a:gd name="connsiteX180" fmla="*/ 3015868 w 12192000"/>
              <a:gd name="connsiteY180" fmla="*/ 5061832 h 5096785"/>
              <a:gd name="connsiteX181" fmla="*/ 2998644 w 12192000"/>
              <a:gd name="connsiteY181" fmla="*/ 5057210 h 5096785"/>
              <a:gd name="connsiteX182" fmla="*/ 2996219 w 12192000"/>
              <a:gd name="connsiteY182" fmla="*/ 5057788 h 5096785"/>
              <a:gd name="connsiteX183" fmla="*/ 2983676 w 12192000"/>
              <a:gd name="connsiteY183" fmla="*/ 5049852 h 5096785"/>
              <a:gd name="connsiteX184" fmla="*/ 2903609 w 12192000"/>
              <a:gd name="connsiteY184" fmla="*/ 4998457 h 5096785"/>
              <a:gd name="connsiteX185" fmla="*/ 2758830 w 12192000"/>
              <a:gd name="connsiteY185" fmla="*/ 4974760 h 5096785"/>
              <a:gd name="connsiteX186" fmla="*/ 2532669 w 12192000"/>
              <a:gd name="connsiteY186" fmla="*/ 4940573 h 5096785"/>
              <a:gd name="connsiteX187" fmla="*/ 2389931 w 12192000"/>
              <a:gd name="connsiteY187" fmla="*/ 4905785 h 5096785"/>
              <a:gd name="connsiteX188" fmla="*/ 2335186 w 12192000"/>
              <a:gd name="connsiteY188" fmla="*/ 4902957 h 5096785"/>
              <a:gd name="connsiteX189" fmla="*/ 2295307 w 12192000"/>
              <a:gd name="connsiteY189" fmla="*/ 4879800 h 5096785"/>
              <a:gd name="connsiteX190" fmla="*/ 2273393 w 12192000"/>
              <a:gd name="connsiteY190" fmla="*/ 4883565 h 5096785"/>
              <a:gd name="connsiteX191" fmla="*/ 2269523 w 12192000"/>
              <a:gd name="connsiteY191" fmla="*/ 4884442 h 5096785"/>
              <a:gd name="connsiteX192" fmla="*/ 2256015 w 12192000"/>
              <a:gd name="connsiteY192" fmla="*/ 4883014 h 5096785"/>
              <a:gd name="connsiteX193" fmla="*/ 2249731 w 12192000"/>
              <a:gd name="connsiteY193" fmla="*/ 4888778 h 5096785"/>
              <a:gd name="connsiteX194" fmla="*/ 2227629 w 12192000"/>
              <a:gd name="connsiteY194" fmla="*/ 4891047 h 5096785"/>
              <a:gd name="connsiteX195" fmla="*/ 2203460 w 12192000"/>
              <a:gd name="connsiteY195" fmla="*/ 4886696 h 5096785"/>
              <a:gd name="connsiteX196" fmla="*/ 2091528 w 12192000"/>
              <a:gd name="connsiteY196" fmla="*/ 4859155 h 5096785"/>
              <a:gd name="connsiteX197" fmla="*/ 2022901 w 12192000"/>
              <a:gd name="connsiteY197" fmla="*/ 4846594 h 5096785"/>
              <a:gd name="connsiteX198" fmla="*/ 1994227 w 12192000"/>
              <a:gd name="connsiteY198" fmla="*/ 4847973 h 5096785"/>
              <a:gd name="connsiteX199" fmla="*/ 1955936 w 12192000"/>
              <a:gd name="connsiteY199" fmla="*/ 4845765 h 5096785"/>
              <a:gd name="connsiteX200" fmla="*/ 1741924 w 12192000"/>
              <a:gd name="connsiteY200" fmla="*/ 4808054 h 5096785"/>
              <a:gd name="connsiteX201" fmla="*/ 1734410 w 12192000"/>
              <a:gd name="connsiteY201" fmla="*/ 4811675 h 5096785"/>
              <a:gd name="connsiteX202" fmla="*/ 1691423 w 12192000"/>
              <a:gd name="connsiteY202" fmla="*/ 4802777 h 5096785"/>
              <a:gd name="connsiteX203" fmla="*/ 1554504 w 12192000"/>
              <a:gd name="connsiteY203" fmla="*/ 4739985 h 5096785"/>
              <a:gd name="connsiteX204" fmla="*/ 1470119 w 12192000"/>
              <a:gd name="connsiteY204" fmla="*/ 4723470 h 5096785"/>
              <a:gd name="connsiteX205" fmla="*/ 1437967 w 12192000"/>
              <a:gd name="connsiteY205" fmla="*/ 4722710 h 5096785"/>
              <a:gd name="connsiteX206" fmla="*/ 1384234 w 12192000"/>
              <a:gd name="connsiteY206" fmla="*/ 4721117 h 5096785"/>
              <a:gd name="connsiteX207" fmla="*/ 1338647 w 12192000"/>
              <a:gd name="connsiteY207" fmla="*/ 4732483 h 5096785"/>
              <a:gd name="connsiteX208" fmla="*/ 1295869 w 12192000"/>
              <a:gd name="connsiteY208" fmla="*/ 4726175 h 5096785"/>
              <a:gd name="connsiteX209" fmla="*/ 1292949 w 12192000"/>
              <a:gd name="connsiteY209" fmla="*/ 4708469 h 5096785"/>
              <a:gd name="connsiteX210" fmla="*/ 1244908 w 12192000"/>
              <a:gd name="connsiteY210" fmla="*/ 4706993 h 5096785"/>
              <a:gd name="connsiteX211" fmla="*/ 1171266 w 12192000"/>
              <a:gd name="connsiteY211" fmla="*/ 4706535 h 5096785"/>
              <a:gd name="connsiteX212" fmla="*/ 1160868 w 12192000"/>
              <a:gd name="connsiteY212" fmla="*/ 4701936 h 5096785"/>
              <a:gd name="connsiteX213" fmla="*/ 1147599 w 12192000"/>
              <a:gd name="connsiteY213" fmla="*/ 4714833 h 5096785"/>
              <a:gd name="connsiteX214" fmla="*/ 1119603 w 12192000"/>
              <a:gd name="connsiteY214" fmla="*/ 4721303 h 5096785"/>
              <a:gd name="connsiteX215" fmla="*/ 997851 w 12192000"/>
              <a:gd name="connsiteY215" fmla="*/ 4722336 h 5096785"/>
              <a:gd name="connsiteX216" fmla="*/ 976455 w 12192000"/>
              <a:gd name="connsiteY216" fmla="*/ 4726407 h 5096785"/>
              <a:gd name="connsiteX217" fmla="*/ 949939 w 12192000"/>
              <a:gd name="connsiteY217" fmla="*/ 4719699 h 5096785"/>
              <a:gd name="connsiteX218" fmla="*/ 894148 w 12192000"/>
              <a:gd name="connsiteY218" fmla="*/ 4710406 h 5096785"/>
              <a:gd name="connsiteX219" fmla="*/ 857990 w 12192000"/>
              <a:gd name="connsiteY219" fmla="*/ 4696844 h 5096785"/>
              <a:gd name="connsiteX220" fmla="*/ 848649 w 12192000"/>
              <a:gd name="connsiteY220" fmla="*/ 4704021 h 5096785"/>
              <a:gd name="connsiteX221" fmla="*/ 826436 w 12192000"/>
              <a:gd name="connsiteY221" fmla="*/ 4707421 h 5096785"/>
              <a:gd name="connsiteX222" fmla="*/ 733052 w 12192000"/>
              <a:gd name="connsiteY222" fmla="*/ 4701884 h 5096785"/>
              <a:gd name="connsiteX223" fmla="*/ 716185 w 12192000"/>
              <a:gd name="connsiteY223" fmla="*/ 4703827 h 5096785"/>
              <a:gd name="connsiteX224" fmla="*/ 696663 w 12192000"/>
              <a:gd name="connsiteY224" fmla="*/ 4697420 h 5096785"/>
              <a:gd name="connsiteX225" fmla="*/ 582722 w 12192000"/>
              <a:gd name="connsiteY225" fmla="*/ 4658637 h 5096785"/>
              <a:gd name="connsiteX226" fmla="*/ 581118 w 12192000"/>
              <a:gd name="connsiteY226" fmla="*/ 4654120 h 5096785"/>
              <a:gd name="connsiteX227" fmla="*/ 546453 w 12192000"/>
              <a:gd name="connsiteY227" fmla="*/ 4652542 h 5096785"/>
              <a:gd name="connsiteX228" fmla="*/ 536773 w 12192000"/>
              <a:gd name="connsiteY228" fmla="*/ 4644609 h 5096785"/>
              <a:gd name="connsiteX229" fmla="*/ 518899 w 12192000"/>
              <a:gd name="connsiteY229" fmla="*/ 4642839 h 5096785"/>
              <a:gd name="connsiteX230" fmla="*/ 388896 w 12192000"/>
              <a:gd name="connsiteY230" fmla="*/ 4619173 h 5096785"/>
              <a:gd name="connsiteX231" fmla="*/ 366479 w 12192000"/>
              <a:gd name="connsiteY231" fmla="*/ 4618896 h 5096785"/>
              <a:gd name="connsiteX232" fmla="*/ 342781 w 12192000"/>
              <a:gd name="connsiteY232" fmla="*/ 4601239 h 5096785"/>
              <a:gd name="connsiteX233" fmla="*/ 255925 w 12192000"/>
              <a:gd name="connsiteY233" fmla="*/ 4598685 h 5096785"/>
              <a:gd name="connsiteX234" fmla="*/ 226919 w 12192000"/>
              <a:gd name="connsiteY234" fmla="*/ 4598460 h 5096785"/>
              <a:gd name="connsiteX235" fmla="*/ 213925 w 12192000"/>
              <a:gd name="connsiteY235" fmla="*/ 4597783 h 5096785"/>
              <a:gd name="connsiteX236" fmla="*/ 215196 w 12192000"/>
              <a:gd name="connsiteY236" fmla="*/ 4588576 h 5096785"/>
              <a:gd name="connsiteX237" fmla="*/ 180214 w 12192000"/>
              <a:gd name="connsiteY237" fmla="*/ 4583701 h 5096785"/>
              <a:gd name="connsiteX238" fmla="*/ 83203 w 12192000"/>
              <a:gd name="connsiteY238" fmla="*/ 4531664 h 5096785"/>
              <a:gd name="connsiteX239" fmla="*/ 4106 w 12192000"/>
              <a:gd name="connsiteY239" fmla="*/ 4517202 h 5096785"/>
              <a:gd name="connsiteX240" fmla="*/ 0 w 12192000"/>
              <a:gd name="connsiteY240" fmla="*/ 4516084 h 5096785"/>
              <a:gd name="connsiteX241" fmla="*/ 0 w 12192000"/>
              <a:gd name="connsiteY241"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95307 w 12192000"/>
              <a:gd name="connsiteY188" fmla="*/ 4879800 h 5096785"/>
              <a:gd name="connsiteX189" fmla="*/ 2273393 w 12192000"/>
              <a:gd name="connsiteY189" fmla="*/ 4883565 h 5096785"/>
              <a:gd name="connsiteX190" fmla="*/ 2269523 w 12192000"/>
              <a:gd name="connsiteY190" fmla="*/ 4884442 h 5096785"/>
              <a:gd name="connsiteX191" fmla="*/ 2256015 w 12192000"/>
              <a:gd name="connsiteY191" fmla="*/ 4883014 h 5096785"/>
              <a:gd name="connsiteX192" fmla="*/ 2249731 w 12192000"/>
              <a:gd name="connsiteY192" fmla="*/ 4888778 h 5096785"/>
              <a:gd name="connsiteX193" fmla="*/ 2227629 w 12192000"/>
              <a:gd name="connsiteY193" fmla="*/ 4891047 h 5096785"/>
              <a:gd name="connsiteX194" fmla="*/ 2203460 w 12192000"/>
              <a:gd name="connsiteY194" fmla="*/ 4886696 h 5096785"/>
              <a:gd name="connsiteX195" fmla="*/ 2091528 w 12192000"/>
              <a:gd name="connsiteY195" fmla="*/ 4859155 h 5096785"/>
              <a:gd name="connsiteX196" fmla="*/ 2022901 w 12192000"/>
              <a:gd name="connsiteY196" fmla="*/ 4846594 h 5096785"/>
              <a:gd name="connsiteX197" fmla="*/ 1994227 w 12192000"/>
              <a:gd name="connsiteY197" fmla="*/ 4847973 h 5096785"/>
              <a:gd name="connsiteX198" fmla="*/ 1955936 w 12192000"/>
              <a:gd name="connsiteY198" fmla="*/ 4845765 h 5096785"/>
              <a:gd name="connsiteX199" fmla="*/ 1741924 w 12192000"/>
              <a:gd name="connsiteY199" fmla="*/ 4808054 h 5096785"/>
              <a:gd name="connsiteX200" fmla="*/ 1734410 w 12192000"/>
              <a:gd name="connsiteY200" fmla="*/ 4811675 h 5096785"/>
              <a:gd name="connsiteX201" fmla="*/ 1691423 w 12192000"/>
              <a:gd name="connsiteY201" fmla="*/ 4802777 h 5096785"/>
              <a:gd name="connsiteX202" fmla="*/ 1554504 w 12192000"/>
              <a:gd name="connsiteY202" fmla="*/ 4739985 h 5096785"/>
              <a:gd name="connsiteX203" fmla="*/ 1470119 w 12192000"/>
              <a:gd name="connsiteY203" fmla="*/ 4723470 h 5096785"/>
              <a:gd name="connsiteX204" fmla="*/ 1437967 w 12192000"/>
              <a:gd name="connsiteY204" fmla="*/ 4722710 h 5096785"/>
              <a:gd name="connsiteX205" fmla="*/ 1384234 w 12192000"/>
              <a:gd name="connsiteY205" fmla="*/ 4721117 h 5096785"/>
              <a:gd name="connsiteX206" fmla="*/ 1338647 w 12192000"/>
              <a:gd name="connsiteY206" fmla="*/ 4732483 h 5096785"/>
              <a:gd name="connsiteX207" fmla="*/ 1295869 w 12192000"/>
              <a:gd name="connsiteY207" fmla="*/ 4726175 h 5096785"/>
              <a:gd name="connsiteX208" fmla="*/ 1292949 w 12192000"/>
              <a:gd name="connsiteY208" fmla="*/ 4708469 h 5096785"/>
              <a:gd name="connsiteX209" fmla="*/ 1244908 w 12192000"/>
              <a:gd name="connsiteY209" fmla="*/ 4706993 h 5096785"/>
              <a:gd name="connsiteX210" fmla="*/ 1171266 w 12192000"/>
              <a:gd name="connsiteY210" fmla="*/ 4706535 h 5096785"/>
              <a:gd name="connsiteX211" fmla="*/ 1160868 w 12192000"/>
              <a:gd name="connsiteY211" fmla="*/ 4701936 h 5096785"/>
              <a:gd name="connsiteX212" fmla="*/ 1147599 w 12192000"/>
              <a:gd name="connsiteY212" fmla="*/ 4714833 h 5096785"/>
              <a:gd name="connsiteX213" fmla="*/ 1119603 w 12192000"/>
              <a:gd name="connsiteY213" fmla="*/ 4721303 h 5096785"/>
              <a:gd name="connsiteX214" fmla="*/ 997851 w 12192000"/>
              <a:gd name="connsiteY214" fmla="*/ 4722336 h 5096785"/>
              <a:gd name="connsiteX215" fmla="*/ 976455 w 12192000"/>
              <a:gd name="connsiteY215" fmla="*/ 4726407 h 5096785"/>
              <a:gd name="connsiteX216" fmla="*/ 949939 w 12192000"/>
              <a:gd name="connsiteY216" fmla="*/ 4719699 h 5096785"/>
              <a:gd name="connsiteX217" fmla="*/ 894148 w 12192000"/>
              <a:gd name="connsiteY217" fmla="*/ 4710406 h 5096785"/>
              <a:gd name="connsiteX218" fmla="*/ 857990 w 12192000"/>
              <a:gd name="connsiteY218" fmla="*/ 4696844 h 5096785"/>
              <a:gd name="connsiteX219" fmla="*/ 848649 w 12192000"/>
              <a:gd name="connsiteY219" fmla="*/ 4704021 h 5096785"/>
              <a:gd name="connsiteX220" fmla="*/ 826436 w 12192000"/>
              <a:gd name="connsiteY220" fmla="*/ 4707421 h 5096785"/>
              <a:gd name="connsiteX221" fmla="*/ 733052 w 12192000"/>
              <a:gd name="connsiteY221" fmla="*/ 4701884 h 5096785"/>
              <a:gd name="connsiteX222" fmla="*/ 716185 w 12192000"/>
              <a:gd name="connsiteY222" fmla="*/ 4703827 h 5096785"/>
              <a:gd name="connsiteX223" fmla="*/ 696663 w 12192000"/>
              <a:gd name="connsiteY223" fmla="*/ 4697420 h 5096785"/>
              <a:gd name="connsiteX224" fmla="*/ 582722 w 12192000"/>
              <a:gd name="connsiteY224" fmla="*/ 4658637 h 5096785"/>
              <a:gd name="connsiteX225" fmla="*/ 581118 w 12192000"/>
              <a:gd name="connsiteY225" fmla="*/ 4654120 h 5096785"/>
              <a:gd name="connsiteX226" fmla="*/ 546453 w 12192000"/>
              <a:gd name="connsiteY226" fmla="*/ 4652542 h 5096785"/>
              <a:gd name="connsiteX227" fmla="*/ 536773 w 12192000"/>
              <a:gd name="connsiteY227" fmla="*/ 4644609 h 5096785"/>
              <a:gd name="connsiteX228" fmla="*/ 518899 w 12192000"/>
              <a:gd name="connsiteY228" fmla="*/ 4642839 h 5096785"/>
              <a:gd name="connsiteX229" fmla="*/ 388896 w 12192000"/>
              <a:gd name="connsiteY229" fmla="*/ 4619173 h 5096785"/>
              <a:gd name="connsiteX230" fmla="*/ 366479 w 12192000"/>
              <a:gd name="connsiteY230" fmla="*/ 4618896 h 5096785"/>
              <a:gd name="connsiteX231" fmla="*/ 342781 w 12192000"/>
              <a:gd name="connsiteY231" fmla="*/ 4601239 h 5096785"/>
              <a:gd name="connsiteX232" fmla="*/ 255925 w 12192000"/>
              <a:gd name="connsiteY232" fmla="*/ 4598685 h 5096785"/>
              <a:gd name="connsiteX233" fmla="*/ 226919 w 12192000"/>
              <a:gd name="connsiteY233" fmla="*/ 4598460 h 5096785"/>
              <a:gd name="connsiteX234" fmla="*/ 213925 w 12192000"/>
              <a:gd name="connsiteY234" fmla="*/ 4597783 h 5096785"/>
              <a:gd name="connsiteX235" fmla="*/ 215196 w 12192000"/>
              <a:gd name="connsiteY235" fmla="*/ 4588576 h 5096785"/>
              <a:gd name="connsiteX236" fmla="*/ 180214 w 12192000"/>
              <a:gd name="connsiteY236" fmla="*/ 4583701 h 5096785"/>
              <a:gd name="connsiteX237" fmla="*/ 83203 w 12192000"/>
              <a:gd name="connsiteY237" fmla="*/ 4531664 h 5096785"/>
              <a:gd name="connsiteX238" fmla="*/ 4106 w 12192000"/>
              <a:gd name="connsiteY238" fmla="*/ 4517202 h 5096785"/>
              <a:gd name="connsiteX239" fmla="*/ 0 w 12192000"/>
              <a:gd name="connsiteY239" fmla="*/ 4516084 h 5096785"/>
              <a:gd name="connsiteX240" fmla="*/ 0 w 12192000"/>
              <a:gd name="connsiteY240"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73393 w 12192000"/>
              <a:gd name="connsiteY188" fmla="*/ 4883565 h 5096785"/>
              <a:gd name="connsiteX189" fmla="*/ 2269523 w 12192000"/>
              <a:gd name="connsiteY189" fmla="*/ 4884442 h 5096785"/>
              <a:gd name="connsiteX190" fmla="*/ 2256015 w 12192000"/>
              <a:gd name="connsiteY190" fmla="*/ 4883014 h 5096785"/>
              <a:gd name="connsiteX191" fmla="*/ 2249731 w 12192000"/>
              <a:gd name="connsiteY191" fmla="*/ 4888778 h 5096785"/>
              <a:gd name="connsiteX192" fmla="*/ 2227629 w 12192000"/>
              <a:gd name="connsiteY192" fmla="*/ 4891047 h 5096785"/>
              <a:gd name="connsiteX193" fmla="*/ 2203460 w 12192000"/>
              <a:gd name="connsiteY193" fmla="*/ 4886696 h 5096785"/>
              <a:gd name="connsiteX194" fmla="*/ 2091528 w 12192000"/>
              <a:gd name="connsiteY194" fmla="*/ 4859155 h 5096785"/>
              <a:gd name="connsiteX195" fmla="*/ 2022901 w 12192000"/>
              <a:gd name="connsiteY195" fmla="*/ 4846594 h 5096785"/>
              <a:gd name="connsiteX196" fmla="*/ 1994227 w 12192000"/>
              <a:gd name="connsiteY196" fmla="*/ 4847973 h 5096785"/>
              <a:gd name="connsiteX197" fmla="*/ 1955936 w 12192000"/>
              <a:gd name="connsiteY197" fmla="*/ 4845765 h 5096785"/>
              <a:gd name="connsiteX198" fmla="*/ 1741924 w 12192000"/>
              <a:gd name="connsiteY198" fmla="*/ 4808054 h 5096785"/>
              <a:gd name="connsiteX199" fmla="*/ 1734410 w 12192000"/>
              <a:gd name="connsiteY199" fmla="*/ 4811675 h 5096785"/>
              <a:gd name="connsiteX200" fmla="*/ 1691423 w 12192000"/>
              <a:gd name="connsiteY200" fmla="*/ 4802777 h 5096785"/>
              <a:gd name="connsiteX201" fmla="*/ 1554504 w 12192000"/>
              <a:gd name="connsiteY201" fmla="*/ 4739985 h 5096785"/>
              <a:gd name="connsiteX202" fmla="*/ 1470119 w 12192000"/>
              <a:gd name="connsiteY202" fmla="*/ 4723470 h 5096785"/>
              <a:gd name="connsiteX203" fmla="*/ 1437967 w 12192000"/>
              <a:gd name="connsiteY203" fmla="*/ 4722710 h 5096785"/>
              <a:gd name="connsiteX204" fmla="*/ 1384234 w 12192000"/>
              <a:gd name="connsiteY204" fmla="*/ 4721117 h 5096785"/>
              <a:gd name="connsiteX205" fmla="*/ 1338647 w 12192000"/>
              <a:gd name="connsiteY205" fmla="*/ 4732483 h 5096785"/>
              <a:gd name="connsiteX206" fmla="*/ 1295869 w 12192000"/>
              <a:gd name="connsiteY206" fmla="*/ 4726175 h 5096785"/>
              <a:gd name="connsiteX207" fmla="*/ 1292949 w 12192000"/>
              <a:gd name="connsiteY207" fmla="*/ 4708469 h 5096785"/>
              <a:gd name="connsiteX208" fmla="*/ 1244908 w 12192000"/>
              <a:gd name="connsiteY208" fmla="*/ 4706993 h 5096785"/>
              <a:gd name="connsiteX209" fmla="*/ 1171266 w 12192000"/>
              <a:gd name="connsiteY209" fmla="*/ 4706535 h 5096785"/>
              <a:gd name="connsiteX210" fmla="*/ 1160868 w 12192000"/>
              <a:gd name="connsiteY210" fmla="*/ 4701936 h 5096785"/>
              <a:gd name="connsiteX211" fmla="*/ 1147599 w 12192000"/>
              <a:gd name="connsiteY211" fmla="*/ 4714833 h 5096785"/>
              <a:gd name="connsiteX212" fmla="*/ 1119603 w 12192000"/>
              <a:gd name="connsiteY212" fmla="*/ 4721303 h 5096785"/>
              <a:gd name="connsiteX213" fmla="*/ 997851 w 12192000"/>
              <a:gd name="connsiteY213" fmla="*/ 4722336 h 5096785"/>
              <a:gd name="connsiteX214" fmla="*/ 976455 w 12192000"/>
              <a:gd name="connsiteY214" fmla="*/ 4726407 h 5096785"/>
              <a:gd name="connsiteX215" fmla="*/ 949939 w 12192000"/>
              <a:gd name="connsiteY215" fmla="*/ 4719699 h 5096785"/>
              <a:gd name="connsiteX216" fmla="*/ 894148 w 12192000"/>
              <a:gd name="connsiteY216" fmla="*/ 4710406 h 5096785"/>
              <a:gd name="connsiteX217" fmla="*/ 857990 w 12192000"/>
              <a:gd name="connsiteY217" fmla="*/ 4696844 h 5096785"/>
              <a:gd name="connsiteX218" fmla="*/ 848649 w 12192000"/>
              <a:gd name="connsiteY218" fmla="*/ 4704021 h 5096785"/>
              <a:gd name="connsiteX219" fmla="*/ 826436 w 12192000"/>
              <a:gd name="connsiteY219" fmla="*/ 4707421 h 5096785"/>
              <a:gd name="connsiteX220" fmla="*/ 733052 w 12192000"/>
              <a:gd name="connsiteY220" fmla="*/ 4701884 h 5096785"/>
              <a:gd name="connsiteX221" fmla="*/ 716185 w 12192000"/>
              <a:gd name="connsiteY221" fmla="*/ 4703827 h 5096785"/>
              <a:gd name="connsiteX222" fmla="*/ 696663 w 12192000"/>
              <a:gd name="connsiteY222" fmla="*/ 4697420 h 5096785"/>
              <a:gd name="connsiteX223" fmla="*/ 582722 w 12192000"/>
              <a:gd name="connsiteY223" fmla="*/ 4658637 h 5096785"/>
              <a:gd name="connsiteX224" fmla="*/ 581118 w 12192000"/>
              <a:gd name="connsiteY224" fmla="*/ 4654120 h 5096785"/>
              <a:gd name="connsiteX225" fmla="*/ 546453 w 12192000"/>
              <a:gd name="connsiteY225" fmla="*/ 4652542 h 5096785"/>
              <a:gd name="connsiteX226" fmla="*/ 536773 w 12192000"/>
              <a:gd name="connsiteY226" fmla="*/ 4644609 h 5096785"/>
              <a:gd name="connsiteX227" fmla="*/ 518899 w 12192000"/>
              <a:gd name="connsiteY227" fmla="*/ 4642839 h 5096785"/>
              <a:gd name="connsiteX228" fmla="*/ 388896 w 12192000"/>
              <a:gd name="connsiteY228" fmla="*/ 4619173 h 5096785"/>
              <a:gd name="connsiteX229" fmla="*/ 366479 w 12192000"/>
              <a:gd name="connsiteY229" fmla="*/ 4618896 h 5096785"/>
              <a:gd name="connsiteX230" fmla="*/ 342781 w 12192000"/>
              <a:gd name="connsiteY230" fmla="*/ 4601239 h 5096785"/>
              <a:gd name="connsiteX231" fmla="*/ 255925 w 12192000"/>
              <a:gd name="connsiteY231" fmla="*/ 4598685 h 5096785"/>
              <a:gd name="connsiteX232" fmla="*/ 226919 w 12192000"/>
              <a:gd name="connsiteY232" fmla="*/ 4598460 h 5096785"/>
              <a:gd name="connsiteX233" fmla="*/ 213925 w 12192000"/>
              <a:gd name="connsiteY233" fmla="*/ 4597783 h 5096785"/>
              <a:gd name="connsiteX234" fmla="*/ 215196 w 12192000"/>
              <a:gd name="connsiteY234" fmla="*/ 4588576 h 5096785"/>
              <a:gd name="connsiteX235" fmla="*/ 180214 w 12192000"/>
              <a:gd name="connsiteY235" fmla="*/ 4583701 h 5096785"/>
              <a:gd name="connsiteX236" fmla="*/ 83203 w 12192000"/>
              <a:gd name="connsiteY236" fmla="*/ 4531664 h 5096785"/>
              <a:gd name="connsiteX237" fmla="*/ 4106 w 12192000"/>
              <a:gd name="connsiteY237" fmla="*/ 4517202 h 5096785"/>
              <a:gd name="connsiteX238" fmla="*/ 0 w 12192000"/>
              <a:gd name="connsiteY238" fmla="*/ 4516084 h 5096785"/>
              <a:gd name="connsiteX239" fmla="*/ 0 w 12192000"/>
              <a:gd name="connsiteY23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73393 w 12192000"/>
              <a:gd name="connsiteY188" fmla="*/ 4883565 h 5096785"/>
              <a:gd name="connsiteX189" fmla="*/ 2269523 w 12192000"/>
              <a:gd name="connsiteY189" fmla="*/ 4884442 h 5096785"/>
              <a:gd name="connsiteX190" fmla="*/ 2256015 w 12192000"/>
              <a:gd name="connsiteY190" fmla="*/ 4883014 h 5096785"/>
              <a:gd name="connsiteX191" fmla="*/ 2249731 w 12192000"/>
              <a:gd name="connsiteY191" fmla="*/ 4888778 h 5096785"/>
              <a:gd name="connsiteX192" fmla="*/ 2227629 w 12192000"/>
              <a:gd name="connsiteY192" fmla="*/ 4891047 h 5096785"/>
              <a:gd name="connsiteX193" fmla="*/ 2203460 w 12192000"/>
              <a:gd name="connsiteY193" fmla="*/ 4886696 h 5096785"/>
              <a:gd name="connsiteX194" fmla="*/ 2091528 w 12192000"/>
              <a:gd name="connsiteY194" fmla="*/ 4859155 h 5096785"/>
              <a:gd name="connsiteX195" fmla="*/ 2022901 w 12192000"/>
              <a:gd name="connsiteY195" fmla="*/ 4846594 h 5096785"/>
              <a:gd name="connsiteX196" fmla="*/ 1994227 w 12192000"/>
              <a:gd name="connsiteY196" fmla="*/ 4847973 h 5096785"/>
              <a:gd name="connsiteX197" fmla="*/ 1955936 w 12192000"/>
              <a:gd name="connsiteY197" fmla="*/ 4845765 h 5096785"/>
              <a:gd name="connsiteX198" fmla="*/ 1741924 w 12192000"/>
              <a:gd name="connsiteY198" fmla="*/ 4808054 h 5096785"/>
              <a:gd name="connsiteX199" fmla="*/ 1734410 w 12192000"/>
              <a:gd name="connsiteY199" fmla="*/ 4811675 h 5096785"/>
              <a:gd name="connsiteX200" fmla="*/ 1691423 w 12192000"/>
              <a:gd name="connsiteY200" fmla="*/ 4802777 h 5096785"/>
              <a:gd name="connsiteX201" fmla="*/ 1554504 w 12192000"/>
              <a:gd name="connsiteY201" fmla="*/ 4739985 h 5096785"/>
              <a:gd name="connsiteX202" fmla="*/ 1470119 w 12192000"/>
              <a:gd name="connsiteY202" fmla="*/ 4723470 h 5096785"/>
              <a:gd name="connsiteX203" fmla="*/ 1437967 w 12192000"/>
              <a:gd name="connsiteY203" fmla="*/ 4722710 h 5096785"/>
              <a:gd name="connsiteX204" fmla="*/ 1384234 w 12192000"/>
              <a:gd name="connsiteY204" fmla="*/ 4721117 h 5096785"/>
              <a:gd name="connsiteX205" fmla="*/ 1338647 w 12192000"/>
              <a:gd name="connsiteY205" fmla="*/ 4732483 h 5096785"/>
              <a:gd name="connsiteX206" fmla="*/ 1295869 w 12192000"/>
              <a:gd name="connsiteY206" fmla="*/ 4726175 h 5096785"/>
              <a:gd name="connsiteX207" fmla="*/ 1292949 w 12192000"/>
              <a:gd name="connsiteY207" fmla="*/ 4708469 h 5096785"/>
              <a:gd name="connsiteX208" fmla="*/ 1244908 w 12192000"/>
              <a:gd name="connsiteY208" fmla="*/ 4706993 h 5096785"/>
              <a:gd name="connsiteX209" fmla="*/ 1171266 w 12192000"/>
              <a:gd name="connsiteY209" fmla="*/ 4706535 h 5096785"/>
              <a:gd name="connsiteX210" fmla="*/ 1160868 w 12192000"/>
              <a:gd name="connsiteY210" fmla="*/ 4701936 h 5096785"/>
              <a:gd name="connsiteX211" fmla="*/ 1147599 w 12192000"/>
              <a:gd name="connsiteY211" fmla="*/ 4714833 h 5096785"/>
              <a:gd name="connsiteX212" fmla="*/ 1119603 w 12192000"/>
              <a:gd name="connsiteY212" fmla="*/ 4721303 h 5096785"/>
              <a:gd name="connsiteX213" fmla="*/ 997851 w 12192000"/>
              <a:gd name="connsiteY213" fmla="*/ 4722336 h 5096785"/>
              <a:gd name="connsiteX214" fmla="*/ 976455 w 12192000"/>
              <a:gd name="connsiteY214" fmla="*/ 4726407 h 5096785"/>
              <a:gd name="connsiteX215" fmla="*/ 949939 w 12192000"/>
              <a:gd name="connsiteY215" fmla="*/ 4719699 h 5096785"/>
              <a:gd name="connsiteX216" fmla="*/ 894148 w 12192000"/>
              <a:gd name="connsiteY216" fmla="*/ 4710406 h 5096785"/>
              <a:gd name="connsiteX217" fmla="*/ 857990 w 12192000"/>
              <a:gd name="connsiteY217" fmla="*/ 4696844 h 5096785"/>
              <a:gd name="connsiteX218" fmla="*/ 848649 w 12192000"/>
              <a:gd name="connsiteY218" fmla="*/ 4704021 h 5096785"/>
              <a:gd name="connsiteX219" fmla="*/ 826436 w 12192000"/>
              <a:gd name="connsiteY219" fmla="*/ 4707421 h 5096785"/>
              <a:gd name="connsiteX220" fmla="*/ 733052 w 12192000"/>
              <a:gd name="connsiteY220" fmla="*/ 4701884 h 5096785"/>
              <a:gd name="connsiteX221" fmla="*/ 716185 w 12192000"/>
              <a:gd name="connsiteY221" fmla="*/ 4703827 h 5096785"/>
              <a:gd name="connsiteX222" fmla="*/ 696663 w 12192000"/>
              <a:gd name="connsiteY222" fmla="*/ 4697420 h 5096785"/>
              <a:gd name="connsiteX223" fmla="*/ 582722 w 12192000"/>
              <a:gd name="connsiteY223" fmla="*/ 4658637 h 5096785"/>
              <a:gd name="connsiteX224" fmla="*/ 581118 w 12192000"/>
              <a:gd name="connsiteY224" fmla="*/ 4654120 h 5096785"/>
              <a:gd name="connsiteX225" fmla="*/ 546453 w 12192000"/>
              <a:gd name="connsiteY225" fmla="*/ 4652542 h 5096785"/>
              <a:gd name="connsiteX226" fmla="*/ 536773 w 12192000"/>
              <a:gd name="connsiteY226" fmla="*/ 4644609 h 5096785"/>
              <a:gd name="connsiteX227" fmla="*/ 388896 w 12192000"/>
              <a:gd name="connsiteY227" fmla="*/ 4619173 h 5096785"/>
              <a:gd name="connsiteX228" fmla="*/ 366479 w 12192000"/>
              <a:gd name="connsiteY228" fmla="*/ 4618896 h 5096785"/>
              <a:gd name="connsiteX229" fmla="*/ 342781 w 12192000"/>
              <a:gd name="connsiteY229" fmla="*/ 4601239 h 5096785"/>
              <a:gd name="connsiteX230" fmla="*/ 255925 w 12192000"/>
              <a:gd name="connsiteY230" fmla="*/ 4598685 h 5096785"/>
              <a:gd name="connsiteX231" fmla="*/ 226919 w 12192000"/>
              <a:gd name="connsiteY231" fmla="*/ 4598460 h 5096785"/>
              <a:gd name="connsiteX232" fmla="*/ 213925 w 12192000"/>
              <a:gd name="connsiteY232" fmla="*/ 4597783 h 5096785"/>
              <a:gd name="connsiteX233" fmla="*/ 215196 w 12192000"/>
              <a:gd name="connsiteY233" fmla="*/ 4588576 h 5096785"/>
              <a:gd name="connsiteX234" fmla="*/ 180214 w 12192000"/>
              <a:gd name="connsiteY234" fmla="*/ 4583701 h 5096785"/>
              <a:gd name="connsiteX235" fmla="*/ 83203 w 12192000"/>
              <a:gd name="connsiteY235" fmla="*/ 4531664 h 5096785"/>
              <a:gd name="connsiteX236" fmla="*/ 4106 w 12192000"/>
              <a:gd name="connsiteY236" fmla="*/ 4517202 h 5096785"/>
              <a:gd name="connsiteX237" fmla="*/ 0 w 12192000"/>
              <a:gd name="connsiteY237" fmla="*/ 4516084 h 5096785"/>
              <a:gd name="connsiteX238" fmla="*/ 0 w 12192000"/>
              <a:gd name="connsiteY238"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73393 w 12192000"/>
              <a:gd name="connsiteY188" fmla="*/ 4883565 h 5096785"/>
              <a:gd name="connsiteX189" fmla="*/ 2269523 w 12192000"/>
              <a:gd name="connsiteY189" fmla="*/ 4884442 h 5096785"/>
              <a:gd name="connsiteX190" fmla="*/ 2256015 w 12192000"/>
              <a:gd name="connsiteY190" fmla="*/ 4883014 h 5096785"/>
              <a:gd name="connsiteX191" fmla="*/ 2249731 w 12192000"/>
              <a:gd name="connsiteY191" fmla="*/ 4888778 h 5096785"/>
              <a:gd name="connsiteX192" fmla="*/ 2227629 w 12192000"/>
              <a:gd name="connsiteY192" fmla="*/ 4891047 h 5096785"/>
              <a:gd name="connsiteX193" fmla="*/ 2203460 w 12192000"/>
              <a:gd name="connsiteY193" fmla="*/ 4886696 h 5096785"/>
              <a:gd name="connsiteX194" fmla="*/ 2091528 w 12192000"/>
              <a:gd name="connsiteY194" fmla="*/ 4859155 h 5096785"/>
              <a:gd name="connsiteX195" fmla="*/ 2022901 w 12192000"/>
              <a:gd name="connsiteY195" fmla="*/ 4846594 h 5096785"/>
              <a:gd name="connsiteX196" fmla="*/ 1994227 w 12192000"/>
              <a:gd name="connsiteY196" fmla="*/ 4847973 h 5096785"/>
              <a:gd name="connsiteX197" fmla="*/ 1955936 w 12192000"/>
              <a:gd name="connsiteY197" fmla="*/ 4845765 h 5096785"/>
              <a:gd name="connsiteX198" fmla="*/ 1741924 w 12192000"/>
              <a:gd name="connsiteY198" fmla="*/ 4808054 h 5096785"/>
              <a:gd name="connsiteX199" fmla="*/ 1734410 w 12192000"/>
              <a:gd name="connsiteY199" fmla="*/ 4811675 h 5096785"/>
              <a:gd name="connsiteX200" fmla="*/ 1691423 w 12192000"/>
              <a:gd name="connsiteY200" fmla="*/ 4802777 h 5096785"/>
              <a:gd name="connsiteX201" fmla="*/ 1554504 w 12192000"/>
              <a:gd name="connsiteY201" fmla="*/ 4739985 h 5096785"/>
              <a:gd name="connsiteX202" fmla="*/ 1470119 w 12192000"/>
              <a:gd name="connsiteY202" fmla="*/ 4723470 h 5096785"/>
              <a:gd name="connsiteX203" fmla="*/ 1437967 w 12192000"/>
              <a:gd name="connsiteY203" fmla="*/ 4722710 h 5096785"/>
              <a:gd name="connsiteX204" fmla="*/ 1384234 w 12192000"/>
              <a:gd name="connsiteY204" fmla="*/ 4721117 h 5096785"/>
              <a:gd name="connsiteX205" fmla="*/ 1338647 w 12192000"/>
              <a:gd name="connsiteY205" fmla="*/ 4732483 h 5096785"/>
              <a:gd name="connsiteX206" fmla="*/ 1295869 w 12192000"/>
              <a:gd name="connsiteY206" fmla="*/ 4726175 h 5096785"/>
              <a:gd name="connsiteX207" fmla="*/ 1292949 w 12192000"/>
              <a:gd name="connsiteY207" fmla="*/ 4708469 h 5096785"/>
              <a:gd name="connsiteX208" fmla="*/ 1244908 w 12192000"/>
              <a:gd name="connsiteY208" fmla="*/ 4706993 h 5096785"/>
              <a:gd name="connsiteX209" fmla="*/ 1171266 w 12192000"/>
              <a:gd name="connsiteY209" fmla="*/ 4706535 h 5096785"/>
              <a:gd name="connsiteX210" fmla="*/ 1160868 w 12192000"/>
              <a:gd name="connsiteY210" fmla="*/ 4701936 h 5096785"/>
              <a:gd name="connsiteX211" fmla="*/ 1147599 w 12192000"/>
              <a:gd name="connsiteY211" fmla="*/ 4714833 h 5096785"/>
              <a:gd name="connsiteX212" fmla="*/ 1119603 w 12192000"/>
              <a:gd name="connsiteY212" fmla="*/ 4721303 h 5096785"/>
              <a:gd name="connsiteX213" fmla="*/ 997851 w 12192000"/>
              <a:gd name="connsiteY213" fmla="*/ 4722336 h 5096785"/>
              <a:gd name="connsiteX214" fmla="*/ 976455 w 12192000"/>
              <a:gd name="connsiteY214" fmla="*/ 4726407 h 5096785"/>
              <a:gd name="connsiteX215" fmla="*/ 949939 w 12192000"/>
              <a:gd name="connsiteY215" fmla="*/ 4719699 h 5096785"/>
              <a:gd name="connsiteX216" fmla="*/ 894148 w 12192000"/>
              <a:gd name="connsiteY216" fmla="*/ 4710406 h 5096785"/>
              <a:gd name="connsiteX217" fmla="*/ 857990 w 12192000"/>
              <a:gd name="connsiteY217" fmla="*/ 4696844 h 5096785"/>
              <a:gd name="connsiteX218" fmla="*/ 848649 w 12192000"/>
              <a:gd name="connsiteY218" fmla="*/ 4704021 h 5096785"/>
              <a:gd name="connsiteX219" fmla="*/ 826436 w 12192000"/>
              <a:gd name="connsiteY219" fmla="*/ 4707421 h 5096785"/>
              <a:gd name="connsiteX220" fmla="*/ 733052 w 12192000"/>
              <a:gd name="connsiteY220" fmla="*/ 4701884 h 5096785"/>
              <a:gd name="connsiteX221" fmla="*/ 716185 w 12192000"/>
              <a:gd name="connsiteY221" fmla="*/ 4703827 h 5096785"/>
              <a:gd name="connsiteX222" fmla="*/ 582722 w 12192000"/>
              <a:gd name="connsiteY222" fmla="*/ 4658637 h 5096785"/>
              <a:gd name="connsiteX223" fmla="*/ 581118 w 12192000"/>
              <a:gd name="connsiteY223" fmla="*/ 4654120 h 5096785"/>
              <a:gd name="connsiteX224" fmla="*/ 546453 w 12192000"/>
              <a:gd name="connsiteY224" fmla="*/ 4652542 h 5096785"/>
              <a:gd name="connsiteX225" fmla="*/ 536773 w 12192000"/>
              <a:gd name="connsiteY225" fmla="*/ 4644609 h 5096785"/>
              <a:gd name="connsiteX226" fmla="*/ 388896 w 12192000"/>
              <a:gd name="connsiteY226" fmla="*/ 4619173 h 5096785"/>
              <a:gd name="connsiteX227" fmla="*/ 366479 w 12192000"/>
              <a:gd name="connsiteY227" fmla="*/ 4618896 h 5096785"/>
              <a:gd name="connsiteX228" fmla="*/ 342781 w 12192000"/>
              <a:gd name="connsiteY228" fmla="*/ 4601239 h 5096785"/>
              <a:gd name="connsiteX229" fmla="*/ 255925 w 12192000"/>
              <a:gd name="connsiteY229" fmla="*/ 4598685 h 5096785"/>
              <a:gd name="connsiteX230" fmla="*/ 226919 w 12192000"/>
              <a:gd name="connsiteY230" fmla="*/ 4598460 h 5096785"/>
              <a:gd name="connsiteX231" fmla="*/ 213925 w 12192000"/>
              <a:gd name="connsiteY231" fmla="*/ 4597783 h 5096785"/>
              <a:gd name="connsiteX232" fmla="*/ 215196 w 12192000"/>
              <a:gd name="connsiteY232" fmla="*/ 4588576 h 5096785"/>
              <a:gd name="connsiteX233" fmla="*/ 180214 w 12192000"/>
              <a:gd name="connsiteY233" fmla="*/ 4583701 h 5096785"/>
              <a:gd name="connsiteX234" fmla="*/ 83203 w 12192000"/>
              <a:gd name="connsiteY234" fmla="*/ 4531664 h 5096785"/>
              <a:gd name="connsiteX235" fmla="*/ 4106 w 12192000"/>
              <a:gd name="connsiteY235" fmla="*/ 4517202 h 5096785"/>
              <a:gd name="connsiteX236" fmla="*/ 0 w 12192000"/>
              <a:gd name="connsiteY236" fmla="*/ 4516084 h 5096785"/>
              <a:gd name="connsiteX237" fmla="*/ 0 w 12192000"/>
              <a:gd name="connsiteY237"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73393 w 12192000"/>
              <a:gd name="connsiteY188" fmla="*/ 4883565 h 5096785"/>
              <a:gd name="connsiteX189" fmla="*/ 2269523 w 12192000"/>
              <a:gd name="connsiteY189" fmla="*/ 4884442 h 5096785"/>
              <a:gd name="connsiteX190" fmla="*/ 2256015 w 12192000"/>
              <a:gd name="connsiteY190" fmla="*/ 4883014 h 5096785"/>
              <a:gd name="connsiteX191" fmla="*/ 2249731 w 12192000"/>
              <a:gd name="connsiteY191" fmla="*/ 4888778 h 5096785"/>
              <a:gd name="connsiteX192" fmla="*/ 2227629 w 12192000"/>
              <a:gd name="connsiteY192" fmla="*/ 4891047 h 5096785"/>
              <a:gd name="connsiteX193" fmla="*/ 2203460 w 12192000"/>
              <a:gd name="connsiteY193" fmla="*/ 4886696 h 5096785"/>
              <a:gd name="connsiteX194" fmla="*/ 2091528 w 12192000"/>
              <a:gd name="connsiteY194" fmla="*/ 4859155 h 5096785"/>
              <a:gd name="connsiteX195" fmla="*/ 2022901 w 12192000"/>
              <a:gd name="connsiteY195" fmla="*/ 4846594 h 5096785"/>
              <a:gd name="connsiteX196" fmla="*/ 1994227 w 12192000"/>
              <a:gd name="connsiteY196" fmla="*/ 4847973 h 5096785"/>
              <a:gd name="connsiteX197" fmla="*/ 1955936 w 12192000"/>
              <a:gd name="connsiteY197" fmla="*/ 4845765 h 5096785"/>
              <a:gd name="connsiteX198" fmla="*/ 1741924 w 12192000"/>
              <a:gd name="connsiteY198" fmla="*/ 4808054 h 5096785"/>
              <a:gd name="connsiteX199" fmla="*/ 1734410 w 12192000"/>
              <a:gd name="connsiteY199" fmla="*/ 4811675 h 5096785"/>
              <a:gd name="connsiteX200" fmla="*/ 1691423 w 12192000"/>
              <a:gd name="connsiteY200" fmla="*/ 4802777 h 5096785"/>
              <a:gd name="connsiteX201" fmla="*/ 1554504 w 12192000"/>
              <a:gd name="connsiteY201" fmla="*/ 4739985 h 5096785"/>
              <a:gd name="connsiteX202" fmla="*/ 1470119 w 12192000"/>
              <a:gd name="connsiteY202" fmla="*/ 4723470 h 5096785"/>
              <a:gd name="connsiteX203" fmla="*/ 1437967 w 12192000"/>
              <a:gd name="connsiteY203" fmla="*/ 4722710 h 5096785"/>
              <a:gd name="connsiteX204" fmla="*/ 1384234 w 12192000"/>
              <a:gd name="connsiteY204" fmla="*/ 4721117 h 5096785"/>
              <a:gd name="connsiteX205" fmla="*/ 1338647 w 12192000"/>
              <a:gd name="connsiteY205" fmla="*/ 4732483 h 5096785"/>
              <a:gd name="connsiteX206" fmla="*/ 1295869 w 12192000"/>
              <a:gd name="connsiteY206" fmla="*/ 4726175 h 5096785"/>
              <a:gd name="connsiteX207" fmla="*/ 1292949 w 12192000"/>
              <a:gd name="connsiteY207" fmla="*/ 4708469 h 5096785"/>
              <a:gd name="connsiteX208" fmla="*/ 1244908 w 12192000"/>
              <a:gd name="connsiteY208" fmla="*/ 4706993 h 5096785"/>
              <a:gd name="connsiteX209" fmla="*/ 1171266 w 12192000"/>
              <a:gd name="connsiteY209" fmla="*/ 4706535 h 5096785"/>
              <a:gd name="connsiteX210" fmla="*/ 1160868 w 12192000"/>
              <a:gd name="connsiteY210" fmla="*/ 4701936 h 5096785"/>
              <a:gd name="connsiteX211" fmla="*/ 1147599 w 12192000"/>
              <a:gd name="connsiteY211" fmla="*/ 4714833 h 5096785"/>
              <a:gd name="connsiteX212" fmla="*/ 1119603 w 12192000"/>
              <a:gd name="connsiteY212" fmla="*/ 4721303 h 5096785"/>
              <a:gd name="connsiteX213" fmla="*/ 997851 w 12192000"/>
              <a:gd name="connsiteY213" fmla="*/ 4722336 h 5096785"/>
              <a:gd name="connsiteX214" fmla="*/ 976455 w 12192000"/>
              <a:gd name="connsiteY214" fmla="*/ 4726407 h 5096785"/>
              <a:gd name="connsiteX215" fmla="*/ 949939 w 12192000"/>
              <a:gd name="connsiteY215" fmla="*/ 4719699 h 5096785"/>
              <a:gd name="connsiteX216" fmla="*/ 894148 w 12192000"/>
              <a:gd name="connsiteY216" fmla="*/ 4710406 h 5096785"/>
              <a:gd name="connsiteX217" fmla="*/ 857990 w 12192000"/>
              <a:gd name="connsiteY217" fmla="*/ 4696844 h 5096785"/>
              <a:gd name="connsiteX218" fmla="*/ 848649 w 12192000"/>
              <a:gd name="connsiteY218" fmla="*/ 4704021 h 5096785"/>
              <a:gd name="connsiteX219" fmla="*/ 826436 w 12192000"/>
              <a:gd name="connsiteY219" fmla="*/ 4707421 h 5096785"/>
              <a:gd name="connsiteX220" fmla="*/ 733052 w 12192000"/>
              <a:gd name="connsiteY220" fmla="*/ 4701884 h 5096785"/>
              <a:gd name="connsiteX221" fmla="*/ 716185 w 12192000"/>
              <a:gd name="connsiteY221" fmla="*/ 4648168 h 5096785"/>
              <a:gd name="connsiteX222" fmla="*/ 582722 w 12192000"/>
              <a:gd name="connsiteY222" fmla="*/ 4658637 h 5096785"/>
              <a:gd name="connsiteX223" fmla="*/ 581118 w 12192000"/>
              <a:gd name="connsiteY223" fmla="*/ 4654120 h 5096785"/>
              <a:gd name="connsiteX224" fmla="*/ 546453 w 12192000"/>
              <a:gd name="connsiteY224" fmla="*/ 4652542 h 5096785"/>
              <a:gd name="connsiteX225" fmla="*/ 536773 w 12192000"/>
              <a:gd name="connsiteY225" fmla="*/ 4644609 h 5096785"/>
              <a:gd name="connsiteX226" fmla="*/ 388896 w 12192000"/>
              <a:gd name="connsiteY226" fmla="*/ 4619173 h 5096785"/>
              <a:gd name="connsiteX227" fmla="*/ 366479 w 12192000"/>
              <a:gd name="connsiteY227" fmla="*/ 4618896 h 5096785"/>
              <a:gd name="connsiteX228" fmla="*/ 342781 w 12192000"/>
              <a:gd name="connsiteY228" fmla="*/ 4601239 h 5096785"/>
              <a:gd name="connsiteX229" fmla="*/ 255925 w 12192000"/>
              <a:gd name="connsiteY229" fmla="*/ 4598685 h 5096785"/>
              <a:gd name="connsiteX230" fmla="*/ 226919 w 12192000"/>
              <a:gd name="connsiteY230" fmla="*/ 4598460 h 5096785"/>
              <a:gd name="connsiteX231" fmla="*/ 213925 w 12192000"/>
              <a:gd name="connsiteY231" fmla="*/ 4597783 h 5096785"/>
              <a:gd name="connsiteX232" fmla="*/ 215196 w 12192000"/>
              <a:gd name="connsiteY232" fmla="*/ 4588576 h 5096785"/>
              <a:gd name="connsiteX233" fmla="*/ 180214 w 12192000"/>
              <a:gd name="connsiteY233" fmla="*/ 4583701 h 5096785"/>
              <a:gd name="connsiteX234" fmla="*/ 83203 w 12192000"/>
              <a:gd name="connsiteY234" fmla="*/ 4531664 h 5096785"/>
              <a:gd name="connsiteX235" fmla="*/ 4106 w 12192000"/>
              <a:gd name="connsiteY235" fmla="*/ 4517202 h 5096785"/>
              <a:gd name="connsiteX236" fmla="*/ 0 w 12192000"/>
              <a:gd name="connsiteY236" fmla="*/ 4516084 h 5096785"/>
              <a:gd name="connsiteX237" fmla="*/ 0 w 12192000"/>
              <a:gd name="connsiteY237"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73393 w 12192000"/>
              <a:gd name="connsiteY188" fmla="*/ 4883565 h 5096785"/>
              <a:gd name="connsiteX189" fmla="*/ 2269523 w 12192000"/>
              <a:gd name="connsiteY189" fmla="*/ 4884442 h 5096785"/>
              <a:gd name="connsiteX190" fmla="*/ 2256015 w 12192000"/>
              <a:gd name="connsiteY190" fmla="*/ 4883014 h 5096785"/>
              <a:gd name="connsiteX191" fmla="*/ 2249731 w 12192000"/>
              <a:gd name="connsiteY191" fmla="*/ 4888778 h 5096785"/>
              <a:gd name="connsiteX192" fmla="*/ 2227629 w 12192000"/>
              <a:gd name="connsiteY192" fmla="*/ 4891047 h 5096785"/>
              <a:gd name="connsiteX193" fmla="*/ 2203460 w 12192000"/>
              <a:gd name="connsiteY193" fmla="*/ 4886696 h 5096785"/>
              <a:gd name="connsiteX194" fmla="*/ 2091528 w 12192000"/>
              <a:gd name="connsiteY194" fmla="*/ 4859155 h 5096785"/>
              <a:gd name="connsiteX195" fmla="*/ 2022901 w 12192000"/>
              <a:gd name="connsiteY195" fmla="*/ 4846594 h 5096785"/>
              <a:gd name="connsiteX196" fmla="*/ 1994227 w 12192000"/>
              <a:gd name="connsiteY196" fmla="*/ 4847973 h 5096785"/>
              <a:gd name="connsiteX197" fmla="*/ 1955936 w 12192000"/>
              <a:gd name="connsiteY197" fmla="*/ 4845765 h 5096785"/>
              <a:gd name="connsiteX198" fmla="*/ 1741924 w 12192000"/>
              <a:gd name="connsiteY198" fmla="*/ 4808054 h 5096785"/>
              <a:gd name="connsiteX199" fmla="*/ 1734410 w 12192000"/>
              <a:gd name="connsiteY199" fmla="*/ 4811675 h 5096785"/>
              <a:gd name="connsiteX200" fmla="*/ 1691423 w 12192000"/>
              <a:gd name="connsiteY200" fmla="*/ 4802777 h 5096785"/>
              <a:gd name="connsiteX201" fmla="*/ 1554504 w 12192000"/>
              <a:gd name="connsiteY201" fmla="*/ 4739985 h 5096785"/>
              <a:gd name="connsiteX202" fmla="*/ 1470119 w 12192000"/>
              <a:gd name="connsiteY202" fmla="*/ 4723470 h 5096785"/>
              <a:gd name="connsiteX203" fmla="*/ 1437967 w 12192000"/>
              <a:gd name="connsiteY203" fmla="*/ 4722710 h 5096785"/>
              <a:gd name="connsiteX204" fmla="*/ 1384234 w 12192000"/>
              <a:gd name="connsiteY204" fmla="*/ 4721117 h 5096785"/>
              <a:gd name="connsiteX205" fmla="*/ 1295869 w 12192000"/>
              <a:gd name="connsiteY205" fmla="*/ 4726175 h 5096785"/>
              <a:gd name="connsiteX206" fmla="*/ 1292949 w 12192000"/>
              <a:gd name="connsiteY206" fmla="*/ 4708469 h 5096785"/>
              <a:gd name="connsiteX207" fmla="*/ 1244908 w 12192000"/>
              <a:gd name="connsiteY207" fmla="*/ 4706993 h 5096785"/>
              <a:gd name="connsiteX208" fmla="*/ 1171266 w 12192000"/>
              <a:gd name="connsiteY208" fmla="*/ 4706535 h 5096785"/>
              <a:gd name="connsiteX209" fmla="*/ 1160868 w 12192000"/>
              <a:gd name="connsiteY209" fmla="*/ 4701936 h 5096785"/>
              <a:gd name="connsiteX210" fmla="*/ 1147599 w 12192000"/>
              <a:gd name="connsiteY210" fmla="*/ 4714833 h 5096785"/>
              <a:gd name="connsiteX211" fmla="*/ 1119603 w 12192000"/>
              <a:gd name="connsiteY211" fmla="*/ 4721303 h 5096785"/>
              <a:gd name="connsiteX212" fmla="*/ 997851 w 12192000"/>
              <a:gd name="connsiteY212" fmla="*/ 4722336 h 5096785"/>
              <a:gd name="connsiteX213" fmla="*/ 976455 w 12192000"/>
              <a:gd name="connsiteY213" fmla="*/ 4726407 h 5096785"/>
              <a:gd name="connsiteX214" fmla="*/ 949939 w 12192000"/>
              <a:gd name="connsiteY214" fmla="*/ 4719699 h 5096785"/>
              <a:gd name="connsiteX215" fmla="*/ 894148 w 12192000"/>
              <a:gd name="connsiteY215" fmla="*/ 4710406 h 5096785"/>
              <a:gd name="connsiteX216" fmla="*/ 857990 w 12192000"/>
              <a:gd name="connsiteY216" fmla="*/ 4696844 h 5096785"/>
              <a:gd name="connsiteX217" fmla="*/ 848649 w 12192000"/>
              <a:gd name="connsiteY217" fmla="*/ 4704021 h 5096785"/>
              <a:gd name="connsiteX218" fmla="*/ 826436 w 12192000"/>
              <a:gd name="connsiteY218" fmla="*/ 4707421 h 5096785"/>
              <a:gd name="connsiteX219" fmla="*/ 733052 w 12192000"/>
              <a:gd name="connsiteY219" fmla="*/ 4701884 h 5096785"/>
              <a:gd name="connsiteX220" fmla="*/ 716185 w 12192000"/>
              <a:gd name="connsiteY220" fmla="*/ 4648168 h 5096785"/>
              <a:gd name="connsiteX221" fmla="*/ 582722 w 12192000"/>
              <a:gd name="connsiteY221" fmla="*/ 4658637 h 5096785"/>
              <a:gd name="connsiteX222" fmla="*/ 581118 w 12192000"/>
              <a:gd name="connsiteY222" fmla="*/ 4654120 h 5096785"/>
              <a:gd name="connsiteX223" fmla="*/ 546453 w 12192000"/>
              <a:gd name="connsiteY223" fmla="*/ 4652542 h 5096785"/>
              <a:gd name="connsiteX224" fmla="*/ 536773 w 12192000"/>
              <a:gd name="connsiteY224" fmla="*/ 4644609 h 5096785"/>
              <a:gd name="connsiteX225" fmla="*/ 388896 w 12192000"/>
              <a:gd name="connsiteY225" fmla="*/ 4619173 h 5096785"/>
              <a:gd name="connsiteX226" fmla="*/ 366479 w 12192000"/>
              <a:gd name="connsiteY226" fmla="*/ 4618896 h 5096785"/>
              <a:gd name="connsiteX227" fmla="*/ 342781 w 12192000"/>
              <a:gd name="connsiteY227" fmla="*/ 4601239 h 5096785"/>
              <a:gd name="connsiteX228" fmla="*/ 255925 w 12192000"/>
              <a:gd name="connsiteY228" fmla="*/ 4598685 h 5096785"/>
              <a:gd name="connsiteX229" fmla="*/ 226919 w 12192000"/>
              <a:gd name="connsiteY229" fmla="*/ 4598460 h 5096785"/>
              <a:gd name="connsiteX230" fmla="*/ 213925 w 12192000"/>
              <a:gd name="connsiteY230" fmla="*/ 4597783 h 5096785"/>
              <a:gd name="connsiteX231" fmla="*/ 215196 w 12192000"/>
              <a:gd name="connsiteY231" fmla="*/ 4588576 h 5096785"/>
              <a:gd name="connsiteX232" fmla="*/ 180214 w 12192000"/>
              <a:gd name="connsiteY232" fmla="*/ 4583701 h 5096785"/>
              <a:gd name="connsiteX233" fmla="*/ 83203 w 12192000"/>
              <a:gd name="connsiteY233" fmla="*/ 4531664 h 5096785"/>
              <a:gd name="connsiteX234" fmla="*/ 4106 w 12192000"/>
              <a:gd name="connsiteY234" fmla="*/ 4517202 h 5096785"/>
              <a:gd name="connsiteX235" fmla="*/ 0 w 12192000"/>
              <a:gd name="connsiteY235" fmla="*/ 4516084 h 5096785"/>
              <a:gd name="connsiteX236" fmla="*/ 0 w 12192000"/>
              <a:gd name="connsiteY236"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73393 w 12192000"/>
              <a:gd name="connsiteY188" fmla="*/ 4883565 h 5096785"/>
              <a:gd name="connsiteX189" fmla="*/ 2269523 w 12192000"/>
              <a:gd name="connsiteY189" fmla="*/ 4884442 h 5096785"/>
              <a:gd name="connsiteX190" fmla="*/ 2256015 w 12192000"/>
              <a:gd name="connsiteY190" fmla="*/ 4883014 h 5096785"/>
              <a:gd name="connsiteX191" fmla="*/ 2249731 w 12192000"/>
              <a:gd name="connsiteY191" fmla="*/ 4888778 h 5096785"/>
              <a:gd name="connsiteX192" fmla="*/ 2227629 w 12192000"/>
              <a:gd name="connsiteY192" fmla="*/ 4891047 h 5096785"/>
              <a:gd name="connsiteX193" fmla="*/ 2203460 w 12192000"/>
              <a:gd name="connsiteY193" fmla="*/ 4886696 h 5096785"/>
              <a:gd name="connsiteX194" fmla="*/ 2091528 w 12192000"/>
              <a:gd name="connsiteY194" fmla="*/ 4859155 h 5096785"/>
              <a:gd name="connsiteX195" fmla="*/ 2022901 w 12192000"/>
              <a:gd name="connsiteY195" fmla="*/ 4846594 h 5096785"/>
              <a:gd name="connsiteX196" fmla="*/ 1994227 w 12192000"/>
              <a:gd name="connsiteY196" fmla="*/ 4847973 h 5096785"/>
              <a:gd name="connsiteX197" fmla="*/ 1955936 w 12192000"/>
              <a:gd name="connsiteY197" fmla="*/ 4845765 h 5096785"/>
              <a:gd name="connsiteX198" fmla="*/ 1741924 w 12192000"/>
              <a:gd name="connsiteY198" fmla="*/ 4808054 h 5096785"/>
              <a:gd name="connsiteX199" fmla="*/ 1734410 w 12192000"/>
              <a:gd name="connsiteY199" fmla="*/ 4811675 h 5096785"/>
              <a:gd name="connsiteX200" fmla="*/ 1691423 w 12192000"/>
              <a:gd name="connsiteY200" fmla="*/ 4802777 h 5096785"/>
              <a:gd name="connsiteX201" fmla="*/ 1554504 w 12192000"/>
              <a:gd name="connsiteY201" fmla="*/ 4739985 h 5096785"/>
              <a:gd name="connsiteX202" fmla="*/ 1470119 w 12192000"/>
              <a:gd name="connsiteY202" fmla="*/ 4723470 h 5096785"/>
              <a:gd name="connsiteX203" fmla="*/ 1437967 w 12192000"/>
              <a:gd name="connsiteY203" fmla="*/ 4722710 h 5096785"/>
              <a:gd name="connsiteX204" fmla="*/ 1384234 w 12192000"/>
              <a:gd name="connsiteY204" fmla="*/ 4721117 h 5096785"/>
              <a:gd name="connsiteX205" fmla="*/ 1295869 w 12192000"/>
              <a:gd name="connsiteY205" fmla="*/ 4726175 h 5096785"/>
              <a:gd name="connsiteX206" fmla="*/ 1292949 w 12192000"/>
              <a:gd name="connsiteY206" fmla="*/ 4684615 h 5096785"/>
              <a:gd name="connsiteX207" fmla="*/ 1244908 w 12192000"/>
              <a:gd name="connsiteY207" fmla="*/ 4706993 h 5096785"/>
              <a:gd name="connsiteX208" fmla="*/ 1171266 w 12192000"/>
              <a:gd name="connsiteY208" fmla="*/ 4706535 h 5096785"/>
              <a:gd name="connsiteX209" fmla="*/ 1160868 w 12192000"/>
              <a:gd name="connsiteY209" fmla="*/ 4701936 h 5096785"/>
              <a:gd name="connsiteX210" fmla="*/ 1147599 w 12192000"/>
              <a:gd name="connsiteY210" fmla="*/ 4714833 h 5096785"/>
              <a:gd name="connsiteX211" fmla="*/ 1119603 w 12192000"/>
              <a:gd name="connsiteY211" fmla="*/ 4721303 h 5096785"/>
              <a:gd name="connsiteX212" fmla="*/ 997851 w 12192000"/>
              <a:gd name="connsiteY212" fmla="*/ 4722336 h 5096785"/>
              <a:gd name="connsiteX213" fmla="*/ 976455 w 12192000"/>
              <a:gd name="connsiteY213" fmla="*/ 4726407 h 5096785"/>
              <a:gd name="connsiteX214" fmla="*/ 949939 w 12192000"/>
              <a:gd name="connsiteY214" fmla="*/ 4719699 h 5096785"/>
              <a:gd name="connsiteX215" fmla="*/ 894148 w 12192000"/>
              <a:gd name="connsiteY215" fmla="*/ 4710406 h 5096785"/>
              <a:gd name="connsiteX216" fmla="*/ 857990 w 12192000"/>
              <a:gd name="connsiteY216" fmla="*/ 4696844 h 5096785"/>
              <a:gd name="connsiteX217" fmla="*/ 848649 w 12192000"/>
              <a:gd name="connsiteY217" fmla="*/ 4704021 h 5096785"/>
              <a:gd name="connsiteX218" fmla="*/ 826436 w 12192000"/>
              <a:gd name="connsiteY218" fmla="*/ 4707421 h 5096785"/>
              <a:gd name="connsiteX219" fmla="*/ 733052 w 12192000"/>
              <a:gd name="connsiteY219" fmla="*/ 4701884 h 5096785"/>
              <a:gd name="connsiteX220" fmla="*/ 716185 w 12192000"/>
              <a:gd name="connsiteY220" fmla="*/ 4648168 h 5096785"/>
              <a:gd name="connsiteX221" fmla="*/ 582722 w 12192000"/>
              <a:gd name="connsiteY221" fmla="*/ 4658637 h 5096785"/>
              <a:gd name="connsiteX222" fmla="*/ 581118 w 12192000"/>
              <a:gd name="connsiteY222" fmla="*/ 4654120 h 5096785"/>
              <a:gd name="connsiteX223" fmla="*/ 546453 w 12192000"/>
              <a:gd name="connsiteY223" fmla="*/ 4652542 h 5096785"/>
              <a:gd name="connsiteX224" fmla="*/ 536773 w 12192000"/>
              <a:gd name="connsiteY224" fmla="*/ 4644609 h 5096785"/>
              <a:gd name="connsiteX225" fmla="*/ 388896 w 12192000"/>
              <a:gd name="connsiteY225" fmla="*/ 4619173 h 5096785"/>
              <a:gd name="connsiteX226" fmla="*/ 366479 w 12192000"/>
              <a:gd name="connsiteY226" fmla="*/ 4618896 h 5096785"/>
              <a:gd name="connsiteX227" fmla="*/ 342781 w 12192000"/>
              <a:gd name="connsiteY227" fmla="*/ 4601239 h 5096785"/>
              <a:gd name="connsiteX228" fmla="*/ 255925 w 12192000"/>
              <a:gd name="connsiteY228" fmla="*/ 4598685 h 5096785"/>
              <a:gd name="connsiteX229" fmla="*/ 226919 w 12192000"/>
              <a:gd name="connsiteY229" fmla="*/ 4598460 h 5096785"/>
              <a:gd name="connsiteX230" fmla="*/ 213925 w 12192000"/>
              <a:gd name="connsiteY230" fmla="*/ 4597783 h 5096785"/>
              <a:gd name="connsiteX231" fmla="*/ 215196 w 12192000"/>
              <a:gd name="connsiteY231" fmla="*/ 4588576 h 5096785"/>
              <a:gd name="connsiteX232" fmla="*/ 180214 w 12192000"/>
              <a:gd name="connsiteY232" fmla="*/ 4583701 h 5096785"/>
              <a:gd name="connsiteX233" fmla="*/ 83203 w 12192000"/>
              <a:gd name="connsiteY233" fmla="*/ 4531664 h 5096785"/>
              <a:gd name="connsiteX234" fmla="*/ 4106 w 12192000"/>
              <a:gd name="connsiteY234" fmla="*/ 4517202 h 5096785"/>
              <a:gd name="connsiteX235" fmla="*/ 0 w 12192000"/>
              <a:gd name="connsiteY235" fmla="*/ 4516084 h 5096785"/>
              <a:gd name="connsiteX236" fmla="*/ 0 w 12192000"/>
              <a:gd name="connsiteY236"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73393 w 12192000"/>
              <a:gd name="connsiteY188" fmla="*/ 4883565 h 5096785"/>
              <a:gd name="connsiteX189" fmla="*/ 2269523 w 12192000"/>
              <a:gd name="connsiteY189" fmla="*/ 4884442 h 5096785"/>
              <a:gd name="connsiteX190" fmla="*/ 2256015 w 12192000"/>
              <a:gd name="connsiteY190" fmla="*/ 4883014 h 5096785"/>
              <a:gd name="connsiteX191" fmla="*/ 2249731 w 12192000"/>
              <a:gd name="connsiteY191" fmla="*/ 4888778 h 5096785"/>
              <a:gd name="connsiteX192" fmla="*/ 2227629 w 12192000"/>
              <a:gd name="connsiteY192" fmla="*/ 4891047 h 5096785"/>
              <a:gd name="connsiteX193" fmla="*/ 2203460 w 12192000"/>
              <a:gd name="connsiteY193" fmla="*/ 4886696 h 5096785"/>
              <a:gd name="connsiteX194" fmla="*/ 2091528 w 12192000"/>
              <a:gd name="connsiteY194" fmla="*/ 4859155 h 5096785"/>
              <a:gd name="connsiteX195" fmla="*/ 2022901 w 12192000"/>
              <a:gd name="connsiteY195" fmla="*/ 4846594 h 5096785"/>
              <a:gd name="connsiteX196" fmla="*/ 1994227 w 12192000"/>
              <a:gd name="connsiteY196" fmla="*/ 4847973 h 5096785"/>
              <a:gd name="connsiteX197" fmla="*/ 1955936 w 12192000"/>
              <a:gd name="connsiteY197" fmla="*/ 4845765 h 5096785"/>
              <a:gd name="connsiteX198" fmla="*/ 1741924 w 12192000"/>
              <a:gd name="connsiteY198" fmla="*/ 4808054 h 5096785"/>
              <a:gd name="connsiteX199" fmla="*/ 1734410 w 12192000"/>
              <a:gd name="connsiteY199" fmla="*/ 4811675 h 5096785"/>
              <a:gd name="connsiteX200" fmla="*/ 1691423 w 12192000"/>
              <a:gd name="connsiteY200" fmla="*/ 4802777 h 5096785"/>
              <a:gd name="connsiteX201" fmla="*/ 1554504 w 12192000"/>
              <a:gd name="connsiteY201" fmla="*/ 4739985 h 5096785"/>
              <a:gd name="connsiteX202" fmla="*/ 1470119 w 12192000"/>
              <a:gd name="connsiteY202" fmla="*/ 4723470 h 5096785"/>
              <a:gd name="connsiteX203" fmla="*/ 1437967 w 12192000"/>
              <a:gd name="connsiteY203" fmla="*/ 4722710 h 5096785"/>
              <a:gd name="connsiteX204" fmla="*/ 1295869 w 12192000"/>
              <a:gd name="connsiteY204" fmla="*/ 4726175 h 5096785"/>
              <a:gd name="connsiteX205" fmla="*/ 1292949 w 12192000"/>
              <a:gd name="connsiteY205" fmla="*/ 4684615 h 5096785"/>
              <a:gd name="connsiteX206" fmla="*/ 1244908 w 12192000"/>
              <a:gd name="connsiteY206" fmla="*/ 4706993 h 5096785"/>
              <a:gd name="connsiteX207" fmla="*/ 1171266 w 12192000"/>
              <a:gd name="connsiteY207" fmla="*/ 4706535 h 5096785"/>
              <a:gd name="connsiteX208" fmla="*/ 1160868 w 12192000"/>
              <a:gd name="connsiteY208" fmla="*/ 4701936 h 5096785"/>
              <a:gd name="connsiteX209" fmla="*/ 1147599 w 12192000"/>
              <a:gd name="connsiteY209" fmla="*/ 4714833 h 5096785"/>
              <a:gd name="connsiteX210" fmla="*/ 1119603 w 12192000"/>
              <a:gd name="connsiteY210" fmla="*/ 4721303 h 5096785"/>
              <a:gd name="connsiteX211" fmla="*/ 997851 w 12192000"/>
              <a:gd name="connsiteY211" fmla="*/ 4722336 h 5096785"/>
              <a:gd name="connsiteX212" fmla="*/ 976455 w 12192000"/>
              <a:gd name="connsiteY212" fmla="*/ 4726407 h 5096785"/>
              <a:gd name="connsiteX213" fmla="*/ 949939 w 12192000"/>
              <a:gd name="connsiteY213" fmla="*/ 4719699 h 5096785"/>
              <a:gd name="connsiteX214" fmla="*/ 894148 w 12192000"/>
              <a:gd name="connsiteY214" fmla="*/ 4710406 h 5096785"/>
              <a:gd name="connsiteX215" fmla="*/ 857990 w 12192000"/>
              <a:gd name="connsiteY215" fmla="*/ 4696844 h 5096785"/>
              <a:gd name="connsiteX216" fmla="*/ 848649 w 12192000"/>
              <a:gd name="connsiteY216" fmla="*/ 4704021 h 5096785"/>
              <a:gd name="connsiteX217" fmla="*/ 826436 w 12192000"/>
              <a:gd name="connsiteY217" fmla="*/ 4707421 h 5096785"/>
              <a:gd name="connsiteX218" fmla="*/ 733052 w 12192000"/>
              <a:gd name="connsiteY218" fmla="*/ 4701884 h 5096785"/>
              <a:gd name="connsiteX219" fmla="*/ 716185 w 12192000"/>
              <a:gd name="connsiteY219" fmla="*/ 4648168 h 5096785"/>
              <a:gd name="connsiteX220" fmla="*/ 582722 w 12192000"/>
              <a:gd name="connsiteY220" fmla="*/ 4658637 h 5096785"/>
              <a:gd name="connsiteX221" fmla="*/ 581118 w 12192000"/>
              <a:gd name="connsiteY221" fmla="*/ 4654120 h 5096785"/>
              <a:gd name="connsiteX222" fmla="*/ 546453 w 12192000"/>
              <a:gd name="connsiteY222" fmla="*/ 4652542 h 5096785"/>
              <a:gd name="connsiteX223" fmla="*/ 536773 w 12192000"/>
              <a:gd name="connsiteY223" fmla="*/ 4644609 h 5096785"/>
              <a:gd name="connsiteX224" fmla="*/ 388896 w 12192000"/>
              <a:gd name="connsiteY224" fmla="*/ 4619173 h 5096785"/>
              <a:gd name="connsiteX225" fmla="*/ 366479 w 12192000"/>
              <a:gd name="connsiteY225" fmla="*/ 4618896 h 5096785"/>
              <a:gd name="connsiteX226" fmla="*/ 342781 w 12192000"/>
              <a:gd name="connsiteY226" fmla="*/ 4601239 h 5096785"/>
              <a:gd name="connsiteX227" fmla="*/ 255925 w 12192000"/>
              <a:gd name="connsiteY227" fmla="*/ 4598685 h 5096785"/>
              <a:gd name="connsiteX228" fmla="*/ 226919 w 12192000"/>
              <a:gd name="connsiteY228" fmla="*/ 4598460 h 5096785"/>
              <a:gd name="connsiteX229" fmla="*/ 213925 w 12192000"/>
              <a:gd name="connsiteY229" fmla="*/ 4597783 h 5096785"/>
              <a:gd name="connsiteX230" fmla="*/ 215196 w 12192000"/>
              <a:gd name="connsiteY230" fmla="*/ 4588576 h 5096785"/>
              <a:gd name="connsiteX231" fmla="*/ 180214 w 12192000"/>
              <a:gd name="connsiteY231" fmla="*/ 4583701 h 5096785"/>
              <a:gd name="connsiteX232" fmla="*/ 83203 w 12192000"/>
              <a:gd name="connsiteY232" fmla="*/ 4531664 h 5096785"/>
              <a:gd name="connsiteX233" fmla="*/ 4106 w 12192000"/>
              <a:gd name="connsiteY233" fmla="*/ 4517202 h 5096785"/>
              <a:gd name="connsiteX234" fmla="*/ 0 w 12192000"/>
              <a:gd name="connsiteY234" fmla="*/ 4516084 h 5096785"/>
              <a:gd name="connsiteX235" fmla="*/ 0 w 12192000"/>
              <a:gd name="connsiteY235"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3960074 w 12192000"/>
              <a:gd name="connsiteY138" fmla="*/ 5050708 h 5096785"/>
              <a:gd name="connsiteX139" fmla="*/ 3947260 w 12192000"/>
              <a:gd name="connsiteY139" fmla="*/ 5041167 h 5096785"/>
              <a:gd name="connsiteX140" fmla="*/ 3931969 w 12192000"/>
              <a:gd name="connsiteY140" fmla="*/ 5035902 h 5096785"/>
              <a:gd name="connsiteX141" fmla="*/ 3929836 w 12192000"/>
              <a:gd name="connsiteY141" fmla="*/ 5036901 h 5096785"/>
              <a:gd name="connsiteX142" fmla="*/ 3911296 w 12192000"/>
              <a:gd name="connsiteY142" fmla="*/ 5035663 h 5096785"/>
              <a:gd name="connsiteX143" fmla="*/ 3907746 w 12192000"/>
              <a:gd name="connsiteY143" fmla="*/ 5032107 h 5096785"/>
              <a:gd name="connsiteX144" fmla="*/ 3895182 w 12192000"/>
              <a:gd name="connsiteY144" fmla="*/ 5030229 h 5096785"/>
              <a:gd name="connsiteX145" fmla="*/ 3870866 w 12192000"/>
              <a:gd name="connsiteY145" fmla="*/ 5023753 h 5096785"/>
              <a:gd name="connsiteX146" fmla="*/ 3865913 w 12192000"/>
              <a:gd name="connsiteY146" fmla="*/ 5025143 h 5096785"/>
              <a:gd name="connsiteX147" fmla="*/ 3828606 w 12192000"/>
              <a:gd name="connsiteY147" fmla="*/ 5019426 h 5096785"/>
              <a:gd name="connsiteX148" fmla="*/ 3827901 w 12192000"/>
              <a:gd name="connsiteY148" fmla="*/ 5020583 h 5096785"/>
              <a:gd name="connsiteX149" fmla="*/ 3816543 w 12192000"/>
              <a:gd name="connsiteY149" fmla="*/ 5024366 h 5096785"/>
              <a:gd name="connsiteX150" fmla="*/ 3795278 w 12192000"/>
              <a:gd name="connsiteY150" fmla="*/ 5028779 h 5096785"/>
              <a:gd name="connsiteX151" fmla="*/ 3743858 w 12192000"/>
              <a:gd name="connsiteY151" fmla="*/ 5054237 h 5096785"/>
              <a:gd name="connsiteX152" fmla="*/ 3704945 w 12192000"/>
              <a:gd name="connsiteY152" fmla="*/ 5048413 h 5096785"/>
              <a:gd name="connsiteX153" fmla="*/ 3696992 w 12192000"/>
              <a:gd name="connsiteY153" fmla="*/ 5047914 h 5096785"/>
              <a:gd name="connsiteX154" fmla="*/ 3696780 w 12192000"/>
              <a:gd name="connsiteY154" fmla="*/ 5048181 h 5096785"/>
              <a:gd name="connsiteX155" fmla="*/ 3688290 w 12192000"/>
              <a:gd name="connsiteY155" fmla="*/ 5048204 h 5096785"/>
              <a:gd name="connsiteX156" fmla="*/ 3682486 w 12192000"/>
              <a:gd name="connsiteY156" fmla="*/ 5047000 h 5096785"/>
              <a:gd name="connsiteX157" fmla="*/ 3667056 w 12192000"/>
              <a:gd name="connsiteY157" fmla="*/ 5046030 h 5096785"/>
              <a:gd name="connsiteX158" fmla="*/ 3661403 w 12192000"/>
              <a:gd name="connsiteY158" fmla="*/ 5047537 h 5096785"/>
              <a:gd name="connsiteX159" fmla="*/ 3658673 w 12192000"/>
              <a:gd name="connsiteY159" fmla="*/ 5050790 h 5096785"/>
              <a:gd name="connsiteX160" fmla="*/ 3657333 w 12192000"/>
              <a:gd name="connsiteY160" fmla="*/ 5050325 h 5096785"/>
              <a:gd name="connsiteX161" fmla="*/ 3626778 w 12192000"/>
              <a:gd name="connsiteY161" fmla="*/ 5057882 h 5096785"/>
              <a:gd name="connsiteX162" fmla="*/ 3560067 w 12192000"/>
              <a:gd name="connsiteY162" fmla="*/ 5064266 h 5096785"/>
              <a:gd name="connsiteX163" fmla="*/ 3522641 w 12192000"/>
              <a:gd name="connsiteY163" fmla="*/ 5063654 h 5096785"/>
              <a:gd name="connsiteX164" fmla="*/ 3419275 w 12192000"/>
              <a:gd name="connsiteY164" fmla="*/ 5066646 h 5096785"/>
              <a:gd name="connsiteX165" fmla="*/ 3314869 w 12192000"/>
              <a:gd name="connsiteY165" fmla="*/ 5073197 h 5096785"/>
              <a:gd name="connsiteX166" fmla="*/ 3259088 w 12192000"/>
              <a:gd name="connsiteY166" fmla="*/ 5096363 h 5096785"/>
              <a:gd name="connsiteX167" fmla="*/ 3253104 w 12192000"/>
              <a:gd name="connsiteY167" fmla="*/ 5096785 h 5096785"/>
              <a:gd name="connsiteX168" fmla="*/ 3238751 w 12192000"/>
              <a:gd name="connsiteY168" fmla="*/ 5092996 h 5096785"/>
              <a:gd name="connsiteX169" fmla="*/ 3233681 w 12192000"/>
              <a:gd name="connsiteY169" fmla="*/ 5090758 h 5096785"/>
              <a:gd name="connsiteX170" fmla="*/ 3225562 w 12192000"/>
              <a:gd name="connsiteY170" fmla="*/ 5089215 h 5096785"/>
              <a:gd name="connsiteX171" fmla="*/ 3225260 w 12192000"/>
              <a:gd name="connsiteY171" fmla="*/ 5089437 h 5096785"/>
              <a:gd name="connsiteX172" fmla="*/ 3217859 w 12192000"/>
              <a:gd name="connsiteY172" fmla="*/ 5087484 h 5096785"/>
              <a:gd name="connsiteX173" fmla="*/ 3182980 w 12192000"/>
              <a:gd name="connsiteY173" fmla="*/ 5074650 h 5096785"/>
              <a:gd name="connsiteX174" fmla="*/ 3055081 w 12192000"/>
              <a:gd name="connsiteY174" fmla="*/ 5080424 h 5096785"/>
              <a:gd name="connsiteX175" fmla="*/ 3049807 w 12192000"/>
              <a:gd name="connsiteY175" fmla="*/ 5080860 h 5096785"/>
              <a:gd name="connsiteX176" fmla="*/ 3029122 w 12192000"/>
              <a:gd name="connsiteY176" fmla="*/ 5070085 h 5096785"/>
              <a:gd name="connsiteX177" fmla="*/ 3017862 w 12192000"/>
              <a:gd name="connsiteY177" fmla="*/ 5065942 h 5096785"/>
              <a:gd name="connsiteX178" fmla="*/ 3015868 w 12192000"/>
              <a:gd name="connsiteY178" fmla="*/ 5061832 h 5096785"/>
              <a:gd name="connsiteX179" fmla="*/ 2998644 w 12192000"/>
              <a:gd name="connsiteY179" fmla="*/ 5057210 h 5096785"/>
              <a:gd name="connsiteX180" fmla="*/ 2996219 w 12192000"/>
              <a:gd name="connsiteY180" fmla="*/ 5057788 h 5096785"/>
              <a:gd name="connsiteX181" fmla="*/ 2983676 w 12192000"/>
              <a:gd name="connsiteY181" fmla="*/ 5049852 h 5096785"/>
              <a:gd name="connsiteX182" fmla="*/ 2903609 w 12192000"/>
              <a:gd name="connsiteY182" fmla="*/ 4998457 h 5096785"/>
              <a:gd name="connsiteX183" fmla="*/ 2758830 w 12192000"/>
              <a:gd name="connsiteY183" fmla="*/ 4974760 h 5096785"/>
              <a:gd name="connsiteX184" fmla="*/ 2532669 w 12192000"/>
              <a:gd name="connsiteY184" fmla="*/ 4940573 h 5096785"/>
              <a:gd name="connsiteX185" fmla="*/ 2389931 w 12192000"/>
              <a:gd name="connsiteY185" fmla="*/ 4905785 h 5096785"/>
              <a:gd name="connsiteX186" fmla="*/ 2335186 w 12192000"/>
              <a:gd name="connsiteY186" fmla="*/ 4902957 h 5096785"/>
              <a:gd name="connsiteX187" fmla="*/ 2273393 w 12192000"/>
              <a:gd name="connsiteY187" fmla="*/ 4883565 h 5096785"/>
              <a:gd name="connsiteX188" fmla="*/ 2269523 w 12192000"/>
              <a:gd name="connsiteY188" fmla="*/ 4884442 h 5096785"/>
              <a:gd name="connsiteX189" fmla="*/ 2256015 w 12192000"/>
              <a:gd name="connsiteY189" fmla="*/ 4883014 h 5096785"/>
              <a:gd name="connsiteX190" fmla="*/ 2249731 w 12192000"/>
              <a:gd name="connsiteY190" fmla="*/ 4888778 h 5096785"/>
              <a:gd name="connsiteX191" fmla="*/ 2227629 w 12192000"/>
              <a:gd name="connsiteY191" fmla="*/ 4891047 h 5096785"/>
              <a:gd name="connsiteX192" fmla="*/ 2203460 w 12192000"/>
              <a:gd name="connsiteY192" fmla="*/ 4886696 h 5096785"/>
              <a:gd name="connsiteX193" fmla="*/ 2091528 w 12192000"/>
              <a:gd name="connsiteY193" fmla="*/ 4859155 h 5096785"/>
              <a:gd name="connsiteX194" fmla="*/ 2022901 w 12192000"/>
              <a:gd name="connsiteY194" fmla="*/ 4846594 h 5096785"/>
              <a:gd name="connsiteX195" fmla="*/ 1994227 w 12192000"/>
              <a:gd name="connsiteY195" fmla="*/ 4847973 h 5096785"/>
              <a:gd name="connsiteX196" fmla="*/ 1955936 w 12192000"/>
              <a:gd name="connsiteY196" fmla="*/ 4845765 h 5096785"/>
              <a:gd name="connsiteX197" fmla="*/ 1741924 w 12192000"/>
              <a:gd name="connsiteY197" fmla="*/ 4808054 h 5096785"/>
              <a:gd name="connsiteX198" fmla="*/ 1734410 w 12192000"/>
              <a:gd name="connsiteY198" fmla="*/ 4811675 h 5096785"/>
              <a:gd name="connsiteX199" fmla="*/ 1691423 w 12192000"/>
              <a:gd name="connsiteY199" fmla="*/ 4802777 h 5096785"/>
              <a:gd name="connsiteX200" fmla="*/ 1554504 w 12192000"/>
              <a:gd name="connsiteY200" fmla="*/ 4739985 h 5096785"/>
              <a:gd name="connsiteX201" fmla="*/ 1470119 w 12192000"/>
              <a:gd name="connsiteY201" fmla="*/ 4723470 h 5096785"/>
              <a:gd name="connsiteX202" fmla="*/ 1437967 w 12192000"/>
              <a:gd name="connsiteY202" fmla="*/ 4722710 h 5096785"/>
              <a:gd name="connsiteX203" fmla="*/ 1295869 w 12192000"/>
              <a:gd name="connsiteY203" fmla="*/ 4726175 h 5096785"/>
              <a:gd name="connsiteX204" fmla="*/ 1292949 w 12192000"/>
              <a:gd name="connsiteY204" fmla="*/ 4684615 h 5096785"/>
              <a:gd name="connsiteX205" fmla="*/ 1244908 w 12192000"/>
              <a:gd name="connsiteY205" fmla="*/ 4706993 h 5096785"/>
              <a:gd name="connsiteX206" fmla="*/ 1171266 w 12192000"/>
              <a:gd name="connsiteY206" fmla="*/ 4706535 h 5096785"/>
              <a:gd name="connsiteX207" fmla="*/ 1160868 w 12192000"/>
              <a:gd name="connsiteY207" fmla="*/ 4701936 h 5096785"/>
              <a:gd name="connsiteX208" fmla="*/ 1147599 w 12192000"/>
              <a:gd name="connsiteY208" fmla="*/ 4714833 h 5096785"/>
              <a:gd name="connsiteX209" fmla="*/ 1119603 w 12192000"/>
              <a:gd name="connsiteY209" fmla="*/ 4721303 h 5096785"/>
              <a:gd name="connsiteX210" fmla="*/ 997851 w 12192000"/>
              <a:gd name="connsiteY210" fmla="*/ 4722336 h 5096785"/>
              <a:gd name="connsiteX211" fmla="*/ 976455 w 12192000"/>
              <a:gd name="connsiteY211" fmla="*/ 4726407 h 5096785"/>
              <a:gd name="connsiteX212" fmla="*/ 949939 w 12192000"/>
              <a:gd name="connsiteY212" fmla="*/ 4719699 h 5096785"/>
              <a:gd name="connsiteX213" fmla="*/ 894148 w 12192000"/>
              <a:gd name="connsiteY213" fmla="*/ 4710406 h 5096785"/>
              <a:gd name="connsiteX214" fmla="*/ 857990 w 12192000"/>
              <a:gd name="connsiteY214" fmla="*/ 4696844 h 5096785"/>
              <a:gd name="connsiteX215" fmla="*/ 848649 w 12192000"/>
              <a:gd name="connsiteY215" fmla="*/ 4704021 h 5096785"/>
              <a:gd name="connsiteX216" fmla="*/ 826436 w 12192000"/>
              <a:gd name="connsiteY216" fmla="*/ 4707421 h 5096785"/>
              <a:gd name="connsiteX217" fmla="*/ 733052 w 12192000"/>
              <a:gd name="connsiteY217" fmla="*/ 4701884 h 5096785"/>
              <a:gd name="connsiteX218" fmla="*/ 716185 w 12192000"/>
              <a:gd name="connsiteY218" fmla="*/ 4648168 h 5096785"/>
              <a:gd name="connsiteX219" fmla="*/ 582722 w 12192000"/>
              <a:gd name="connsiteY219" fmla="*/ 4658637 h 5096785"/>
              <a:gd name="connsiteX220" fmla="*/ 581118 w 12192000"/>
              <a:gd name="connsiteY220" fmla="*/ 4654120 h 5096785"/>
              <a:gd name="connsiteX221" fmla="*/ 546453 w 12192000"/>
              <a:gd name="connsiteY221" fmla="*/ 4652542 h 5096785"/>
              <a:gd name="connsiteX222" fmla="*/ 536773 w 12192000"/>
              <a:gd name="connsiteY222" fmla="*/ 4644609 h 5096785"/>
              <a:gd name="connsiteX223" fmla="*/ 388896 w 12192000"/>
              <a:gd name="connsiteY223" fmla="*/ 4619173 h 5096785"/>
              <a:gd name="connsiteX224" fmla="*/ 366479 w 12192000"/>
              <a:gd name="connsiteY224" fmla="*/ 4618896 h 5096785"/>
              <a:gd name="connsiteX225" fmla="*/ 342781 w 12192000"/>
              <a:gd name="connsiteY225" fmla="*/ 4601239 h 5096785"/>
              <a:gd name="connsiteX226" fmla="*/ 255925 w 12192000"/>
              <a:gd name="connsiteY226" fmla="*/ 4598685 h 5096785"/>
              <a:gd name="connsiteX227" fmla="*/ 226919 w 12192000"/>
              <a:gd name="connsiteY227" fmla="*/ 4598460 h 5096785"/>
              <a:gd name="connsiteX228" fmla="*/ 213925 w 12192000"/>
              <a:gd name="connsiteY228" fmla="*/ 4597783 h 5096785"/>
              <a:gd name="connsiteX229" fmla="*/ 215196 w 12192000"/>
              <a:gd name="connsiteY229" fmla="*/ 4588576 h 5096785"/>
              <a:gd name="connsiteX230" fmla="*/ 180214 w 12192000"/>
              <a:gd name="connsiteY230" fmla="*/ 4583701 h 5096785"/>
              <a:gd name="connsiteX231" fmla="*/ 83203 w 12192000"/>
              <a:gd name="connsiteY231" fmla="*/ 4531664 h 5096785"/>
              <a:gd name="connsiteX232" fmla="*/ 4106 w 12192000"/>
              <a:gd name="connsiteY232" fmla="*/ 4517202 h 5096785"/>
              <a:gd name="connsiteX233" fmla="*/ 0 w 12192000"/>
              <a:gd name="connsiteY233" fmla="*/ 4516084 h 5096785"/>
              <a:gd name="connsiteX234" fmla="*/ 0 w 12192000"/>
              <a:gd name="connsiteY234"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3947260 w 12192000"/>
              <a:gd name="connsiteY138" fmla="*/ 5041167 h 5096785"/>
              <a:gd name="connsiteX139" fmla="*/ 3931969 w 12192000"/>
              <a:gd name="connsiteY139" fmla="*/ 5035902 h 5096785"/>
              <a:gd name="connsiteX140" fmla="*/ 3929836 w 12192000"/>
              <a:gd name="connsiteY140" fmla="*/ 5036901 h 5096785"/>
              <a:gd name="connsiteX141" fmla="*/ 3911296 w 12192000"/>
              <a:gd name="connsiteY141" fmla="*/ 5035663 h 5096785"/>
              <a:gd name="connsiteX142" fmla="*/ 3907746 w 12192000"/>
              <a:gd name="connsiteY142" fmla="*/ 5032107 h 5096785"/>
              <a:gd name="connsiteX143" fmla="*/ 3895182 w 12192000"/>
              <a:gd name="connsiteY143" fmla="*/ 5030229 h 5096785"/>
              <a:gd name="connsiteX144" fmla="*/ 3870866 w 12192000"/>
              <a:gd name="connsiteY144" fmla="*/ 5023753 h 5096785"/>
              <a:gd name="connsiteX145" fmla="*/ 3865913 w 12192000"/>
              <a:gd name="connsiteY145" fmla="*/ 5025143 h 5096785"/>
              <a:gd name="connsiteX146" fmla="*/ 3828606 w 12192000"/>
              <a:gd name="connsiteY146" fmla="*/ 5019426 h 5096785"/>
              <a:gd name="connsiteX147" fmla="*/ 3827901 w 12192000"/>
              <a:gd name="connsiteY147" fmla="*/ 5020583 h 5096785"/>
              <a:gd name="connsiteX148" fmla="*/ 3816543 w 12192000"/>
              <a:gd name="connsiteY148" fmla="*/ 5024366 h 5096785"/>
              <a:gd name="connsiteX149" fmla="*/ 3795278 w 12192000"/>
              <a:gd name="connsiteY149" fmla="*/ 5028779 h 5096785"/>
              <a:gd name="connsiteX150" fmla="*/ 3743858 w 12192000"/>
              <a:gd name="connsiteY150" fmla="*/ 5054237 h 5096785"/>
              <a:gd name="connsiteX151" fmla="*/ 3704945 w 12192000"/>
              <a:gd name="connsiteY151" fmla="*/ 5048413 h 5096785"/>
              <a:gd name="connsiteX152" fmla="*/ 3696992 w 12192000"/>
              <a:gd name="connsiteY152" fmla="*/ 5047914 h 5096785"/>
              <a:gd name="connsiteX153" fmla="*/ 3696780 w 12192000"/>
              <a:gd name="connsiteY153" fmla="*/ 5048181 h 5096785"/>
              <a:gd name="connsiteX154" fmla="*/ 3688290 w 12192000"/>
              <a:gd name="connsiteY154" fmla="*/ 5048204 h 5096785"/>
              <a:gd name="connsiteX155" fmla="*/ 3682486 w 12192000"/>
              <a:gd name="connsiteY155" fmla="*/ 5047000 h 5096785"/>
              <a:gd name="connsiteX156" fmla="*/ 3667056 w 12192000"/>
              <a:gd name="connsiteY156" fmla="*/ 5046030 h 5096785"/>
              <a:gd name="connsiteX157" fmla="*/ 3661403 w 12192000"/>
              <a:gd name="connsiteY157" fmla="*/ 5047537 h 5096785"/>
              <a:gd name="connsiteX158" fmla="*/ 3658673 w 12192000"/>
              <a:gd name="connsiteY158" fmla="*/ 5050790 h 5096785"/>
              <a:gd name="connsiteX159" fmla="*/ 3657333 w 12192000"/>
              <a:gd name="connsiteY159" fmla="*/ 5050325 h 5096785"/>
              <a:gd name="connsiteX160" fmla="*/ 3626778 w 12192000"/>
              <a:gd name="connsiteY160" fmla="*/ 5057882 h 5096785"/>
              <a:gd name="connsiteX161" fmla="*/ 3560067 w 12192000"/>
              <a:gd name="connsiteY161" fmla="*/ 5064266 h 5096785"/>
              <a:gd name="connsiteX162" fmla="*/ 3522641 w 12192000"/>
              <a:gd name="connsiteY162" fmla="*/ 5063654 h 5096785"/>
              <a:gd name="connsiteX163" fmla="*/ 3419275 w 12192000"/>
              <a:gd name="connsiteY163" fmla="*/ 5066646 h 5096785"/>
              <a:gd name="connsiteX164" fmla="*/ 3314869 w 12192000"/>
              <a:gd name="connsiteY164" fmla="*/ 5073197 h 5096785"/>
              <a:gd name="connsiteX165" fmla="*/ 3259088 w 12192000"/>
              <a:gd name="connsiteY165" fmla="*/ 5096363 h 5096785"/>
              <a:gd name="connsiteX166" fmla="*/ 3253104 w 12192000"/>
              <a:gd name="connsiteY166" fmla="*/ 5096785 h 5096785"/>
              <a:gd name="connsiteX167" fmla="*/ 3238751 w 12192000"/>
              <a:gd name="connsiteY167" fmla="*/ 5092996 h 5096785"/>
              <a:gd name="connsiteX168" fmla="*/ 3233681 w 12192000"/>
              <a:gd name="connsiteY168" fmla="*/ 5090758 h 5096785"/>
              <a:gd name="connsiteX169" fmla="*/ 3225562 w 12192000"/>
              <a:gd name="connsiteY169" fmla="*/ 5089215 h 5096785"/>
              <a:gd name="connsiteX170" fmla="*/ 3225260 w 12192000"/>
              <a:gd name="connsiteY170" fmla="*/ 5089437 h 5096785"/>
              <a:gd name="connsiteX171" fmla="*/ 3217859 w 12192000"/>
              <a:gd name="connsiteY171" fmla="*/ 5087484 h 5096785"/>
              <a:gd name="connsiteX172" fmla="*/ 3182980 w 12192000"/>
              <a:gd name="connsiteY172" fmla="*/ 5074650 h 5096785"/>
              <a:gd name="connsiteX173" fmla="*/ 3055081 w 12192000"/>
              <a:gd name="connsiteY173" fmla="*/ 5080424 h 5096785"/>
              <a:gd name="connsiteX174" fmla="*/ 3049807 w 12192000"/>
              <a:gd name="connsiteY174" fmla="*/ 5080860 h 5096785"/>
              <a:gd name="connsiteX175" fmla="*/ 3029122 w 12192000"/>
              <a:gd name="connsiteY175" fmla="*/ 5070085 h 5096785"/>
              <a:gd name="connsiteX176" fmla="*/ 3017862 w 12192000"/>
              <a:gd name="connsiteY176" fmla="*/ 5065942 h 5096785"/>
              <a:gd name="connsiteX177" fmla="*/ 3015868 w 12192000"/>
              <a:gd name="connsiteY177" fmla="*/ 5061832 h 5096785"/>
              <a:gd name="connsiteX178" fmla="*/ 2998644 w 12192000"/>
              <a:gd name="connsiteY178" fmla="*/ 5057210 h 5096785"/>
              <a:gd name="connsiteX179" fmla="*/ 2996219 w 12192000"/>
              <a:gd name="connsiteY179" fmla="*/ 5057788 h 5096785"/>
              <a:gd name="connsiteX180" fmla="*/ 2983676 w 12192000"/>
              <a:gd name="connsiteY180" fmla="*/ 5049852 h 5096785"/>
              <a:gd name="connsiteX181" fmla="*/ 2903609 w 12192000"/>
              <a:gd name="connsiteY181" fmla="*/ 4998457 h 5096785"/>
              <a:gd name="connsiteX182" fmla="*/ 2758830 w 12192000"/>
              <a:gd name="connsiteY182" fmla="*/ 4974760 h 5096785"/>
              <a:gd name="connsiteX183" fmla="*/ 2532669 w 12192000"/>
              <a:gd name="connsiteY183" fmla="*/ 4940573 h 5096785"/>
              <a:gd name="connsiteX184" fmla="*/ 2389931 w 12192000"/>
              <a:gd name="connsiteY184" fmla="*/ 4905785 h 5096785"/>
              <a:gd name="connsiteX185" fmla="*/ 2335186 w 12192000"/>
              <a:gd name="connsiteY185" fmla="*/ 4902957 h 5096785"/>
              <a:gd name="connsiteX186" fmla="*/ 2273393 w 12192000"/>
              <a:gd name="connsiteY186" fmla="*/ 4883565 h 5096785"/>
              <a:gd name="connsiteX187" fmla="*/ 2269523 w 12192000"/>
              <a:gd name="connsiteY187" fmla="*/ 4884442 h 5096785"/>
              <a:gd name="connsiteX188" fmla="*/ 2256015 w 12192000"/>
              <a:gd name="connsiteY188" fmla="*/ 4883014 h 5096785"/>
              <a:gd name="connsiteX189" fmla="*/ 2249731 w 12192000"/>
              <a:gd name="connsiteY189" fmla="*/ 4888778 h 5096785"/>
              <a:gd name="connsiteX190" fmla="*/ 2227629 w 12192000"/>
              <a:gd name="connsiteY190" fmla="*/ 4891047 h 5096785"/>
              <a:gd name="connsiteX191" fmla="*/ 2203460 w 12192000"/>
              <a:gd name="connsiteY191" fmla="*/ 4886696 h 5096785"/>
              <a:gd name="connsiteX192" fmla="*/ 2091528 w 12192000"/>
              <a:gd name="connsiteY192" fmla="*/ 4859155 h 5096785"/>
              <a:gd name="connsiteX193" fmla="*/ 2022901 w 12192000"/>
              <a:gd name="connsiteY193" fmla="*/ 4846594 h 5096785"/>
              <a:gd name="connsiteX194" fmla="*/ 1994227 w 12192000"/>
              <a:gd name="connsiteY194" fmla="*/ 4847973 h 5096785"/>
              <a:gd name="connsiteX195" fmla="*/ 1955936 w 12192000"/>
              <a:gd name="connsiteY195" fmla="*/ 4845765 h 5096785"/>
              <a:gd name="connsiteX196" fmla="*/ 1741924 w 12192000"/>
              <a:gd name="connsiteY196" fmla="*/ 4808054 h 5096785"/>
              <a:gd name="connsiteX197" fmla="*/ 1734410 w 12192000"/>
              <a:gd name="connsiteY197" fmla="*/ 4811675 h 5096785"/>
              <a:gd name="connsiteX198" fmla="*/ 1691423 w 12192000"/>
              <a:gd name="connsiteY198" fmla="*/ 4802777 h 5096785"/>
              <a:gd name="connsiteX199" fmla="*/ 1554504 w 12192000"/>
              <a:gd name="connsiteY199" fmla="*/ 4739985 h 5096785"/>
              <a:gd name="connsiteX200" fmla="*/ 1470119 w 12192000"/>
              <a:gd name="connsiteY200" fmla="*/ 4723470 h 5096785"/>
              <a:gd name="connsiteX201" fmla="*/ 1437967 w 12192000"/>
              <a:gd name="connsiteY201" fmla="*/ 4722710 h 5096785"/>
              <a:gd name="connsiteX202" fmla="*/ 1295869 w 12192000"/>
              <a:gd name="connsiteY202" fmla="*/ 4726175 h 5096785"/>
              <a:gd name="connsiteX203" fmla="*/ 1292949 w 12192000"/>
              <a:gd name="connsiteY203" fmla="*/ 4684615 h 5096785"/>
              <a:gd name="connsiteX204" fmla="*/ 1244908 w 12192000"/>
              <a:gd name="connsiteY204" fmla="*/ 4706993 h 5096785"/>
              <a:gd name="connsiteX205" fmla="*/ 1171266 w 12192000"/>
              <a:gd name="connsiteY205" fmla="*/ 4706535 h 5096785"/>
              <a:gd name="connsiteX206" fmla="*/ 1160868 w 12192000"/>
              <a:gd name="connsiteY206" fmla="*/ 4701936 h 5096785"/>
              <a:gd name="connsiteX207" fmla="*/ 1147599 w 12192000"/>
              <a:gd name="connsiteY207" fmla="*/ 4714833 h 5096785"/>
              <a:gd name="connsiteX208" fmla="*/ 1119603 w 12192000"/>
              <a:gd name="connsiteY208" fmla="*/ 4721303 h 5096785"/>
              <a:gd name="connsiteX209" fmla="*/ 997851 w 12192000"/>
              <a:gd name="connsiteY209" fmla="*/ 4722336 h 5096785"/>
              <a:gd name="connsiteX210" fmla="*/ 976455 w 12192000"/>
              <a:gd name="connsiteY210" fmla="*/ 4726407 h 5096785"/>
              <a:gd name="connsiteX211" fmla="*/ 949939 w 12192000"/>
              <a:gd name="connsiteY211" fmla="*/ 4719699 h 5096785"/>
              <a:gd name="connsiteX212" fmla="*/ 894148 w 12192000"/>
              <a:gd name="connsiteY212" fmla="*/ 4710406 h 5096785"/>
              <a:gd name="connsiteX213" fmla="*/ 857990 w 12192000"/>
              <a:gd name="connsiteY213" fmla="*/ 4696844 h 5096785"/>
              <a:gd name="connsiteX214" fmla="*/ 848649 w 12192000"/>
              <a:gd name="connsiteY214" fmla="*/ 4704021 h 5096785"/>
              <a:gd name="connsiteX215" fmla="*/ 826436 w 12192000"/>
              <a:gd name="connsiteY215" fmla="*/ 4707421 h 5096785"/>
              <a:gd name="connsiteX216" fmla="*/ 733052 w 12192000"/>
              <a:gd name="connsiteY216" fmla="*/ 4701884 h 5096785"/>
              <a:gd name="connsiteX217" fmla="*/ 716185 w 12192000"/>
              <a:gd name="connsiteY217" fmla="*/ 4648168 h 5096785"/>
              <a:gd name="connsiteX218" fmla="*/ 582722 w 12192000"/>
              <a:gd name="connsiteY218" fmla="*/ 4658637 h 5096785"/>
              <a:gd name="connsiteX219" fmla="*/ 581118 w 12192000"/>
              <a:gd name="connsiteY219" fmla="*/ 4654120 h 5096785"/>
              <a:gd name="connsiteX220" fmla="*/ 546453 w 12192000"/>
              <a:gd name="connsiteY220" fmla="*/ 4652542 h 5096785"/>
              <a:gd name="connsiteX221" fmla="*/ 536773 w 12192000"/>
              <a:gd name="connsiteY221" fmla="*/ 4644609 h 5096785"/>
              <a:gd name="connsiteX222" fmla="*/ 388896 w 12192000"/>
              <a:gd name="connsiteY222" fmla="*/ 4619173 h 5096785"/>
              <a:gd name="connsiteX223" fmla="*/ 366479 w 12192000"/>
              <a:gd name="connsiteY223" fmla="*/ 4618896 h 5096785"/>
              <a:gd name="connsiteX224" fmla="*/ 342781 w 12192000"/>
              <a:gd name="connsiteY224" fmla="*/ 4601239 h 5096785"/>
              <a:gd name="connsiteX225" fmla="*/ 255925 w 12192000"/>
              <a:gd name="connsiteY225" fmla="*/ 4598685 h 5096785"/>
              <a:gd name="connsiteX226" fmla="*/ 226919 w 12192000"/>
              <a:gd name="connsiteY226" fmla="*/ 4598460 h 5096785"/>
              <a:gd name="connsiteX227" fmla="*/ 213925 w 12192000"/>
              <a:gd name="connsiteY227" fmla="*/ 4597783 h 5096785"/>
              <a:gd name="connsiteX228" fmla="*/ 215196 w 12192000"/>
              <a:gd name="connsiteY228" fmla="*/ 4588576 h 5096785"/>
              <a:gd name="connsiteX229" fmla="*/ 180214 w 12192000"/>
              <a:gd name="connsiteY229" fmla="*/ 4583701 h 5096785"/>
              <a:gd name="connsiteX230" fmla="*/ 83203 w 12192000"/>
              <a:gd name="connsiteY230" fmla="*/ 4531664 h 5096785"/>
              <a:gd name="connsiteX231" fmla="*/ 4106 w 12192000"/>
              <a:gd name="connsiteY231" fmla="*/ 4517202 h 5096785"/>
              <a:gd name="connsiteX232" fmla="*/ 0 w 12192000"/>
              <a:gd name="connsiteY232" fmla="*/ 4516084 h 5096785"/>
              <a:gd name="connsiteX233" fmla="*/ 0 w 12192000"/>
              <a:gd name="connsiteY233" fmla="*/ 0 h 5096785"/>
              <a:gd name="connsiteX0" fmla="*/ 0 w 12192000"/>
              <a:gd name="connsiteY0" fmla="*/ 0 h 5238841"/>
              <a:gd name="connsiteX1" fmla="*/ 12192000 w 12192000"/>
              <a:gd name="connsiteY1" fmla="*/ 0 h 5238841"/>
              <a:gd name="connsiteX2" fmla="*/ 12192000 w 12192000"/>
              <a:gd name="connsiteY2" fmla="*/ 3809005 h 5238841"/>
              <a:gd name="connsiteX3" fmla="*/ 12142543 w 12192000"/>
              <a:gd name="connsiteY3" fmla="*/ 3817043 h 5238841"/>
              <a:gd name="connsiteX4" fmla="*/ 12109241 w 12192000"/>
              <a:gd name="connsiteY4" fmla="*/ 3824228 h 5238841"/>
              <a:gd name="connsiteX5" fmla="*/ 11668991 w 12192000"/>
              <a:gd name="connsiteY5" fmla="*/ 3788038 h 5238841"/>
              <a:gd name="connsiteX6" fmla="*/ 11476952 w 12192000"/>
              <a:gd name="connsiteY6" fmla="*/ 3866786 h 5238841"/>
              <a:gd name="connsiteX7" fmla="*/ 11336487 w 12192000"/>
              <a:gd name="connsiteY7" fmla="*/ 3971513 h 5238841"/>
              <a:gd name="connsiteX8" fmla="*/ 11214181 w 12192000"/>
              <a:gd name="connsiteY8" fmla="*/ 4004215 h 5238841"/>
              <a:gd name="connsiteX9" fmla="*/ 11042540 w 12192000"/>
              <a:gd name="connsiteY9" fmla="*/ 4002613 h 5238841"/>
              <a:gd name="connsiteX10" fmla="*/ 10833086 w 12192000"/>
              <a:gd name="connsiteY10" fmla="*/ 3997707 h 5238841"/>
              <a:gd name="connsiteX11" fmla="*/ 10599680 w 12192000"/>
              <a:gd name="connsiteY11" fmla="*/ 3982661 h 5238841"/>
              <a:gd name="connsiteX12" fmla="*/ 10519971 w 12192000"/>
              <a:gd name="connsiteY12" fmla="*/ 3975018 h 5238841"/>
              <a:gd name="connsiteX13" fmla="*/ 10217282 w 12192000"/>
              <a:gd name="connsiteY13" fmla="*/ 4020809 h 5238841"/>
              <a:gd name="connsiteX14" fmla="*/ 9936427 w 12192000"/>
              <a:gd name="connsiteY14" fmla="*/ 4137843 h 5238841"/>
              <a:gd name="connsiteX15" fmla="*/ 9800299 w 12192000"/>
              <a:gd name="connsiteY15" fmla="*/ 4186098 h 5238841"/>
              <a:gd name="connsiteX16" fmla="*/ 9707822 w 12192000"/>
              <a:gd name="connsiteY16" fmla="*/ 4189102 h 5238841"/>
              <a:gd name="connsiteX17" fmla="*/ 9543973 w 12192000"/>
              <a:gd name="connsiteY17" fmla="*/ 4245802 h 5238841"/>
              <a:gd name="connsiteX18" fmla="*/ 9528747 w 12192000"/>
              <a:gd name="connsiteY18" fmla="*/ 4251724 h 5238841"/>
              <a:gd name="connsiteX19" fmla="*/ 9436976 w 12192000"/>
              <a:gd name="connsiteY19" fmla="*/ 4269351 h 5238841"/>
              <a:gd name="connsiteX20" fmla="*/ 9371827 w 12192000"/>
              <a:gd name="connsiteY20" fmla="*/ 4303912 h 5238841"/>
              <a:gd name="connsiteX21" fmla="*/ 9260304 w 12192000"/>
              <a:gd name="connsiteY21" fmla="*/ 4328021 h 5238841"/>
              <a:gd name="connsiteX22" fmla="*/ 9148799 w 12192000"/>
              <a:gd name="connsiteY22" fmla="*/ 4348506 h 5238841"/>
              <a:gd name="connsiteX23" fmla="*/ 9107898 w 12192000"/>
              <a:gd name="connsiteY23" fmla="*/ 4354282 h 5238841"/>
              <a:gd name="connsiteX24" fmla="*/ 8990743 w 12192000"/>
              <a:gd name="connsiteY24" fmla="*/ 4382161 h 5238841"/>
              <a:gd name="connsiteX25" fmla="*/ 8979819 w 12192000"/>
              <a:gd name="connsiteY25" fmla="*/ 4366419 h 5238841"/>
              <a:gd name="connsiteX26" fmla="*/ 8936044 w 12192000"/>
              <a:gd name="connsiteY26" fmla="*/ 4370992 h 5238841"/>
              <a:gd name="connsiteX27" fmla="*/ 8897707 w 12192000"/>
              <a:gd name="connsiteY27" fmla="*/ 4392673 h 5238841"/>
              <a:gd name="connsiteX28" fmla="*/ 8845635 w 12192000"/>
              <a:gd name="connsiteY28" fmla="*/ 4404300 h 5238841"/>
              <a:gd name="connsiteX29" fmla="*/ 8814562 w 12192000"/>
              <a:gd name="connsiteY29" fmla="*/ 4411434 h 5238841"/>
              <a:gd name="connsiteX30" fmla="*/ 8726349 w 12192000"/>
              <a:gd name="connsiteY30" fmla="*/ 4416668 h 5238841"/>
              <a:gd name="connsiteX31" fmla="*/ 8566678 w 12192000"/>
              <a:gd name="connsiteY31" fmla="*/ 4391711 h 5238841"/>
              <a:gd name="connsiteX32" fmla="*/ 8521516 w 12192000"/>
              <a:gd name="connsiteY32" fmla="*/ 4393927 h 5238841"/>
              <a:gd name="connsiteX33" fmla="*/ 8515998 w 12192000"/>
              <a:gd name="connsiteY33" fmla="*/ 4399124 h 5238841"/>
              <a:gd name="connsiteX34" fmla="*/ 8449547 w 12192000"/>
              <a:gd name="connsiteY34" fmla="*/ 4383170 h 5238841"/>
              <a:gd name="connsiteX35" fmla="*/ 8360285 w 12192000"/>
              <a:gd name="connsiteY35" fmla="*/ 4398502 h 5238841"/>
              <a:gd name="connsiteX36" fmla="*/ 8256584 w 12192000"/>
              <a:gd name="connsiteY36" fmla="*/ 4423564 h 5238841"/>
              <a:gd name="connsiteX37" fmla="*/ 8229821 w 12192000"/>
              <a:gd name="connsiteY37" fmla="*/ 4431840 h 5238841"/>
              <a:gd name="connsiteX38" fmla="*/ 8158476 w 12192000"/>
              <a:gd name="connsiteY38" fmla="*/ 4436904 h 5238841"/>
              <a:gd name="connsiteX39" fmla="*/ 7993707 w 12192000"/>
              <a:gd name="connsiteY39" fmla="*/ 4447962 h 5238841"/>
              <a:gd name="connsiteX40" fmla="*/ 7990346 w 12192000"/>
              <a:gd name="connsiteY40" fmla="*/ 4454853 h 5238841"/>
              <a:gd name="connsiteX41" fmla="*/ 7976786 w 12192000"/>
              <a:gd name="connsiteY41" fmla="*/ 4456820 h 5238841"/>
              <a:gd name="connsiteX42" fmla="*/ 7973491 w 12192000"/>
              <a:gd name="connsiteY42" fmla="*/ 4458577 h 5238841"/>
              <a:gd name="connsiteX43" fmla="*/ 7954281 w 12192000"/>
              <a:gd name="connsiteY43" fmla="*/ 4467421 h 5238841"/>
              <a:gd name="connsiteX44" fmla="*/ 7905540 w 12192000"/>
              <a:gd name="connsiteY44" fmla="*/ 4455628 h 5238841"/>
              <a:gd name="connsiteX45" fmla="*/ 7851932 w 12192000"/>
              <a:gd name="connsiteY45" fmla="*/ 4466353 h 5238841"/>
              <a:gd name="connsiteX46" fmla="*/ 7639078 w 12192000"/>
              <a:gd name="connsiteY46" fmla="*/ 4467635 h 5238841"/>
              <a:gd name="connsiteX47" fmla="*/ 7612359 w 12192000"/>
              <a:gd name="connsiteY47" fmla="*/ 4492789 h 5238841"/>
              <a:gd name="connsiteX48" fmla="*/ 7527328 w 12192000"/>
              <a:gd name="connsiteY48" fmla="*/ 4502199 h 5238841"/>
              <a:gd name="connsiteX49" fmla="*/ 7388717 w 12192000"/>
              <a:gd name="connsiteY49" fmla="*/ 4470799 h 5238841"/>
              <a:gd name="connsiteX50" fmla="*/ 7231898 w 12192000"/>
              <a:gd name="connsiteY50" fmla="*/ 4486028 h 5238841"/>
              <a:gd name="connsiteX51" fmla="*/ 7218425 w 12192000"/>
              <a:gd name="connsiteY51" fmla="*/ 4477288 h 5238841"/>
              <a:gd name="connsiteX52" fmla="*/ 7202795 w 12192000"/>
              <a:gd name="connsiteY52" fmla="*/ 4472972 h 5238841"/>
              <a:gd name="connsiteX53" fmla="*/ 7200744 w 12192000"/>
              <a:gd name="connsiteY53" fmla="*/ 4474099 h 5238841"/>
              <a:gd name="connsiteX54" fmla="*/ 7182163 w 12192000"/>
              <a:gd name="connsiteY54" fmla="*/ 4474005 h 5238841"/>
              <a:gd name="connsiteX55" fmla="*/ 7178368 w 12192000"/>
              <a:gd name="connsiteY55" fmla="*/ 4470673 h 5238841"/>
              <a:gd name="connsiteX56" fmla="*/ 7165705 w 12192000"/>
              <a:gd name="connsiteY56" fmla="*/ 4469569 h 5238841"/>
              <a:gd name="connsiteX57" fmla="*/ 7140991 w 12192000"/>
              <a:gd name="connsiteY57" fmla="*/ 4464599 h 5238841"/>
              <a:gd name="connsiteX58" fmla="*/ 7136152 w 12192000"/>
              <a:gd name="connsiteY58" fmla="*/ 4466292 h 5238841"/>
              <a:gd name="connsiteX59" fmla="*/ 7098544 w 12192000"/>
              <a:gd name="connsiteY59" fmla="*/ 4462879 h 5238841"/>
              <a:gd name="connsiteX60" fmla="*/ 7097922 w 12192000"/>
              <a:gd name="connsiteY60" fmla="*/ 4464077 h 5238841"/>
              <a:gd name="connsiteX61" fmla="*/ 7086877 w 12192000"/>
              <a:gd name="connsiteY61" fmla="*/ 4468554 h 5238841"/>
              <a:gd name="connsiteX62" fmla="*/ 7065999 w 12192000"/>
              <a:gd name="connsiteY62" fmla="*/ 4474270 h 5238841"/>
              <a:gd name="connsiteX63" fmla="*/ 7016598 w 12192000"/>
              <a:gd name="connsiteY63" fmla="*/ 4502855 h 5238841"/>
              <a:gd name="connsiteX64" fmla="*/ 6977375 w 12192000"/>
              <a:gd name="connsiteY64" fmla="*/ 4499434 h 5238841"/>
              <a:gd name="connsiteX65" fmla="*/ 6969409 w 12192000"/>
              <a:gd name="connsiteY65" fmla="*/ 4499424 h 5238841"/>
              <a:gd name="connsiteX66" fmla="*/ 6969218 w 12192000"/>
              <a:gd name="connsiteY66" fmla="*/ 4499704 h 5238841"/>
              <a:gd name="connsiteX67" fmla="*/ 6960755 w 12192000"/>
              <a:gd name="connsiteY67" fmla="*/ 4500249 h 5238841"/>
              <a:gd name="connsiteX68" fmla="*/ 6954882 w 12192000"/>
              <a:gd name="connsiteY68" fmla="*/ 4499405 h 5238841"/>
              <a:gd name="connsiteX69" fmla="*/ 6939428 w 12192000"/>
              <a:gd name="connsiteY69" fmla="*/ 4499385 h 5238841"/>
              <a:gd name="connsiteX70" fmla="*/ 6933902 w 12192000"/>
              <a:gd name="connsiteY70" fmla="*/ 4501239 h 5238841"/>
              <a:gd name="connsiteX71" fmla="*/ 6891244 w 12192000"/>
              <a:gd name="connsiteY71" fmla="*/ 4536371 h 5238841"/>
              <a:gd name="connsiteX72" fmla="*/ 6794496 w 12192000"/>
              <a:gd name="connsiteY72" fmla="*/ 4567924 h 5238841"/>
              <a:gd name="connsiteX73" fmla="*/ 6574528 w 12192000"/>
              <a:gd name="connsiteY73" fmla="*/ 4641155 h 5238841"/>
              <a:gd name="connsiteX74" fmla="*/ 6573036 w 12192000"/>
              <a:gd name="connsiteY74" fmla="*/ 4641049 h 5238841"/>
              <a:gd name="connsiteX75" fmla="*/ 6571920 w 12192000"/>
              <a:gd name="connsiteY75" fmla="*/ 4644739 h 5238841"/>
              <a:gd name="connsiteX76" fmla="*/ 6552021 w 12192000"/>
              <a:gd name="connsiteY76" fmla="*/ 4650379 h 5238841"/>
              <a:gd name="connsiteX77" fmla="*/ 6545925 w 12192000"/>
              <a:gd name="connsiteY77" fmla="*/ 4650675 h 5238841"/>
              <a:gd name="connsiteX78" fmla="*/ 6537822 w 12192000"/>
              <a:gd name="connsiteY78" fmla="*/ 4652769 h 5238841"/>
              <a:gd name="connsiteX79" fmla="*/ 6537743 w 12192000"/>
              <a:gd name="connsiteY79" fmla="*/ 4653068 h 5238841"/>
              <a:gd name="connsiteX80" fmla="*/ 6490057 w 12192000"/>
              <a:gd name="connsiteY80" fmla="*/ 4658624 h 5238841"/>
              <a:gd name="connsiteX81" fmla="*/ 6386800 w 12192000"/>
              <a:gd name="connsiteY81" fmla="*/ 4715431 h 5238841"/>
              <a:gd name="connsiteX82" fmla="*/ 6382703 w 12192000"/>
              <a:gd name="connsiteY82" fmla="*/ 4717930 h 5238841"/>
              <a:gd name="connsiteX83" fmla="*/ 6356495 w 12192000"/>
              <a:gd name="connsiteY83" fmla="*/ 4717843 h 5238841"/>
              <a:gd name="connsiteX84" fmla="*/ 6343628 w 12192000"/>
              <a:gd name="connsiteY84" fmla="*/ 4719161 h 5238841"/>
              <a:gd name="connsiteX85" fmla="*/ 6338605 w 12192000"/>
              <a:gd name="connsiteY85" fmla="*/ 4716723 h 5238841"/>
              <a:gd name="connsiteX86" fmla="*/ 6320318 w 12192000"/>
              <a:gd name="connsiteY86" fmla="*/ 4720095 h 5238841"/>
              <a:gd name="connsiteX87" fmla="*/ 6318742 w 12192000"/>
              <a:gd name="connsiteY87" fmla="*/ 4721541 h 5238841"/>
              <a:gd name="connsiteX88" fmla="*/ 6301708 w 12192000"/>
              <a:gd name="connsiteY88" fmla="*/ 4720380 h 5238841"/>
              <a:gd name="connsiteX89" fmla="*/ 6285082 w 12192000"/>
              <a:gd name="connsiteY89" fmla="*/ 4714639 h 5238841"/>
              <a:gd name="connsiteX90" fmla="*/ 6136936 w 12192000"/>
              <a:gd name="connsiteY90" fmla="*/ 4758246 h 5238841"/>
              <a:gd name="connsiteX91" fmla="*/ 5988578 w 12192000"/>
              <a:gd name="connsiteY91" fmla="*/ 4754427 h 5238841"/>
              <a:gd name="connsiteX92" fmla="*/ 5908701 w 12192000"/>
              <a:gd name="connsiteY92" fmla="*/ 4779160 h 5238841"/>
              <a:gd name="connsiteX93" fmla="*/ 5892219 w 12192000"/>
              <a:gd name="connsiteY93" fmla="*/ 4807892 h 5238841"/>
              <a:gd name="connsiteX94" fmla="*/ 5683612 w 12192000"/>
              <a:gd name="connsiteY94" fmla="*/ 4848770 h 5238841"/>
              <a:gd name="connsiteX95" fmla="*/ 5635111 w 12192000"/>
              <a:gd name="connsiteY95" fmla="*/ 4868888 h 5238841"/>
              <a:gd name="connsiteX96" fmla="*/ 5582652 w 12192000"/>
              <a:gd name="connsiteY96" fmla="*/ 4866836 h 5238841"/>
              <a:gd name="connsiteX97" fmla="*/ 5567213 w 12192000"/>
              <a:gd name="connsiteY97" fmla="*/ 4878769 h 5238841"/>
              <a:gd name="connsiteX98" fmla="*/ 5564659 w 12192000"/>
              <a:gd name="connsiteY98" fmla="*/ 4881042 h 5238841"/>
              <a:gd name="connsiteX99" fmla="*/ 5552102 w 12192000"/>
              <a:gd name="connsiteY99" fmla="*/ 4885426 h 5238841"/>
              <a:gd name="connsiteX100" fmla="*/ 5551475 w 12192000"/>
              <a:gd name="connsiteY100" fmla="*/ 4892560 h 5238841"/>
              <a:gd name="connsiteX101" fmla="*/ 5534664 w 12192000"/>
              <a:gd name="connsiteY101" fmla="*/ 4903385 h 5238841"/>
              <a:gd name="connsiteX102" fmla="*/ 5510737 w 12192000"/>
              <a:gd name="connsiteY102" fmla="*/ 4909807 h 5238841"/>
              <a:gd name="connsiteX103" fmla="*/ 5393901 w 12192000"/>
              <a:gd name="connsiteY103" fmla="*/ 4933709 h 5238841"/>
              <a:gd name="connsiteX104" fmla="*/ 5325782 w 12192000"/>
              <a:gd name="connsiteY104" fmla="*/ 4951789 h 5238841"/>
              <a:gd name="connsiteX105" fmla="*/ 5302703 w 12192000"/>
              <a:gd name="connsiteY105" fmla="*/ 4964590 h 5238841"/>
              <a:gd name="connsiteX106" fmla="*/ 5268591 w 12192000"/>
              <a:gd name="connsiteY106" fmla="*/ 4978479 h 5238841"/>
              <a:gd name="connsiteX107" fmla="*/ 5210559 w 12192000"/>
              <a:gd name="connsiteY107" fmla="*/ 5007585 h 5238841"/>
              <a:gd name="connsiteX108" fmla="*/ 5177597 w 12192000"/>
              <a:gd name="connsiteY108" fmla="*/ 5015926 h 5238841"/>
              <a:gd name="connsiteX109" fmla="*/ 5160569 w 12192000"/>
              <a:gd name="connsiteY109" fmla="*/ 5025681 h 5238841"/>
              <a:gd name="connsiteX110" fmla="*/ 5152748 w 12192000"/>
              <a:gd name="connsiteY110" fmla="*/ 5026569 h 5238841"/>
              <a:gd name="connsiteX111" fmla="*/ 5127678 w 12192000"/>
              <a:gd name="connsiteY111" fmla="*/ 5032947 h 5238841"/>
              <a:gd name="connsiteX112" fmla="*/ 5113147 w 12192000"/>
              <a:gd name="connsiteY112" fmla="*/ 5035818 h 5238841"/>
              <a:gd name="connsiteX113" fmla="*/ 5107301 w 12192000"/>
              <a:gd name="connsiteY113" fmla="*/ 5036672 h 5238841"/>
              <a:gd name="connsiteX114" fmla="*/ 5093215 w 12192000"/>
              <a:gd name="connsiteY114" fmla="*/ 5032880 h 5238841"/>
              <a:gd name="connsiteX115" fmla="*/ 5077058 w 12192000"/>
              <a:gd name="connsiteY115" fmla="*/ 5038681 h 5238841"/>
              <a:gd name="connsiteX116" fmla="*/ 5057349 w 12192000"/>
              <a:gd name="connsiteY116" fmla="*/ 5036015 h 5238841"/>
              <a:gd name="connsiteX117" fmla="*/ 5053945 w 12192000"/>
              <a:gd name="connsiteY117" fmla="*/ 5041952 h 5238841"/>
              <a:gd name="connsiteX118" fmla="*/ 5040021 w 12192000"/>
              <a:gd name="connsiteY118" fmla="*/ 5050052 h 5238841"/>
              <a:gd name="connsiteX119" fmla="*/ 5025913 w 12192000"/>
              <a:gd name="connsiteY119" fmla="*/ 5046535 h 5238841"/>
              <a:gd name="connsiteX120" fmla="*/ 4998218 w 12192000"/>
              <a:gd name="connsiteY120" fmla="*/ 5048065 h 5238841"/>
              <a:gd name="connsiteX121" fmla="*/ 4991008 w 12192000"/>
              <a:gd name="connsiteY121" fmla="*/ 5050439 h 5238841"/>
              <a:gd name="connsiteX122" fmla="*/ 4963503 w 12192000"/>
              <a:gd name="connsiteY122" fmla="*/ 5047575 h 5238841"/>
              <a:gd name="connsiteX123" fmla="*/ 4921053 w 12192000"/>
              <a:gd name="connsiteY123" fmla="*/ 5048925 h 5238841"/>
              <a:gd name="connsiteX124" fmla="*/ 4873420 w 12192000"/>
              <a:gd name="connsiteY124" fmla="*/ 5054929 h 5238841"/>
              <a:gd name="connsiteX125" fmla="*/ 4858825 w 12192000"/>
              <a:gd name="connsiteY125" fmla="*/ 5051329 h 5238841"/>
              <a:gd name="connsiteX126" fmla="*/ 4769340 w 12192000"/>
              <a:gd name="connsiteY126" fmla="*/ 5053090 h 5238841"/>
              <a:gd name="connsiteX127" fmla="*/ 4744152 w 12192000"/>
              <a:gd name="connsiteY127" fmla="*/ 5053391 h 5238841"/>
              <a:gd name="connsiteX128" fmla="*/ 4723556 w 12192000"/>
              <a:gd name="connsiteY128" fmla="*/ 5059633 h 5238841"/>
              <a:gd name="connsiteX129" fmla="*/ 4719699 w 12192000"/>
              <a:gd name="connsiteY129" fmla="*/ 5066298 h 5238841"/>
              <a:gd name="connsiteX130" fmla="*/ 4706016 w 12192000"/>
              <a:gd name="connsiteY130" fmla="*/ 5067422 h 5238841"/>
              <a:gd name="connsiteX131" fmla="*/ 4702593 w 12192000"/>
              <a:gd name="connsiteY131" fmla="*/ 5068973 h 5238841"/>
              <a:gd name="connsiteX132" fmla="*/ 4682766 w 12192000"/>
              <a:gd name="connsiteY132" fmla="*/ 5076609 h 5238841"/>
              <a:gd name="connsiteX133" fmla="*/ 4634960 w 12192000"/>
              <a:gd name="connsiteY133" fmla="*/ 5061852 h 5238841"/>
              <a:gd name="connsiteX134" fmla="*/ 4580645 w 12192000"/>
              <a:gd name="connsiteY134" fmla="*/ 5069246 h 5238841"/>
              <a:gd name="connsiteX135" fmla="*/ 4368005 w 12192000"/>
              <a:gd name="connsiteY135" fmla="*/ 5057426 h 5238841"/>
              <a:gd name="connsiteX136" fmla="*/ 4339489 w 12192000"/>
              <a:gd name="connsiteY136" fmla="*/ 5080858 h 5238841"/>
              <a:gd name="connsiteX137" fmla="*/ 4253895 w 12192000"/>
              <a:gd name="connsiteY137" fmla="*/ 5085008 h 5238841"/>
              <a:gd name="connsiteX138" fmla="*/ 3947260 w 12192000"/>
              <a:gd name="connsiteY138" fmla="*/ 5041167 h 5238841"/>
              <a:gd name="connsiteX139" fmla="*/ 3931969 w 12192000"/>
              <a:gd name="connsiteY139" fmla="*/ 5035902 h 5238841"/>
              <a:gd name="connsiteX140" fmla="*/ 3929836 w 12192000"/>
              <a:gd name="connsiteY140" fmla="*/ 5036901 h 5238841"/>
              <a:gd name="connsiteX141" fmla="*/ 3911296 w 12192000"/>
              <a:gd name="connsiteY141" fmla="*/ 5035663 h 5238841"/>
              <a:gd name="connsiteX142" fmla="*/ 3955454 w 12192000"/>
              <a:gd name="connsiteY142" fmla="*/ 5238841 h 5238841"/>
              <a:gd name="connsiteX143" fmla="*/ 3895182 w 12192000"/>
              <a:gd name="connsiteY143" fmla="*/ 5030229 h 5238841"/>
              <a:gd name="connsiteX144" fmla="*/ 3870866 w 12192000"/>
              <a:gd name="connsiteY144" fmla="*/ 5023753 h 5238841"/>
              <a:gd name="connsiteX145" fmla="*/ 3865913 w 12192000"/>
              <a:gd name="connsiteY145" fmla="*/ 5025143 h 5238841"/>
              <a:gd name="connsiteX146" fmla="*/ 3828606 w 12192000"/>
              <a:gd name="connsiteY146" fmla="*/ 5019426 h 5238841"/>
              <a:gd name="connsiteX147" fmla="*/ 3827901 w 12192000"/>
              <a:gd name="connsiteY147" fmla="*/ 5020583 h 5238841"/>
              <a:gd name="connsiteX148" fmla="*/ 3816543 w 12192000"/>
              <a:gd name="connsiteY148" fmla="*/ 5024366 h 5238841"/>
              <a:gd name="connsiteX149" fmla="*/ 3795278 w 12192000"/>
              <a:gd name="connsiteY149" fmla="*/ 5028779 h 5238841"/>
              <a:gd name="connsiteX150" fmla="*/ 3743858 w 12192000"/>
              <a:gd name="connsiteY150" fmla="*/ 5054237 h 5238841"/>
              <a:gd name="connsiteX151" fmla="*/ 3704945 w 12192000"/>
              <a:gd name="connsiteY151" fmla="*/ 5048413 h 5238841"/>
              <a:gd name="connsiteX152" fmla="*/ 3696992 w 12192000"/>
              <a:gd name="connsiteY152" fmla="*/ 5047914 h 5238841"/>
              <a:gd name="connsiteX153" fmla="*/ 3696780 w 12192000"/>
              <a:gd name="connsiteY153" fmla="*/ 5048181 h 5238841"/>
              <a:gd name="connsiteX154" fmla="*/ 3688290 w 12192000"/>
              <a:gd name="connsiteY154" fmla="*/ 5048204 h 5238841"/>
              <a:gd name="connsiteX155" fmla="*/ 3682486 w 12192000"/>
              <a:gd name="connsiteY155" fmla="*/ 5047000 h 5238841"/>
              <a:gd name="connsiteX156" fmla="*/ 3667056 w 12192000"/>
              <a:gd name="connsiteY156" fmla="*/ 5046030 h 5238841"/>
              <a:gd name="connsiteX157" fmla="*/ 3661403 w 12192000"/>
              <a:gd name="connsiteY157" fmla="*/ 5047537 h 5238841"/>
              <a:gd name="connsiteX158" fmla="*/ 3658673 w 12192000"/>
              <a:gd name="connsiteY158" fmla="*/ 5050790 h 5238841"/>
              <a:gd name="connsiteX159" fmla="*/ 3657333 w 12192000"/>
              <a:gd name="connsiteY159" fmla="*/ 5050325 h 5238841"/>
              <a:gd name="connsiteX160" fmla="*/ 3626778 w 12192000"/>
              <a:gd name="connsiteY160" fmla="*/ 5057882 h 5238841"/>
              <a:gd name="connsiteX161" fmla="*/ 3560067 w 12192000"/>
              <a:gd name="connsiteY161" fmla="*/ 5064266 h 5238841"/>
              <a:gd name="connsiteX162" fmla="*/ 3522641 w 12192000"/>
              <a:gd name="connsiteY162" fmla="*/ 5063654 h 5238841"/>
              <a:gd name="connsiteX163" fmla="*/ 3419275 w 12192000"/>
              <a:gd name="connsiteY163" fmla="*/ 5066646 h 5238841"/>
              <a:gd name="connsiteX164" fmla="*/ 3314869 w 12192000"/>
              <a:gd name="connsiteY164" fmla="*/ 5073197 h 5238841"/>
              <a:gd name="connsiteX165" fmla="*/ 3259088 w 12192000"/>
              <a:gd name="connsiteY165" fmla="*/ 5096363 h 5238841"/>
              <a:gd name="connsiteX166" fmla="*/ 3253104 w 12192000"/>
              <a:gd name="connsiteY166" fmla="*/ 5096785 h 5238841"/>
              <a:gd name="connsiteX167" fmla="*/ 3238751 w 12192000"/>
              <a:gd name="connsiteY167" fmla="*/ 5092996 h 5238841"/>
              <a:gd name="connsiteX168" fmla="*/ 3233681 w 12192000"/>
              <a:gd name="connsiteY168" fmla="*/ 5090758 h 5238841"/>
              <a:gd name="connsiteX169" fmla="*/ 3225562 w 12192000"/>
              <a:gd name="connsiteY169" fmla="*/ 5089215 h 5238841"/>
              <a:gd name="connsiteX170" fmla="*/ 3225260 w 12192000"/>
              <a:gd name="connsiteY170" fmla="*/ 5089437 h 5238841"/>
              <a:gd name="connsiteX171" fmla="*/ 3217859 w 12192000"/>
              <a:gd name="connsiteY171" fmla="*/ 5087484 h 5238841"/>
              <a:gd name="connsiteX172" fmla="*/ 3182980 w 12192000"/>
              <a:gd name="connsiteY172" fmla="*/ 5074650 h 5238841"/>
              <a:gd name="connsiteX173" fmla="*/ 3055081 w 12192000"/>
              <a:gd name="connsiteY173" fmla="*/ 5080424 h 5238841"/>
              <a:gd name="connsiteX174" fmla="*/ 3049807 w 12192000"/>
              <a:gd name="connsiteY174" fmla="*/ 5080860 h 5238841"/>
              <a:gd name="connsiteX175" fmla="*/ 3029122 w 12192000"/>
              <a:gd name="connsiteY175" fmla="*/ 5070085 h 5238841"/>
              <a:gd name="connsiteX176" fmla="*/ 3017862 w 12192000"/>
              <a:gd name="connsiteY176" fmla="*/ 5065942 h 5238841"/>
              <a:gd name="connsiteX177" fmla="*/ 3015868 w 12192000"/>
              <a:gd name="connsiteY177" fmla="*/ 5061832 h 5238841"/>
              <a:gd name="connsiteX178" fmla="*/ 2998644 w 12192000"/>
              <a:gd name="connsiteY178" fmla="*/ 5057210 h 5238841"/>
              <a:gd name="connsiteX179" fmla="*/ 2996219 w 12192000"/>
              <a:gd name="connsiteY179" fmla="*/ 5057788 h 5238841"/>
              <a:gd name="connsiteX180" fmla="*/ 2983676 w 12192000"/>
              <a:gd name="connsiteY180" fmla="*/ 5049852 h 5238841"/>
              <a:gd name="connsiteX181" fmla="*/ 2903609 w 12192000"/>
              <a:gd name="connsiteY181" fmla="*/ 4998457 h 5238841"/>
              <a:gd name="connsiteX182" fmla="*/ 2758830 w 12192000"/>
              <a:gd name="connsiteY182" fmla="*/ 4974760 h 5238841"/>
              <a:gd name="connsiteX183" fmla="*/ 2532669 w 12192000"/>
              <a:gd name="connsiteY183" fmla="*/ 4940573 h 5238841"/>
              <a:gd name="connsiteX184" fmla="*/ 2389931 w 12192000"/>
              <a:gd name="connsiteY184" fmla="*/ 4905785 h 5238841"/>
              <a:gd name="connsiteX185" fmla="*/ 2335186 w 12192000"/>
              <a:gd name="connsiteY185" fmla="*/ 4902957 h 5238841"/>
              <a:gd name="connsiteX186" fmla="*/ 2273393 w 12192000"/>
              <a:gd name="connsiteY186" fmla="*/ 4883565 h 5238841"/>
              <a:gd name="connsiteX187" fmla="*/ 2269523 w 12192000"/>
              <a:gd name="connsiteY187" fmla="*/ 4884442 h 5238841"/>
              <a:gd name="connsiteX188" fmla="*/ 2256015 w 12192000"/>
              <a:gd name="connsiteY188" fmla="*/ 4883014 h 5238841"/>
              <a:gd name="connsiteX189" fmla="*/ 2249731 w 12192000"/>
              <a:gd name="connsiteY189" fmla="*/ 4888778 h 5238841"/>
              <a:gd name="connsiteX190" fmla="*/ 2227629 w 12192000"/>
              <a:gd name="connsiteY190" fmla="*/ 4891047 h 5238841"/>
              <a:gd name="connsiteX191" fmla="*/ 2203460 w 12192000"/>
              <a:gd name="connsiteY191" fmla="*/ 4886696 h 5238841"/>
              <a:gd name="connsiteX192" fmla="*/ 2091528 w 12192000"/>
              <a:gd name="connsiteY192" fmla="*/ 4859155 h 5238841"/>
              <a:gd name="connsiteX193" fmla="*/ 2022901 w 12192000"/>
              <a:gd name="connsiteY193" fmla="*/ 4846594 h 5238841"/>
              <a:gd name="connsiteX194" fmla="*/ 1994227 w 12192000"/>
              <a:gd name="connsiteY194" fmla="*/ 4847973 h 5238841"/>
              <a:gd name="connsiteX195" fmla="*/ 1955936 w 12192000"/>
              <a:gd name="connsiteY195" fmla="*/ 4845765 h 5238841"/>
              <a:gd name="connsiteX196" fmla="*/ 1741924 w 12192000"/>
              <a:gd name="connsiteY196" fmla="*/ 4808054 h 5238841"/>
              <a:gd name="connsiteX197" fmla="*/ 1734410 w 12192000"/>
              <a:gd name="connsiteY197" fmla="*/ 4811675 h 5238841"/>
              <a:gd name="connsiteX198" fmla="*/ 1691423 w 12192000"/>
              <a:gd name="connsiteY198" fmla="*/ 4802777 h 5238841"/>
              <a:gd name="connsiteX199" fmla="*/ 1554504 w 12192000"/>
              <a:gd name="connsiteY199" fmla="*/ 4739985 h 5238841"/>
              <a:gd name="connsiteX200" fmla="*/ 1470119 w 12192000"/>
              <a:gd name="connsiteY200" fmla="*/ 4723470 h 5238841"/>
              <a:gd name="connsiteX201" fmla="*/ 1437967 w 12192000"/>
              <a:gd name="connsiteY201" fmla="*/ 4722710 h 5238841"/>
              <a:gd name="connsiteX202" fmla="*/ 1295869 w 12192000"/>
              <a:gd name="connsiteY202" fmla="*/ 4726175 h 5238841"/>
              <a:gd name="connsiteX203" fmla="*/ 1292949 w 12192000"/>
              <a:gd name="connsiteY203" fmla="*/ 4684615 h 5238841"/>
              <a:gd name="connsiteX204" fmla="*/ 1244908 w 12192000"/>
              <a:gd name="connsiteY204" fmla="*/ 4706993 h 5238841"/>
              <a:gd name="connsiteX205" fmla="*/ 1171266 w 12192000"/>
              <a:gd name="connsiteY205" fmla="*/ 4706535 h 5238841"/>
              <a:gd name="connsiteX206" fmla="*/ 1160868 w 12192000"/>
              <a:gd name="connsiteY206" fmla="*/ 4701936 h 5238841"/>
              <a:gd name="connsiteX207" fmla="*/ 1147599 w 12192000"/>
              <a:gd name="connsiteY207" fmla="*/ 4714833 h 5238841"/>
              <a:gd name="connsiteX208" fmla="*/ 1119603 w 12192000"/>
              <a:gd name="connsiteY208" fmla="*/ 4721303 h 5238841"/>
              <a:gd name="connsiteX209" fmla="*/ 997851 w 12192000"/>
              <a:gd name="connsiteY209" fmla="*/ 4722336 h 5238841"/>
              <a:gd name="connsiteX210" fmla="*/ 976455 w 12192000"/>
              <a:gd name="connsiteY210" fmla="*/ 4726407 h 5238841"/>
              <a:gd name="connsiteX211" fmla="*/ 949939 w 12192000"/>
              <a:gd name="connsiteY211" fmla="*/ 4719699 h 5238841"/>
              <a:gd name="connsiteX212" fmla="*/ 894148 w 12192000"/>
              <a:gd name="connsiteY212" fmla="*/ 4710406 h 5238841"/>
              <a:gd name="connsiteX213" fmla="*/ 857990 w 12192000"/>
              <a:gd name="connsiteY213" fmla="*/ 4696844 h 5238841"/>
              <a:gd name="connsiteX214" fmla="*/ 848649 w 12192000"/>
              <a:gd name="connsiteY214" fmla="*/ 4704021 h 5238841"/>
              <a:gd name="connsiteX215" fmla="*/ 826436 w 12192000"/>
              <a:gd name="connsiteY215" fmla="*/ 4707421 h 5238841"/>
              <a:gd name="connsiteX216" fmla="*/ 733052 w 12192000"/>
              <a:gd name="connsiteY216" fmla="*/ 4701884 h 5238841"/>
              <a:gd name="connsiteX217" fmla="*/ 716185 w 12192000"/>
              <a:gd name="connsiteY217" fmla="*/ 4648168 h 5238841"/>
              <a:gd name="connsiteX218" fmla="*/ 582722 w 12192000"/>
              <a:gd name="connsiteY218" fmla="*/ 4658637 h 5238841"/>
              <a:gd name="connsiteX219" fmla="*/ 581118 w 12192000"/>
              <a:gd name="connsiteY219" fmla="*/ 4654120 h 5238841"/>
              <a:gd name="connsiteX220" fmla="*/ 546453 w 12192000"/>
              <a:gd name="connsiteY220" fmla="*/ 4652542 h 5238841"/>
              <a:gd name="connsiteX221" fmla="*/ 536773 w 12192000"/>
              <a:gd name="connsiteY221" fmla="*/ 4644609 h 5238841"/>
              <a:gd name="connsiteX222" fmla="*/ 388896 w 12192000"/>
              <a:gd name="connsiteY222" fmla="*/ 4619173 h 5238841"/>
              <a:gd name="connsiteX223" fmla="*/ 366479 w 12192000"/>
              <a:gd name="connsiteY223" fmla="*/ 4618896 h 5238841"/>
              <a:gd name="connsiteX224" fmla="*/ 342781 w 12192000"/>
              <a:gd name="connsiteY224" fmla="*/ 4601239 h 5238841"/>
              <a:gd name="connsiteX225" fmla="*/ 255925 w 12192000"/>
              <a:gd name="connsiteY225" fmla="*/ 4598685 h 5238841"/>
              <a:gd name="connsiteX226" fmla="*/ 226919 w 12192000"/>
              <a:gd name="connsiteY226" fmla="*/ 4598460 h 5238841"/>
              <a:gd name="connsiteX227" fmla="*/ 213925 w 12192000"/>
              <a:gd name="connsiteY227" fmla="*/ 4597783 h 5238841"/>
              <a:gd name="connsiteX228" fmla="*/ 215196 w 12192000"/>
              <a:gd name="connsiteY228" fmla="*/ 4588576 h 5238841"/>
              <a:gd name="connsiteX229" fmla="*/ 180214 w 12192000"/>
              <a:gd name="connsiteY229" fmla="*/ 4583701 h 5238841"/>
              <a:gd name="connsiteX230" fmla="*/ 83203 w 12192000"/>
              <a:gd name="connsiteY230" fmla="*/ 4531664 h 5238841"/>
              <a:gd name="connsiteX231" fmla="*/ 4106 w 12192000"/>
              <a:gd name="connsiteY231" fmla="*/ 4517202 h 5238841"/>
              <a:gd name="connsiteX232" fmla="*/ 0 w 12192000"/>
              <a:gd name="connsiteY232" fmla="*/ 4516084 h 5238841"/>
              <a:gd name="connsiteX233" fmla="*/ 0 w 12192000"/>
              <a:gd name="connsiteY233" fmla="*/ 0 h 5238841"/>
              <a:gd name="connsiteX0" fmla="*/ 0 w 12192000"/>
              <a:gd name="connsiteY0" fmla="*/ 0 h 5238841"/>
              <a:gd name="connsiteX1" fmla="*/ 12192000 w 12192000"/>
              <a:gd name="connsiteY1" fmla="*/ 0 h 5238841"/>
              <a:gd name="connsiteX2" fmla="*/ 12192000 w 12192000"/>
              <a:gd name="connsiteY2" fmla="*/ 3809005 h 5238841"/>
              <a:gd name="connsiteX3" fmla="*/ 12142543 w 12192000"/>
              <a:gd name="connsiteY3" fmla="*/ 3817043 h 5238841"/>
              <a:gd name="connsiteX4" fmla="*/ 12109241 w 12192000"/>
              <a:gd name="connsiteY4" fmla="*/ 3824228 h 5238841"/>
              <a:gd name="connsiteX5" fmla="*/ 11668991 w 12192000"/>
              <a:gd name="connsiteY5" fmla="*/ 3788038 h 5238841"/>
              <a:gd name="connsiteX6" fmla="*/ 11476952 w 12192000"/>
              <a:gd name="connsiteY6" fmla="*/ 3866786 h 5238841"/>
              <a:gd name="connsiteX7" fmla="*/ 11336487 w 12192000"/>
              <a:gd name="connsiteY7" fmla="*/ 3971513 h 5238841"/>
              <a:gd name="connsiteX8" fmla="*/ 11214181 w 12192000"/>
              <a:gd name="connsiteY8" fmla="*/ 4004215 h 5238841"/>
              <a:gd name="connsiteX9" fmla="*/ 11042540 w 12192000"/>
              <a:gd name="connsiteY9" fmla="*/ 4002613 h 5238841"/>
              <a:gd name="connsiteX10" fmla="*/ 10833086 w 12192000"/>
              <a:gd name="connsiteY10" fmla="*/ 3997707 h 5238841"/>
              <a:gd name="connsiteX11" fmla="*/ 10599680 w 12192000"/>
              <a:gd name="connsiteY11" fmla="*/ 3982661 h 5238841"/>
              <a:gd name="connsiteX12" fmla="*/ 10519971 w 12192000"/>
              <a:gd name="connsiteY12" fmla="*/ 3975018 h 5238841"/>
              <a:gd name="connsiteX13" fmla="*/ 10217282 w 12192000"/>
              <a:gd name="connsiteY13" fmla="*/ 4020809 h 5238841"/>
              <a:gd name="connsiteX14" fmla="*/ 9936427 w 12192000"/>
              <a:gd name="connsiteY14" fmla="*/ 4137843 h 5238841"/>
              <a:gd name="connsiteX15" fmla="*/ 9800299 w 12192000"/>
              <a:gd name="connsiteY15" fmla="*/ 4186098 h 5238841"/>
              <a:gd name="connsiteX16" fmla="*/ 9707822 w 12192000"/>
              <a:gd name="connsiteY16" fmla="*/ 4189102 h 5238841"/>
              <a:gd name="connsiteX17" fmla="*/ 9543973 w 12192000"/>
              <a:gd name="connsiteY17" fmla="*/ 4245802 h 5238841"/>
              <a:gd name="connsiteX18" fmla="*/ 9528747 w 12192000"/>
              <a:gd name="connsiteY18" fmla="*/ 4251724 h 5238841"/>
              <a:gd name="connsiteX19" fmla="*/ 9436976 w 12192000"/>
              <a:gd name="connsiteY19" fmla="*/ 4269351 h 5238841"/>
              <a:gd name="connsiteX20" fmla="*/ 9371827 w 12192000"/>
              <a:gd name="connsiteY20" fmla="*/ 4303912 h 5238841"/>
              <a:gd name="connsiteX21" fmla="*/ 9260304 w 12192000"/>
              <a:gd name="connsiteY21" fmla="*/ 4328021 h 5238841"/>
              <a:gd name="connsiteX22" fmla="*/ 9148799 w 12192000"/>
              <a:gd name="connsiteY22" fmla="*/ 4348506 h 5238841"/>
              <a:gd name="connsiteX23" fmla="*/ 9107898 w 12192000"/>
              <a:gd name="connsiteY23" fmla="*/ 4354282 h 5238841"/>
              <a:gd name="connsiteX24" fmla="*/ 8990743 w 12192000"/>
              <a:gd name="connsiteY24" fmla="*/ 4382161 h 5238841"/>
              <a:gd name="connsiteX25" fmla="*/ 8979819 w 12192000"/>
              <a:gd name="connsiteY25" fmla="*/ 4366419 h 5238841"/>
              <a:gd name="connsiteX26" fmla="*/ 8936044 w 12192000"/>
              <a:gd name="connsiteY26" fmla="*/ 4370992 h 5238841"/>
              <a:gd name="connsiteX27" fmla="*/ 8897707 w 12192000"/>
              <a:gd name="connsiteY27" fmla="*/ 4392673 h 5238841"/>
              <a:gd name="connsiteX28" fmla="*/ 8845635 w 12192000"/>
              <a:gd name="connsiteY28" fmla="*/ 4404300 h 5238841"/>
              <a:gd name="connsiteX29" fmla="*/ 8814562 w 12192000"/>
              <a:gd name="connsiteY29" fmla="*/ 4411434 h 5238841"/>
              <a:gd name="connsiteX30" fmla="*/ 8726349 w 12192000"/>
              <a:gd name="connsiteY30" fmla="*/ 4416668 h 5238841"/>
              <a:gd name="connsiteX31" fmla="*/ 8566678 w 12192000"/>
              <a:gd name="connsiteY31" fmla="*/ 4391711 h 5238841"/>
              <a:gd name="connsiteX32" fmla="*/ 8521516 w 12192000"/>
              <a:gd name="connsiteY32" fmla="*/ 4393927 h 5238841"/>
              <a:gd name="connsiteX33" fmla="*/ 8515998 w 12192000"/>
              <a:gd name="connsiteY33" fmla="*/ 4399124 h 5238841"/>
              <a:gd name="connsiteX34" fmla="*/ 8449547 w 12192000"/>
              <a:gd name="connsiteY34" fmla="*/ 4383170 h 5238841"/>
              <a:gd name="connsiteX35" fmla="*/ 8360285 w 12192000"/>
              <a:gd name="connsiteY35" fmla="*/ 4398502 h 5238841"/>
              <a:gd name="connsiteX36" fmla="*/ 8256584 w 12192000"/>
              <a:gd name="connsiteY36" fmla="*/ 4423564 h 5238841"/>
              <a:gd name="connsiteX37" fmla="*/ 8229821 w 12192000"/>
              <a:gd name="connsiteY37" fmla="*/ 4431840 h 5238841"/>
              <a:gd name="connsiteX38" fmla="*/ 8158476 w 12192000"/>
              <a:gd name="connsiteY38" fmla="*/ 4436904 h 5238841"/>
              <a:gd name="connsiteX39" fmla="*/ 7993707 w 12192000"/>
              <a:gd name="connsiteY39" fmla="*/ 4447962 h 5238841"/>
              <a:gd name="connsiteX40" fmla="*/ 7990346 w 12192000"/>
              <a:gd name="connsiteY40" fmla="*/ 4454853 h 5238841"/>
              <a:gd name="connsiteX41" fmla="*/ 7976786 w 12192000"/>
              <a:gd name="connsiteY41" fmla="*/ 4456820 h 5238841"/>
              <a:gd name="connsiteX42" fmla="*/ 7973491 w 12192000"/>
              <a:gd name="connsiteY42" fmla="*/ 4458577 h 5238841"/>
              <a:gd name="connsiteX43" fmla="*/ 7954281 w 12192000"/>
              <a:gd name="connsiteY43" fmla="*/ 4467421 h 5238841"/>
              <a:gd name="connsiteX44" fmla="*/ 7905540 w 12192000"/>
              <a:gd name="connsiteY44" fmla="*/ 4455628 h 5238841"/>
              <a:gd name="connsiteX45" fmla="*/ 7851932 w 12192000"/>
              <a:gd name="connsiteY45" fmla="*/ 4466353 h 5238841"/>
              <a:gd name="connsiteX46" fmla="*/ 7639078 w 12192000"/>
              <a:gd name="connsiteY46" fmla="*/ 4467635 h 5238841"/>
              <a:gd name="connsiteX47" fmla="*/ 7612359 w 12192000"/>
              <a:gd name="connsiteY47" fmla="*/ 4492789 h 5238841"/>
              <a:gd name="connsiteX48" fmla="*/ 7527328 w 12192000"/>
              <a:gd name="connsiteY48" fmla="*/ 4502199 h 5238841"/>
              <a:gd name="connsiteX49" fmla="*/ 7388717 w 12192000"/>
              <a:gd name="connsiteY49" fmla="*/ 4470799 h 5238841"/>
              <a:gd name="connsiteX50" fmla="*/ 7231898 w 12192000"/>
              <a:gd name="connsiteY50" fmla="*/ 4486028 h 5238841"/>
              <a:gd name="connsiteX51" fmla="*/ 7218425 w 12192000"/>
              <a:gd name="connsiteY51" fmla="*/ 4477288 h 5238841"/>
              <a:gd name="connsiteX52" fmla="*/ 7202795 w 12192000"/>
              <a:gd name="connsiteY52" fmla="*/ 4472972 h 5238841"/>
              <a:gd name="connsiteX53" fmla="*/ 7200744 w 12192000"/>
              <a:gd name="connsiteY53" fmla="*/ 4474099 h 5238841"/>
              <a:gd name="connsiteX54" fmla="*/ 7182163 w 12192000"/>
              <a:gd name="connsiteY54" fmla="*/ 4474005 h 5238841"/>
              <a:gd name="connsiteX55" fmla="*/ 7178368 w 12192000"/>
              <a:gd name="connsiteY55" fmla="*/ 4470673 h 5238841"/>
              <a:gd name="connsiteX56" fmla="*/ 7165705 w 12192000"/>
              <a:gd name="connsiteY56" fmla="*/ 4469569 h 5238841"/>
              <a:gd name="connsiteX57" fmla="*/ 7140991 w 12192000"/>
              <a:gd name="connsiteY57" fmla="*/ 4464599 h 5238841"/>
              <a:gd name="connsiteX58" fmla="*/ 7136152 w 12192000"/>
              <a:gd name="connsiteY58" fmla="*/ 4466292 h 5238841"/>
              <a:gd name="connsiteX59" fmla="*/ 7098544 w 12192000"/>
              <a:gd name="connsiteY59" fmla="*/ 4462879 h 5238841"/>
              <a:gd name="connsiteX60" fmla="*/ 7097922 w 12192000"/>
              <a:gd name="connsiteY60" fmla="*/ 4464077 h 5238841"/>
              <a:gd name="connsiteX61" fmla="*/ 7086877 w 12192000"/>
              <a:gd name="connsiteY61" fmla="*/ 4468554 h 5238841"/>
              <a:gd name="connsiteX62" fmla="*/ 7065999 w 12192000"/>
              <a:gd name="connsiteY62" fmla="*/ 4474270 h 5238841"/>
              <a:gd name="connsiteX63" fmla="*/ 7016598 w 12192000"/>
              <a:gd name="connsiteY63" fmla="*/ 4502855 h 5238841"/>
              <a:gd name="connsiteX64" fmla="*/ 6977375 w 12192000"/>
              <a:gd name="connsiteY64" fmla="*/ 4499434 h 5238841"/>
              <a:gd name="connsiteX65" fmla="*/ 6969409 w 12192000"/>
              <a:gd name="connsiteY65" fmla="*/ 4499424 h 5238841"/>
              <a:gd name="connsiteX66" fmla="*/ 6969218 w 12192000"/>
              <a:gd name="connsiteY66" fmla="*/ 4499704 h 5238841"/>
              <a:gd name="connsiteX67" fmla="*/ 6960755 w 12192000"/>
              <a:gd name="connsiteY67" fmla="*/ 4500249 h 5238841"/>
              <a:gd name="connsiteX68" fmla="*/ 6954882 w 12192000"/>
              <a:gd name="connsiteY68" fmla="*/ 4499405 h 5238841"/>
              <a:gd name="connsiteX69" fmla="*/ 6939428 w 12192000"/>
              <a:gd name="connsiteY69" fmla="*/ 4499385 h 5238841"/>
              <a:gd name="connsiteX70" fmla="*/ 6933902 w 12192000"/>
              <a:gd name="connsiteY70" fmla="*/ 4501239 h 5238841"/>
              <a:gd name="connsiteX71" fmla="*/ 6891244 w 12192000"/>
              <a:gd name="connsiteY71" fmla="*/ 4536371 h 5238841"/>
              <a:gd name="connsiteX72" fmla="*/ 6794496 w 12192000"/>
              <a:gd name="connsiteY72" fmla="*/ 4567924 h 5238841"/>
              <a:gd name="connsiteX73" fmla="*/ 6574528 w 12192000"/>
              <a:gd name="connsiteY73" fmla="*/ 4641155 h 5238841"/>
              <a:gd name="connsiteX74" fmla="*/ 6573036 w 12192000"/>
              <a:gd name="connsiteY74" fmla="*/ 4641049 h 5238841"/>
              <a:gd name="connsiteX75" fmla="*/ 6571920 w 12192000"/>
              <a:gd name="connsiteY75" fmla="*/ 4644739 h 5238841"/>
              <a:gd name="connsiteX76" fmla="*/ 6552021 w 12192000"/>
              <a:gd name="connsiteY76" fmla="*/ 4650379 h 5238841"/>
              <a:gd name="connsiteX77" fmla="*/ 6545925 w 12192000"/>
              <a:gd name="connsiteY77" fmla="*/ 4650675 h 5238841"/>
              <a:gd name="connsiteX78" fmla="*/ 6537822 w 12192000"/>
              <a:gd name="connsiteY78" fmla="*/ 4652769 h 5238841"/>
              <a:gd name="connsiteX79" fmla="*/ 6537743 w 12192000"/>
              <a:gd name="connsiteY79" fmla="*/ 4653068 h 5238841"/>
              <a:gd name="connsiteX80" fmla="*/ 6490057 w 12192000"/>
              <a:gd name="connsiteY80" fmla="*/ 4658624 h 5238841"/>
              <a:gd name="connsiteX81" fmla="*/ 6386800 w 12192000"/>
              <a:gd name="connsiteY81" fmla="*/ 4715431 h 5238841"/>
              <a:gd name="connsiteX82" fmla="*/ 6382703 w 12192000"/>
              <a:gd name="connsiteY82" fmla="*/ 4717930 h 5238841"/>
              <a:gd name="connsiteX83" fmla="*/ 6356495 w 12192000"/>
              <a:gd name="connsiteY83" fmla="*/ 4717843 h 5238841"/>
              <a:gd name="connsiteX84" fmla="*/ 6343628 w 12192000"/>
              <a:gd name="connsiteY84" fmla="*/ 4719161 h 5238841"/>
              <a:gd name="connsiteX85" fmla="*/ 6338605 w 12192000"/>
              <a:gd name="connsiteY85" fmla="*/ 4716723 h 5238841"/>
              <a:gd name="connsiteX86" fmla="*/ 6320318 w 12192000"/>
              <a:gd name="connsiteY86" fmla="*/ 4720095 h 5238841"/>
              <a:gd name="connsiteX87" fmla="*/ 6318742 w 12192000"/>
              <a:gd name="connsiteY87" fmla="*/ 4721541 h 5238841"/>
              <a:gd name="connsiteX88" fmla="*/ 6301708 w 12192000"/>
              <a:gd name="connsiteY88" fmla="*/ 4720380 h 5238841"/>
              <a:gd name="connsiteX89" fmla="*/ 6285082 w 12192000"/>
              <a:gd name="connsiteY89" fmla="*/ 4714639 h 5238841"/>
              <a:gd name="connsiteX90" fmla="*/ 6136936 w 12192000"/>
              <a:gd name="connsiteY90" fmla="*/ 4758246 h 5238841"/>
              <a:gd name="connsiteX91" fmla="*/ 5988578 w 12192000"/>
              <a:gd name="connsiteY91" fmla="*/ 4754427 h 5238841"/>
              <a:gd name="connsiteX92" fmla="*/ 5908701 w 12192000"/>
              <a:gd name="connsiteY92" fmla="*/ 4779160 h 5238841"/>
              <a:gd name="connsiteX93" fmla="*/ 5892219 w 12192000"/>
              <a:gd name="connsiteY93" fmla="*/ 4807892 h 5238841"/>
              <a:gd name="connsiteX94" fmla="*/ 5683612 w 12192000"/>
              <a:gd name="connsiteY94" fmla="*/ 4848770 h 5238841"/>
              <a:gd name="connsiteX95" fmla="*/ 5635111 w 12192000"/>
              <a:gd name="connsiteY95" fmla="*/ 4868888 h 5238841"/>
              <a:gd name="connsiteX96" fmla="*/ 5582652 w 12192000"/>
              <a:gd name="connsiteY96" fmla="*/ 4866836 h 5238841"/>
              <a:gd name="connsiteX97" fmla="*/ 5567213 w 12192000"/>
              <a:gd name="connsiteY97" fmla="*/ 4878769 h 5238841"/>
              <a:gd name="connsiteX98" fmla="*/ 5564659 w 12192000"/>
              <a:gd name="connsiteY98" fmla="*/ 4881042 h 5238841"/>
              <a:gd name="connsiteX99" fmla="*/ 5552102 w 12192000"/>
              <a:gd name="connsiteY99" fmla="*/ 4885426 h 5238841"/>
              <a:gd name="connsiteX100" fmla="*/ 5551475 w 12192000"/>
              <a:gd name="connsiteY100" fmla="*/ 4892560 h 5238841"/>
              <a:gd name="connsiteX101" fmla="*/ 5534664 w 12192000"/>
              <a:gd name="connsiteY101" fmla="*/ 4903385 h 5238841"/>
              <a:gd name="connsiteX102" fmla="*/ 5510737 w 12192000"/>
              <a:gd name="connsiteY102" fmla="*/ 4909807 h 5238841"/>
              <a:gd name="connsiteX103" fmla="*/ 5393901 w 12192000"/>
              <a:gd name="connsiteY103" fmla="*/ 4933709 h 5238841"/>
              <a:gd name="connsiteX104" fmla="*/ 5325782 w 12192000"/>
              <a:gd name="connsiteY104" fmla="*/ 4951789 h 5238841"/>
              <a:gd name="connsiteX105" fmla="*/ 5302703 w 12192000"/>
              <a:gd name="connsiteY105" fmla="*/ 4964590 h 5238841"/>
              <a:gd name="connsiteX106" fmla="*/ 5268591 w 12192000"/>
              <a:gd name="connsiteY106" fmla="*/ 4978479 h 5238841"/>
              <a:gd name="connsiteX107" fmla="*/ 5210559 w 12192000"/>
              <a:gd name="connsiteY107" fmla="*/ 5007585 h 5238841"/>
              <a:gd name="connsiteX108" fmla="*/ 5177597 w 12192000"/>
              <a:gd name="connsiteY108" fmla="*/ 5015926 h 5238841"/>
              <a:gd name="connsiteX109" fmla="*/ 5160569 w 12192000"/>
              <a:gd name="connsiteY109" fmla="*/ 5025681 h 5238841"/>
              <a:gd name="connsiteX110" fmla="*/ 5152748 w 12192000"/>
              <a:gd name="connsiteY110" fmla="*/ 5026569 h 5238841"/>
              <a:gd name="connsiteX111" fmla="*/ 5127678 w 12192000"/>
              <a:gd name="connsiteY111" fmla="*/ 5032947 h 5238841"/>
              <a:gd name="connsiteX112" fmla="*/ 5113147 w 12192000"/>
              <a:gd name="connsiteY112" fmla="*/ 5035818 h 5238841"/>
              <a:gd name="connsiteX113" fmla="*/ 5107301 w 12192000"/>
              <a:gd name="connsiteY113" fmla="*/ 5036672 h 5238841"/>
              <a:gd name="connsiteX114" fmla="*/ 5093215 w 12192000"/>
              <a:gd name="connsiteY114" fmla="*/ 5032880 h 5238841"/>
              <a:gd name="connsiteX115" fmla="*/ 5077058 w 12192000"/>
              <a:gd name="connsiteY115" fmla="*/ 5038681 h 5238841"/>
              <a:gd name="connsiteX116" fmla="*/ 5057349 w 12192000"/>
              <a:gd name="connsiteY116" fmla="*/ 5036015 h 5238841"/>
              <a:gd name="connsiteX117" fmla="*/ 5053945 w 12192000"/>
              <a:gd name="connsiteY117" fmla="*/ 5041952 h 5238841"/>
              <a:gd name="connsiteX118" fmla="*/ 5040021 w 12192000"/>
              <a:gd name="connsiteY118" fmla="*/ 5050052 h 5238841"/>
              <a:gd name="connsiteX119" fmla="*/ 5025913 w 12192000"/>
              <a:gd name="connsiteY119" fmla="*/ 5046535 h 5238841"/>
              <a:gd name="connsiteX120" fmla="*/ 4998218 w 12192000"/>
              <a:gd name="connsiteY120" fmla="*/ 5048065 h 5238841"/>
              <a:gd name="connsiteX121" fmla="*/ 4991008 w 12192000"/>
              <a:gd name="connsiteY121" fmla="*/ 5050439 h 5238841"/>
              <a:gd name="connsiteX122" fmla="*/ 4963503 w 12192000"/>
              <a:gd name="connsiteY122" fmla="*/ 5047575 h 5238841"/>
              <a:gd name="connsiteX123" fmla="*/ 4921053 w 12192000"/>
              <a:gd name="connsiteY123" fmla="*/ 5048925 h 5238841"/>
              <a:gd name="connsiteX124" fmla="*/ 4873420 w 12192000"/>
              <a:gd name="connsiteY124" fmla="*/ 5054929 h 5238841"/>
              <a:gd name="connsiteX125" fmla="*/ 4858825 w 12192000"/>
              <a:gd name="connsiteY125" fmla="*/ 5051329 h 5238841"/>
              <a:gd name="connsiteX126" fmla="*/ 4769340 w 12192000"/>
              <a:gd name="connsiteY126" fmla="*/ 5053090 h 5238841"/>
              <a:gd name="connsiteX127" fmla="*/ 4744152 w 12192000"/>
              <a:gd name="connsiteY127" fmla="*/ 5053391 h 5238841"/>
              <a:gd name="connsiteX128" fmla="*/ 4723556 w 12192000"/>
              <a:gd name="connsiteY128" fmla="*/ 5059633 h 5238841"/>
              <a:gd name="connsiteX129" fmla="*/ 4719699 w 12192000"/>
              <a:gd name="connsiteY129" fmla="*/ 5066298 h 5238841"/>
              <a:gd name="connsiteX130" fmla="*/ 4706016 w 12192000"/>
              <a:gd name="connsiteY130" fmla="*/ 5067422 h 5238841"/>
              <a:gd name="connsiteX131" fmla="*/ 4702593 w 12192000"/>
              <a:gd name="connsiteY131" fmla="*/ 5068973 h 5238841"/>
              <a:gd name="connsiteX132" fmla="*/ 4682766 w 12192000"/>
              <a:gd name="connsiteY132" fmla="*/ 5076609 h 5238841"/>
              <a:gd name="connsiteX133" fmla="*/ 4634960 w 12192000"/>
              <a:gd name="connsiteY133" fmla="*/ 5061852 h 5238841"/>
              <a:gd name="connsiteX134" fmla="*/ 4580645 w 12192000"/>
              <a:gd name="connsiteY134" fmla="*/ 5069246 h 5238841"/>
              <a:gd name="connsiteX135" fmla="*/ 4368005 w 12192000"/>
              <a:gd name="connsiteY135" fmla="*/ 5057426 h 5238841"/>
              <a:gd name="connsiteX136" fmla="*/ 4339489 w 12192000"/>
              <a:gd name="connsiteY136" fmla="*/ 5080858 h 5238841"/>
              <a:gd name="connsiteX137" fmla="*/ 4253895 w 12192000"/>
              <a:gd name="connsiteY137" fmla="*/ 5085008 h 5238841"/>
              <a:gd name="connsiteX138" fmla="*/ 3947260 w 12192000"/>
              <a:gd name="connsiteY138" fmla="*/ 5041167 h 5238841"/>
              <a:gd name="connsiteX139" fmla="*/ 3931969 w 12192000"/>
              <a:gd name="connsiteY139" fmla="*/ 5035902 h 5238841"/>
              <a:gd name="connsiteX140" fmla="*/ 3911296 w 12192000"/>
              <a:gd name="connsiteY140" fmla="*/ 5035663 h 5238841"/>
              <a:gd name="connsiteX141" fmla="*/ 3955454 w 12192000"/>
              <a:gd name="connsiteY141" fmla="*/ 5238841 h 5238841"/>
              <a:gd name="connsiteX142" fmla="*/ 3895182 w 12192000"/>
              <a:gd name="connsiteY142" fmla="*/ 5030229 h 5238841"/>
              <a:gd name="connsiteX143" fmla="*/ 3870866 w 12192000"/>
              <a:gd name="connsiteY143" fmla="*/ 5023753 h 5238841"/>
              <a:gd name="connsiteX144" fmla="*/ 3865913 w 12192000"/>
              <a:gd name="connsiteY144" fmla="*/ 5025143 h 5238841"/>
              <a:gd name="connsiteX145" fmla="*/ 3828606 w 12192000"/>
              <a:gd name="connsiteY145" fmla="*/ 5019426 h 5238841"/>
              <a:gd name="connsiteX146" fmla="*/ 3827901 w 12192000"/>
              <a:gd name="connsiteY146" fmla="*/ 5020583 h 5238841"/>
              <a:gd name="connsiteX147" fmla="*/ 3816543 w 12192000"/>
              <a:gd name="connsiteY147" fmla="*/ 5024366 h 5238841"/>
              <a:gd name="connsiteX148" fmla="*/ 3795278 w 12192000"/>
              <a:gd name="connsiteY148" fmla="*/ 5028779 h 5238841"/>
              <a:gd name="connsiteX149" fmla="*/ 3743858 w 12192000"/>
              <a:gd name="connsiteY149" fmla="*/ 5054237 h 5238841"/>
              <a:gd name="connsiteX150" fmla="*/ 3704945 w 12192000"/>
              <a:gd name="connsiteY150" fmla="*/ 5048413 h 5238841"/>
              <a:gd name="connsiteX151" fmla="*/ 3696992 w 12192000"/>
              <a:gd name="connsiteY151" fmla="*/ 5047914 h 5238841"/>
              <a:gd name="connsiteX152" fmla="*/ 3696780 w 12192000"/>
              <a:gd name="connsiteY152" fmla="*/ 5048181 h 5238841"/>
              <a:gd name="connsiteX153" fmla="*/ 3688290 w 12192000"/>
              <a:gd name="connsiteY153" fmla="*/ 5048204 h 5238841"/>
              <a:gd name="connsiteX154" fmla="*/ 3682486 w 12192000"/>
              <a:gd name="connsiteY154" fmla="*/ 5047000 h 5238841"/>
              <a:gd name="connsiteX155" fmla="*/ 3667056 w 12192000"/>
              <a:gd name="connsiteY155" fmla="*/ 5046030 h 5238841"/>
              <a:gd name="connsiteX156" fmla="*/ 3661403 w 12192000"/>
              <a:gd name="connsiteY156" fmla="*/ 5047537 h 5238841"/>
              <a:gd name="connsiteX157" fmla="*/ 3658673 w 12192000"/>
              <a:gd name="connsiteY157" fmla="*/ 5050790 h 5238841"/>
              <a:gd name="connsiteX158" fmla="*/ 3657333 w 12192000"/>
              <a:gd name="connsiteY158" fmla="*/ 5050325 h 5238841"/>
              <a:gd name="connsiteX159" fmla="*/ 3626778 w 12192000"/>
              <a:gd name="connsiteY159" fmla="*/ 5057882 h 5238841"/>
              <a:gd name="connsiteX160" fmla="*/ 3560067 w 12192000"/>
              <a:gd name="connsiteY160" fmla="*/ 5064266 h 5238841"/>
              <a:gd name="connsiteX161" fmla="*/ 3522641 w 12192000"/>
              <a:gd name="connsiteY161" fmla="*/ 5063654 h 5238841"/>
              <a:gd name="connsiteX162" fmla="*/ 3419275 w 12192000"/>
              <a:gd name="connsiteY162" fmla="*/ 5066646 h 5238841"/>
              <a:gd name="connsiteX163" fmla="*/ 3314869 w 12192000"/>
              <a:gd name="connsiteY163" fmla="*/ 5073197 h 5238841"/>
              <a:gd name="connsiteX164" fmla="*/ 3259088 w 12192000"/>
              <a:gd name="connsiteY164" fmla="*/ 5096363 h 5238841"/>
              <a:gd name="connsiteX165" fmla="*/ 3253104 w 12192000"/>
              <a:gd name="connsiteY165" fmla="*/ 5096785 h 5238841"/>
              <a:gd name="connsiteX166" fmla="*/ 3238751 w 12192000"/>
              <a:gd name="connsiteY166" fmla="*/ 5092996 h 5238841"/>
              <a:gd name="connsiteX167" fmla="*/ 3233681 w 12192000"/>
              <a:gd name="connsiteY167" fmla="*/ 5090758 h 5238841"/>
              <a:gd name="connsiteX168" fmla="*/ 3225562 w 12192000"/>
              <a:gd name="connsiteY168" fmla="*/ 5089215 h 5238841"/>
              <a:gd name="connsiteX169" fmla="*/ 3225260 w 12192000"/>
              <a:gd name="connsiteY169" fmla="*/ 5089437 h 5238841"/>
              <a:gd name="connsiteX170" fmla="*/ 3217859 w 12192000"/>
              <a:gd name="connsiteY170" fmla="*/ 5087484 h 5238841"/>
              <a:gd name="connsiteX171" fmla="*/ 3182980 w 12192000"/>
              <a:gd name="connsiteY171" fmla="*/ 5074650 h 5238841"/>
              <a:gd name="connsiteX172" fmla="*/ 3055081 w 12192000"/>
              <a:gd name="connsiteY172" fmla="*/ 5080424 h 5238841"/>
              <a:gd name="connsiteX173" fmla="*/ 3049807 w 12192000"/>
              <a:gd name="connsiteY173" fmla="*/ 5080860 h 5238841"/>
              <a:gd name="connsiteX174" fmla="*/ 3029122 w 12192000"/>
              <a:gd name="connsiteY174" fmla="*/ 5070085 h 5238841"/>
              <a:gd name="connsiteX175" fmla="*/ 3017862 w 12192000"/>
              <a:gd name="connsiteY175" fmla="*/ 5065942 h 5238841"/>
              <a:gd name="connsiteX176" fmla="*/ 3015868 w 12192000"/>
              <a:gd name="connsiteY176" fmla="*/ 5061832 h 5238841"/>
              <a:gd name="connsiteX177" fmla="*/ 2998644 w 12192000"/>
              <a:gd name="connsiteY177" fmla="*/ 5057210 h 5238841"/>
              <a:gd name="connsiteX178" fmla="*/ 2996219 w 12192000"/>
              <a:gd name="connsiteY178" fmla="*/ 5057788 h 5238841"/>
              <a:gd name="connsiteX179" fmla="*/ 2983676 w 12192000"/>
              <a:gd name="connsiteY179" fmla="*/ 5049852 h 5238841"/>
              <a:gd name="connsiteX180" fmla="*/ 2903609 w 12192000"/>
              <a:gd name="connsiteY180" fmla="*/ 4998457 h 5238841"/>
              <a:gd name="connsiteX181" fmla="*/ 2758830 w 12192000"/>
              <a:gd name="connsiteY181" fmla="*/ 4974760 h 5238841"/>
              <a:gd name="connsiteX182" fmla="*/ 2532669 w 12192000"/>
              <a:gd name="connsiteY182" fmla="*/ 4940573 h 5238841"/>
              <a:gd name="connsiteX183" fmla="*/ 2389931 w 12192000"/>
              <a:gd name="connsiteY183" fmla="*/ 4905785 h 5238841"/>
              <a:gd name="connsiteX184" fmla="*/ 2335186 w 12192000"/>
              <a:gd name="connsiteY184" fmla="*/ 4902957 h 5238841"/>
              <a:gd name="connsiteX185" fmla="*/ 2273393 w 12192000"/>
              <a:gd name="connsiteY185" fmla="*/ 4883565 h 5238841"/>
              <a:gd name="connsiteX186" fmla="*/ 2269523 w 12192000"/>
              <a:gd name="connsiteY186" fmla="*/ 4884442 h 5238841"/>
              <a:gd name="connsiteX187" fmla="*/ 2256015 w 12192000"/>
              <a:gd name="connsiteY187" fmla="*/ 4883014 h 5238841"/>
              <a:gd name="connsiteX188" fmla="*/ 2249731 w 12192000"/>
              <a:gd name="connsiteY188" fmla="*/ 4888778 h 5238841"/>
              <a:gd name="connsiteX189" fmla="*/ 2227629 w 12192000"/>
              <a:gd name="connsiteY189" fmla="*/ 4891047 h 5238841"/>
              <a:gd name="connsiteX190" fmla="*/ 2203460 w 12192000"/>
              <a:gd name="connsiteY190" fmla="*/ 4886696 h 5238841"/>
              <a:gd name="connsiteX191" fmla="*/ 2091528 w 12192000"/>
              <a:gd name="connsiteY191" fmla="*/ 4859155 h 5238841"/>
              <a:gd name="connsiteX192" fmla="*/ 2022901 w 12192000"/>
              <a:gd name="connsiteY192" fmla="*/ 4846594 h 5238841"/>
              <a:gd name="connsiteX193" fmla="*/ 1994227 w 12192000"/>
              <a:gd name="connsiteY193" fmla="*/ 4847973 h 5238841"/>
              <a:gd name="connsiteX194" fmla="*/ 1955936 w 12192000"/>
              <a:gd name="connsiteY194" fmla="*/ 4845765 h 5238841"/>
              <a:gd name="connsiteX195" fmla="*/ 1741924 w 12192000"/>
              <a:gd name="connsiteY195" fmla="*/ 4808054 h 5238841"/>
              <a:gd name="connsiteX196" fmla="*/ 1734410 w 12192000"/>
              <a:gd name="connsiteY196" fmla="*/ 4811675 h 5238841"/>
              <a:gd name="connsiteX197" fmla="*/ 1691423 w 12192000"/>
              <a:gd name="connsiteY197" fmla="*/ 4802777 h 5238841"/>
              <a:gd name="connsiteX198" fmla="*/ 1554504 w 12192000"/>
              <a:gd name="connsiteY198" fmla="*/ 4739985 h 5238841"/>
              <a:gd name="connsiteX199" fmla="*/ 1470119 w 12192000"/>
              <a:gd name="connsiteY199" fmla="*/ 4723470 h 5238841"/>
              <a:gd name="connsiteX200" fmla="*/ 1437967 w 12192000"/>
              <a:gd name="connsiteY200" fmla="*/ 4722710 h 5238841"/>
              <a:gd name="connsiteX201" fmla="*/ 1295869 w 12192000"/>
              <a:gd name="connsiteY201" fmla="*/ 4726175 h 5238841"/>
              <a:gd name="connsiteX202" fmla="*/ 1292949 w 12192000"/>
              <a:gd name="connsiteY202" fmla="*/ 4684615 h 5238841"/>
              <a:gd name="connsiteX203" fmla="*/ 1244908 w 12192000"/>
              <a:gd name="connsiteY203" fmla="*/ 4706993 h 5238841"/>
              <a:gd name="connsiteX204" fmla="*/ 1171266 w 12192000"/>
              <a:gd name="connsiteY204" fmla="*/ 4706535 h 5238841"/>
              <a:gd name="connsiteX205" fmla="*/ 1160868 w 12192000"/>
              <a:gd name="connsiteY205" fmla="*/ 4701936 h 5238841"/>
              <a:gd name="connsiteX206" fmla="*/ 1147599 w 12192000"/>
              <a:gd name="connsiteY206" fmla="*/ 4714833 h 5238841"/>
              <a:gd name="connsiteX207" fmla="*/ 1119603 w 12192000"/>
              <a:gd name="connsiteY207" fmla="*/ 4721303 h 5238841"/>
              <a:gd name="connsiteX208" fmla="*/ 997851 w 12192000"/>
              <a:gd name="connsiteY208" fmla="*/ 4722336 h 5238841"/>
              <a:gd name="connsiteX209" fmla="*/ 976455 w 12192000"/>
              <a:gd name="connsiteY209" fmla="*/ 4726407 h 5238841"/>
              <a:gd name="connsiteX210" fmla="*/ 949939 w 12192000"/>
              <a:gd name="connsiteY210" fmla="*/ 4719699 h 5238841"/>
              <a:gd name="connsiteX211" fmla="*/ 894148 w 12192000"/>
              <a:gd name="connsiteY211" fmla="*/ 4710406 h 5238841"/>
              <a:gd name="connsiteX212" fmla="*/ 857990 w 12192000"/>
              <a:gd name="connsiteY212" fmla="*/ 4696844 h 5238841"/>
              <a:gd name="connsiteX213" fmla="*/ 848649 w 12192000"/>
              <a:gd name="connsiteY213" fmla="*/ 4704021 h 5238841"/>
              <a:gd name="connsiteX214" fmla="*/ 826436 w 12192000"/>
              <a:gd name="connsiteY214" fmla="*/ 4707421 h 5238841"/>
              <a:gd name="connsiteX215" fmla="*/ 733052 w 12192000"/>
              <a:gd name="connsiteY215" fmla="*/ 4701884 h 5238841"/>
              <a:gd name="connsiteX216" fmla="*/ 716185 w 12192000"/>
              <a:gd name="connsiteY216" fmla="*/ 4648168 h 5238841"/>
              <a:gd name="connsiteX217" fmla="*/ 582722 w 12192000"/>
              <a:gd name="connsiteY217" fmla="*/ 4658637 h 5238841"/>
              <a:gd name="connsiteX218" fmla="*/ 581118 w 12192000"/>
              <a:gd name="connsiteY218" fmla="*/ 4654120 h 5238841"/>
              <a:gd name="connsiteX219" fmla="*/ 546453 w 12192000"/>
              <a:gd name="connsiteY219" fmla="*/ 4652542 h 5238841"/>
              <a:gd name="connsiteX220" fmla="*/ 536773 w 12192000"/>
              <a:gd name="connsiteY220" fmla="*/ 4644609 h 5238841"/>
              <a:gd name="connsiteX221" fmla="*/ 388896 w 12192000"/>
              <a:gd name="connsiteY221" fmla="*/ 4619173 h 5238841"/>
              <a:gd name="connsiteX222" fmla="*/ 366479 w 12192000"/>
              <a:gd name="connsiteY222" fmla="*/ 4618896 h 5238841"/>
              <a:gd name="connsiteX223" fmla="*/ 342781 w 12192000"/>
              <a:gd name="connsiteY223" fmla="*/ 4601239 h 5238841"/>
              <a:gd name="connsiteX224" fmla="*/ 255925 w 12192000"/>
              <a:gd name="connsiteY224" fmla="*/ 4598685 h 5238841"/>
              <a:gd name="connsiteX225" fmla="*/ 226919 w 12192000"/>
              <a:gd name="connsiteY225" fmla="*/ 4598460 h 5238841"/>
              <a:gd name="connsiteX226" fmla="*/ 213925 w 12192000"/>
              <a:gd name="connsiteY226" fmla="*/ 4597783 h 5238841"/>
              <a:gd name="connsiteX227" fmla="*/ 215196 w 12192000"/>
              <a:gd name="connsiteY227" fmla="*/ 4588576 h 5238841"/>
              <a:gd name="connsiteX228" fmla="*/ 180214 w 12192000"/>
              <a:gd name="connsiteY228" fmla="*/ 4583701 h 5238841"/>
              <a:gd name="connsiteX229" fmla="*/ 83203 w 12192000"/>
              <a:gd name="connsiteY229" fmla="*/ 4531664 h 5238841"/>
              <a:gd name="connsiteX230" fmla="*/ 4106 w 12192000"/>
              <a:gd name="connsiteY230" fmla="*/ 4517202 h 5238841"/>
              <a:gd name="connsiteX231" fmla="*/ 0 w 12192000"/>
              <a:gd name="connsiteY231" fmla="*/ 4516084 h 5238841"/>
              <a:gd name="connsiteX232" fmla="*/ 0 w 12192000"/>
              <a:gd name="connsiteY232" fmla="*/ 0 h 5238841"/>
              <a:gd name="connsiteX0" fmla="*/ 0 w 12192000"/>
              <a:gd name="connsiteY0" fmla="*/ 0 h 5238841"/>
              <a:gd name="connsiteX1" fmla="*/ 12192000 w 12192000"/>
              <a:gd name="connsiteY1" fmla="*/ 0 h 5238841"/>
              <a:gd name="connsiteX2" fmla="*/ 12192000 w 12192000"/>
              <a:gd name="connsiteY2" fmla="*/ 3809005 h 5238841"/>
              <a:gd name="connsiteX3" fmla="*/ 12142543 w 12192000"/>
              <a:gd name="connsiteY3" fmla="*/ 3817043 h 5238841"/>
              <a:gd name="connsiteX4" fmla="*/ 12109241 w 12192000"/>
              <a:gd name="connsiteY4" fmla="*/ 3824228 h 5238841"/>
              <a:gd name="connsiteX5" fmla="*/ 11668991 w 12192000"/>
              <a:gd name="connsiteY5" fmla="*/ 3788038 h 5238841"/>
              <a:gd name="connsiteX6" fmla="*/ 11476952 w 12192000"/>
              <a:gd name="connsiteY6" fmla="*/ 3866786 h 5238841"/>
              <a:gd name="connsiteX7" fmla="*/ 11336487 w 12192000"/>
              <a:gd name="connsiteY7" fmla="*/ 3971513 h 5238841"/>
              <a:gd name="connsiteX8" fmla="*/ 11214181 w 12192000"/>
              <a:gd name="connsiteY8" fmla="*/ 4004215 h 5238841"/>
              <a:gd name="connsiteX9" fmla="*/ 11042540 w 12192000"/>
              <a:gd name="connsiteY9" fmla="*/ 4002613 h 5238841"/>
              <a:gd name="connsiteX10" fmla="*/ 10833086 w 12192000"/>
              <a:gd name="connsiteY10" fmla="*/ 3997707 h 5238841"/>
              <a:gd name="connsiteX11" fmla="*/ 10599680 w 12192000"/>
              <a:gd name="connsiteY11" fmla="*/ 3982661 h 5238841"/>
              <a:gd name="connsiteX12" fmla="*/ 10519971 w 12192000"/>
              <a:gd name="connsiteY12" fmla="*/ 3975018 h 5238841"/>
              <a:gd name="connsiteX13" fmla="*/ 10217282 w 12192000"/>
              <a:gd name="connsiteY13" fmla="*/ 4020809 h 5238841"/>
              <a:gd name="connsiteX14" fmla="*/ 9936427 w 12192000"/>
              <a:gd name="connsiteY14" fmla="*/ 4137843 h 5238841"/>
              <a:gd name="connsiteX15" fmla="*/ 9800299 w 12192000"/>
              <a:gd name="connsiteY15" fmla="*/ 4186098 h 5238841"/>
              <a:gd name="connsiteX16" fmla="*/ 9707822 w 12192000"/>
              <a:gd name="connsiteY16" fmla="*/ 4189102 h 5238841"/>
              <a:gd name="connsiteX17" fmla="*/ 9543973 w 12192000"/>
              <a:gd name="connsiteY17" fmla="*/ 4245802 h 5238841"/>
              <a:gd name="connsiteX18" fmla="*/ 9528747 w 12192000"/>
              <a:gd name="connsiteY18" fmla="*/ 4251724 h 5238841"/>
              <a:gd name="connsiteX19" fmla="*/ 9436976 w 12192000"/>
              <a:gd name="connsiteY19" fmla="*/ 4269351 h 5238841"/>
              <a:gd name="connsiteX20" fmla="*/ 9371827 w 12192000"/>
              <a:gd name="connsiteY20" fmla="*/ 4303912 h 5238841"/>
              <a:gd name="connsiteX21" fmla="*/ 9260304 w 12192000"/>
              <a:gd name="connsiteY21" fmla="*/ 4328021 h 5238841"/>
              <a:gd name="connsiteX22" fmla="*/ 9148799 w 12192000"/>
              <a:gd name="connsiteY22" fmla="*/ 4348506 h 5238841"/>
              <a:gd name="connsiteX23" fmla="*/ 9107898 w 12192000"/>
              <a:gd name="connsiteY23" fmla="*/ 4354282 h 5238841"/>
              <a:gd name="connsiteX24" fmla="*/ 8990743 w 12192000"/>
              <a:gd name="connsiteY24" fmla="*/ 4382161 h 5238841"/>
              <a:gd name="connsiteX25" fmla="*/ 8979819 w 12192000"/>
              <a:gd name="connsiteY25" fmla="*/ 4366419 h 5238841"/>
              <a:gd name="connsiteX26" fmla="*/ 8936044 w 12192000"/>
              <a:gd name="connsiteY26" fmla="*/ 4370992 h 5238841"/>
              <a:gd name="connsiteX27" fmla="*/ 8897707 w 12192000"/>
              <a:gd name="connsiteY27" fmla="*/ 4392673 h 5238841"/>
              <a:gd name="connsiteX28" fmla="*/ 8845635 w 12192000"/>
              <a:gd name="connsiteY28" fmla="*/ 4404300 h 5238841"/>
              <a:gd name="connsiteX29" fmla="*/ 8814562 w 12192000"/>
              <a:gd name="connsiteY29" fmla="*/ 4411434 h 5238841"/>
              <a:gd name="connsiteX30" fmla="*/ 8726349 w 12192000"/>
              <a:gd name="connsiteY30" fmla="*/ 4416668 h 5238841"/>
              <a:gd name="connsiteX31" fmla="*/ 8566678 w 12192000"/>
              <a:gd name="connsiteY31" fmla="*/ 4391711 h 5238841"/>
              <a:gd name="connsiteX32" fmla="*/ 8521516 w 12192000"/>
              <a:gd name="connsiteY32" fmla="*/ 4393927 h 5238841"/>
              <a:gd name="connsiteX33" fmla="*/ 8515998 w 12192000"/>
              <a:gd name="connsiteY33" fmla="*/ 4399124 h 5238841"/>
              <a:gd name="connsiteX34" fmla="*/ 8449547 w 12192000"/>
              <a:gd name="connsiteY34" fmla="*/ 4383170 h 5238841"/>
              <a:gd name="connsiteX35" fmla="*/ 8360285 w 12192000"/>
              <a:gd name="connsiteY35" fmla="*/ 4398502 h 5238841"/>
              <a:gd name="connsiteX36" fmla="*/ 8256584 w 12192000"/>
              <a:gd name="connsiteY36" fmla="*/ 4423564 h 5238841"/>
              <a:gd name="connsiteX37" fmla="*/ 8229821 w 12192000"/>
              <a:gd name="connsiteY37" fmla="*/ 4431840 h 5238841"/>
              <a:gd name="connsiteX38" fmla="*/ 8158476 w 12192000"/>
              <a:gd name="connsiteY38" fmla="*/ 4436904 h 5238841"/>
              <a:gd name="connsiteX39" fmla="*/ 7993707 w 12192000"/>
              <a:gd name="connsiteY39" fmla="*/ 4447962 h 5238841"/>
              <a:gd name="connsiteX40" fmla="*/ 7990346 w 12192000"/>
              <a:gd name="connsiteY40" fmla="*/ 4454853 h 5238841"/>
              <a:gd name="connsiteX41" fmla="*/ 7976786 w 12192000"/>
              <a:gd name="connsiteY41" fmla="*/ 4456820 h 5238841"/>
              <a:gd name="connsiteX42" fmla="*/ 7973491 w 12192000"/>
              <a:gd name="connsiteY42" fmla="*/ 4458577 h 5238841"/>
              <a:gd name="connsiteX43" fmla="*/ 7954281 w 12192000"/>
              <a:gd name="connsiteY43" fmla="*/ 4467421 h 5238841"/>
              <a:gd name="connsiteX44" fmla="*/ 7905540 w 12192000"/>
              <a:gd name="connsiteY44" fmla="*/ 4455628 h 5238841"/>
              <a:gd name="connsiteX45" fmla="*/ 7851932 w 12192000"/>
              <a:gd name="connsiteY45" fmla="*/ 4466353 h 5238841"/>
              <a:gd name="connsiteX46" fmla="*/ 7639078 w 12192000"/>
              <a:gd name="connsiteY46" fmla="*/ 4467635 h 5238841"/>
              <a:gd name="connsiteX47" fmla="*/ 7612359 w 12192000"/>
              <a:gd name="connsiteY47" fmla="*/ 4492789 h 5238841"/>
              <a:gd name="connsiteX48" fmla="*/ 7527328 w 12192000"/>
              <a:gd name="connsiteY48" fmla="*/ 4502199 h 5238841"/>
              <a:gd name="connsiteX49" fmla="*/ 7388717 w 12192000"/>
              <a:gd name="connsiteY49" fmla="*/ 4470799 h 5238841"/>
              <a:gd name="connsiteX50" fmla="*/ 7231898 w 12192000"/>
              <a:gd name="connsiteY50" fmla="*/ 4486028 h 5238841"/>
              <a:gd name="connsiteX51" fmla="*/ 7218425 w 12192000"/>
              <a:gd name="connsiteY51" fmla="*/ 4477288 h 5238841"/>
              <a:gd name="connsiteX52" fmla="*/ 7202795 w 12192000"/>
              <a:gd name="connsiteY52" fmla="*/ 4472972 h 5238841"/>
              <a:gd name="connsiteX53" fmla="*/ 7200744 w 12192000"/>
              <a:gd name="connsiteY53" fmla="*/ 4474099 h 5238841"/>
              <a:gd name="connsiteX54" fmla="*/ 7182163 w 12192000"/>
              <a:gd name="connsiteY54" fmla="*/ 4474005 h 5238841"/>
              <a:gd name="connsiteX55" fmla="*/ 7178368 w 12192000"/>
              <a:gd name="connsiteY55" fmla="*/ 4470673 h 5238841"/>
              <a:gd name="connsiteX56" fmla="*/ 7165705 w 12192000"/>
              <a:gd name="connsiteY56" fmla="*/ 4469569 h 5238841"/>
              <a:gd name="connsiteX57" fmla="*/ 7140991 w 12192000"/>
              <a:gd name="connsiteY57" fmla="*/ 4464599 h 5238841"/>
              <a:gd name="connsiteX58" fmla="*/ 7136152 w 12192000"/>
              <a:gd name="connsiteY58" fmla="*/ 4466292 h 5238841"/>
              <a:gd name="connsiteX59" fmla="*/ 7098544 w 12192000"/>
              <a:gd name="connsiteY59" fmla="*/ 4462879 h 5238841"/>
              <a:gd name="connsiteX60" fmla="*/ 7097922 w 12192000"/>
              <a:gd name="connsiteY60" fmla="*/ 4464077 h 5238841"/>
              <a:gd name="connsiteX61" fmla="*/ 7086877 w 12192000"/>
              <a:gd name="connsiteY61" fmla="*/ 4468554 h 5238841"/>
              <a:gd name="connsiteX62" fmla="*/ 7065999 w 12192000"/>
              <a:gd name="connsiteY62" fmla="*/ 4474270 h 5238841"/>
              <a:gd name="connsiteX63" fmla="*/ 7016598 w 12192000"/>
              <a:gd name="connsiteY63" fmla="*/ 4502855 h 5238841"/>
              <a:gd name="connsiteX64" fmla="*/ 6977375 w 12192000"/>
              <a:gd name="connsiteY64" fmla="*/ 4499434 h 5238841"/>
              <a:gd name="connsiteX65" fmla="*/ 6969409 w 12192000"/>
              <a:gd name="connsiteY65" fmla="*/ 4499424 h 5238841"/>
              <a:gd name="connsiteX66" fmla="*/ 6969218 w 12192000"/>
              <a:gd name="connsiteY66" fmla="*/ 4499704 h 5238841"/>
              <a:gd name="connsiteX67" fmla="*/ 6960755 w 12192000"/>
              <a:gd name="connsiteY67" fmla="*/ 4500249 h 5238841"/>
              <a:gd name="connsiteX68" fmla="*/ 6954882 w 12192000"/>
              <a:gd name="connsiteY68" fmla="*/ 4499405 h 5238841"/>
              <a:gd name="connsiteX69" fmla="*/ 6939428 w 12192000"/>
              <a:gd name="connsiteY69" fmla="*/ 4499385 h 5238841"/>
              <a:gd name="connsiteX70" fmla="*/ 6933902 w 12192000"/>
              <a:gd name="connsiteY70" fmla="*/ 4501239 h 5238841"/>
              <a:gd name="connsiteX71" fmla="*/ 6891244 w 12192000"/>
              <a:gd name="connsiteY71" fmla="*/ 4536371 h 5238841"/>
              <a:gd name="connsiteX72" fmla="*/ 6794496 w 12192000"/>
              <a:gd name="connsiteY72" fmla="*/ 4567924 h 5238841"/>
              <a:gd name="connsiteX73" fmla="*/ 6574528 w 12192000"/>
              <a:gd name="connsiteY73" fmla="*/ 4641155 h 5238841"/>
              <a:gd name="connsiteX74" fmla="*/ 6573036 w 12192000"/>
              <a:gd name="connsiteY74" fmla="*/ 4641049 h 5238841"/>
              <a:gd name="connsiteX75" fmla="*/ 6571920 w 12192000"/>
              <a:gd name="connsiteY75" fmla="*/ 4644739 h 5238841"/>
              <a:gd name="connsiteX76" fmla="*/ 6552021 w 12192000"/>
              <a:gd name="connsiteY76" fmla="*/ 4650379 h 5238841"/>
              <a:gd name="connsiteX77" fmla="*/ 6545925 w 12192000"/>
              <a:gd name="connsiteY77" fmla="*/ 4650675 h 5238841"/>
              <a:gd name="connsiteX78" fmla="*/ 6537822 w 12192000"/>
              <a:gd name="connsiteY78" fmla="*/ 4652769 h 5238841"/>
              <a:gd name="connsiteX79" fmla="*/ 6537743 w 12192000"/>
              <a:gd name="connsiteY79" fmla="*/ 4653068 h 5238841"/>
              <a:gd name="connsiteX80" fmla="*/ 6490057 w 12192000"/>
              <a:gd name="connsiteY80" fmla="*/ 4658624 h 5238841"/>
              <a:gd name="connsiteX81" fmla="*/ 6386800 w 12192000"/>
              <a:gd name="connsiteY81" fmla="*/ 4715431 h 5238841"/>
              <a:gd name="connsiteX82" fmla="*/ 6382703 w 12192000"/>
              <a:gd name="connsiteY82" fmla="*/ 4717930 h 5238841"/>
              <a:gd name="connsiteX83" fmla="*/ 6356495 w 12192000"/>
              <a:gd name="connsiteY83" fmla="*/ 4717843 h 5238841"/>
              <a:gd name="connsiteX84" fmla="*/ 6343628 w 12192000"/>
              <a:gd name="connsiteY84" fmla="*/ 4719161 h 5238841"/>
              <a:gd name="connsiteX85" fmla="*/ 6338605 w 12192000"/>
              <a:gd name="connsiteY85" fmla="*/ 4716723 h 5238841"/>
              <a:gd name="connsiteX86" fmla="*/ 6320318 w 12192000"/>
              <a:gd name="connsiteY86" fmla="*/ 4720095 h 5238841"/>
              <a:gd name="connsiteX87" fmla="*/ 6318742 w 12192000"/>
              <a:gd name="connsiteY87" fmla="*/ 4721541 h 5238841"/>
              <a:gd name="connsiteX88" fmla="*/ 6301708 w 12192000"/>
              <a:gd name="connsiteY88" fmla="*/ 4720380 h 5238841"/>
              <a:gd name="connsiteX89" fmla="*/ 6285082 w 12192000"/>
              <a:gd name="connsiteY89" fmla="*/ 4714639 h 5238841"/>
              <a:gd name="connsiteX90" fmla="*/ 6136936 w 12192000"/>
              <a:gd name="connsiteY90" fmla="*/ 4758246 h 5238841"/>
              <a:gd name="connsiteX91" fmla="*/ 5988578 w 12192000"/>
              <a:gd name="connsiteY91" fmla="*/ 4754427 h 5238841"/>
              <a:gd name="connsiteX92" fmla="*/ 5908701 w 12192000"/>
              <a:gd name="connsiteY92" fmla="*/ 4779160 h 5238841"/>
              <a:gd name="connsiteX93" fmla="*/ 5892219 w 12192000"/>
              <a:gd name="connsiteY93" fmla="*/ 4807892 h 5238841"/>
              <a:gd name="connsiteX94" fmla="*/ 5683612 w 12192000"/>
              <a:gd name="connsiteY94" fmla="*/ 4848770 h 5238841"/>
              <a:gd name="connsiteX95" fmla="*/ 5635111 w 12192000"/>
              <a:gd name="connsiteY95" fmla="*/ 4868888 h 5238841"/>
              <a:gd name="connsiteX96" fmla="*/ 5582652 w 12192000"/>
              <a:gd name="connsiteY96" fmla="*/ 4866836 h 5238841"/>
              <a:gd name="connsiteX97" fmla="*/ 5567213 w 12192000"/>
              <a:gd name="connsiteY97" fmla="*/ 4878769 h 5238841"/>
              <a:gd name="connsiteX98" fmla="*/ 5564659 w 12192000"/>
              <a:gd name="connsiteY98" fmla="*/ 4881042 h 5238841"/>
              <a:gd name="connsiteX99" fmla="*/ 5552102 w 12192000"/>
              <a:gd name="connsiteY99" fmla="*/ 4885426 h 5238841"/>
              <a:gd name="connsiteX100" fmla="*/ 5551475 w 12192000"/>
              <a:gd name="connsiteY100" fmla="*/ 4892560 h 5238841"/>
              <a:gd name="connsiteX101" fmla="*/ 5534664 w 12192000"/>
              <a:gd name="connsiteY101" fmla="*/ 4903385 h 5238841"/>
              <a:gd name="connsiteX102" fmla="*/ 5510737 w 12192000"/>
              <a:gd name="connsiteY102" fmla="*/ 4909807 h 5238841"/>
              <a:gd name="connsiteX103" fmla="*/ 5393901 w 12192000"/>
              <a:gd name="connsiteY103" fmla="*/ 4933709 h 5238841"/>
              <a:gd name="connsiteX104" fmla="*/ 5325782 w 12192000"/>
              <a:gd name="connsiteY104" fmla="*/ 4951789 h 5238841"/>
              <a:gd name="connsiteX105" fmla="*/ 5302703 w 12192000"/>
              <a:gd name="connsiteY105" fmla="*/ 4964590 h 5238841"/>
              <a:gd name="connsiteX106" fmla="*/ 5268591 w 12192000"/>
              <a:gd name="connsiteY106" fmla="*/ 4978479 h 5238841"/>
              <a:gd name="connsiteX107" fmla="*/ 5210559 w 12192000"/>
              <a:gd name="connsiteY107" fmla="*/ 5007585 h 5238841"/>
              <a:gd name="connsiteX108" fmla="*/ 5177597 w 12192000"/>
              <a:gd name="connsiteY108" fmla="*/ 5015926 h 5238841"/>
              <a:gd name="connsiteX109" fmla="*/ 5160569 w 12192000"/>
              <a:gd name="connsiteY109" fmla="*/ 5025681 h 5238841"/>
              <a:gd name="connsiteX110" fmla="*/ 5152748 w 12192000"/>
              <a:gd name="connsiteY110" fmla="*/ 5026569 h 5238841"/>
              <a:gd name="connsiteX111" fmla="*/ 5127678 w 12192000"/>
              <a:gd name="connsiteY111" fmla="*/ 5032947 h 5238841"/>
              <a:gd name="connsiteX112" fmla="*/ 5113147 w 12192000"/>
              <a:gd name="connsiteY112" fmla="*/ 5035818 h 5238841"/>
              <a:gd name="connsiteX113" fmla="*/ 5107301 w 12192000"/>
              <a:gd name="connsiteY113" fmla="*/ 5036672 h 5238841"/>
              <a:gd name="connsiteX114" fmla="*/ 5093215 w 12192000"/>
              <a:gd name="connsiteY114" fmla="*/ 5032880 h 5238841"/>
              <a:gd name="connsiteX115" fmla="*/ 5077058 w 12192000"/>
              <a:gd name="connsiteY115" fmla="*/ 5038681 h 5238841"/>
              <a:gd name="connsiteX116" fmla="*/ 5057349 w 12192000"/>
              <a:gd name="connsiteY116" fmla="*/ 5036015 h 5238841"/>
              <a:gd name="connsiteX117" fmla="*/ 5053945 w 12192000"/>
              <a:gd name="connsiteY117" fmla="*/ 5041952 h 5238841"/>
              <a:gd name="connsiteX118" fmla="*/ 5040021 w 12192000"/>
              <a:gd name="connsiteY118" fmla="*/ 5050052 h 5238841"/>
              <a:gd name="connsiteX119" fmla="*/ 5025913 w 12192000"/>
              <a:gd name="connsiteY119" fmla="*/ 5046535 h 5238841"/>
              <a:gd name="connsiteX120" fmla="*/ 4998218 w 12192000"/>
              <a:gd name="connsiteY120" fmla="*/ 5048065 h 5238841"/>
              <a:gd name="connsiteX121" fmla="*/ 4991008 w 12192000"/>
              <a:gd name="connsiteY121" fmla="*/ 5050439 h 5238841"/>
              <a:gd name="connsiteX122" fmla="*/ 4963503 w 12192000"/>
              <a:gd name="connsiteY122" fmla="*/ 5047575 h 5238841"/>
              <a:gd name="connsiteX123" fmla="*/ 4921053 w 12192000"/>
              <a:gd name="connsiteY123" fmla="*/ 5048925 h 5238841"/>
              <a:gd name="connsiteX124" fmla="*/ 4873420 w 12192000"/>
              <a:gd name="connsiteY124" fmla="*/ 5054929 h 5238841"/>
              <a:gd name="connsiteX125" fmla="*/ 4858825 w 12192000"/>
              <a:gd name="connsiteY125" fmla="*/ 5051329 h 5238841"/>
              <a:gd name="connsiteX126" fmla="*/ 4769340 w 12192000"/>
              <a:gd name="connsiteY126" fmla="*/ 5053090 h 5238841"/>
              <a:gd name="connsiteX127" fmla="*/ 4744152 w 12192000"/>
              <a:gd name="connsiteY127" fmla="*/ 5053391 h 5238841"/>
              <a:gd name="connsiteX128" fmla="*/ 4723556 w 12192000"/>
              <a:gd name="connsiteY128" fmla="*/ 5059633 h 5238841"/>
              <a:gd name="connsiteX129" fmla="*/ 4719699 w 12192000"/>
              <a:gd name="connsiteY129" fmla="*/ 5066298 h 5238841"/>
              <a:gd name="connsiteX130" fmla="*/ 4706016 w 12192000"/>
              <a:gd name="connsiteY130" fmla="*/ 5067422 h 5238841"/>
              <a:gd name="connsiteX131" fmla="*/ 4702593 w 12192000"/>
              <a:gd name="connsiteY131" fmla="*/ 5068973 h 5238841"/>
              <a:gd name="connsiteX132" fmla="*/ 4682766 w 12192000"/>
              <a:gd name="connsiteY132" fmla="*/ 5076609 h 5238841"/>
              <a:gd name="connsiteX133" fmla="*/ 4634960 w 12192000"/>
              <a:gd name="connsiteY133" fmla="*/ 5061852 h 5238841"/>
              <a:gd name="connsiteX134" fmla="*/ 4580645 w 12192000"/>
              <a:gd name="connsiteY134" fmla="*/ 5069246 h 5238841"/>
              <a:gd name="connsiteX135" fmla="*/ 4368005 w 12192000"/>
              <a:gd name="connsiteY135" fmla="*/ 5057426 h 5238841"/>
              <a:gd name="connsiteX136" fmla="*/ 4339489 w 12192000"/>
              <a:gd name="connsiteY136" fmla="*/ 5080858 h 5238841"/>
              <a:gd name="connsiteX137" fmla="*/ 4253895 w 12192000"/>
              <a:gd name="connsiteY137" fmla="*/ 5085008 h 5238841"/>
              <a:gd name="connsiteX138" fmla="*/ 3947260 w 12192000"/>
              <a:gd name="connsiteY138" fmla="*/ 5041167 h 5238841"/>
              <a:gd name="connsiteX139" fmla="*/ 3911296 w 12192000"/>
              <a:gd name="connsiteY139" fmla="*/ 5035663 h 5238841"/>
              <a:gd name="connsiteX140" fmla="*/ 3955454 w 12192000"/>
              <a:gd name="connsiteY140" fmla="*/ 5238841 h 5238841"/>
              <a:gd name="connsiteX141" fmla="*/ 3895182 w 12192000"/>
              <a:gd name="connsiteY141" fmla="*/ 5030229 h 5238841"/>
              <a:gd name="connsiteX142" fmla="*/ 3870866 w 12192000"/>
              <a:gd name="connsiteY142" fmla="*/ 5023753 h 5238841"/>
              <a:gd name="connsiteX143" fmla="*/ 3865913 w 12192000"/>
              <a:gd name="connsiteY143" fmla="*/ 5025143 h 5238841"/>
              <a:gd name="connsiteX144" fmla="*/ 3828606 w 12192000"/>
              <a:gd name="connsiteY144" fmla="*/ 5019426 h 5238841"/>
              <a:gd name="connsiteX145" fmla="*/ 3827901 w 12192000"/>
              <a:gd name="connsiteY145" fmla="*/ 5020583 h 5238841"/>
              <a:gd name="connsiteX146" fmla="*/ 3816543 w 12192000"/>
              <a:gd name="connsiteY146" fmla="*/ 5024366 h 5238841"/>
              <a:gd name="connsiteX147" fmla="*/ 3795278 w 12192000"/>
              <a:gd name="connsiteY147" fmla="*/ 5028779 h 5238841"/>
              <a:gd name="connsiteX148" fmla="*/ 3743858 w 12192000"/>
              <a:gd name="connsiteY148" fmla="*/ 5054237 h 5238841"/>
              <a:gd name="connsiteX149" fmla="*/ 3704945 w 12192000"/>
              <a:gd name="connsiteY149" fmla="*/ 5048413 h 5238841"/>
              <a:gd name="connsiteX150" fmla="*/ 3696992 w 12192000"/>
              <a:gd name="connsiteY150" fmla="*/ 5047914 h 5238841"/>
              <a:gd name="connsiteX151" fmla="*/ 3696780 w 12192000"/>
              <a:gd name="connsiteY151" fmla="*/ 5048181 h 5238841"/>
              <a:gd name="connsiteX152" fmla="*/ 3688290 w 12192000"/>
              <a:gd name="connsiteY152" fmla="*/ 5048204 h 5238841"/>
              <a:gd name="connsiteX153" fmla="*/ 3682486 w 12192000"/>
              <a:gd name="connsiteY153" fmla="*/ 5047000 h 5238841"/>
              <a:gd name="connsiteX154" fmla="*/ 3667056 w 12192000"/>
              <a:gd name="connsiteY154" fmla="*/ 5046030 h 5238841"/>
              <a:gd name="connsiteX155" fmla="*/ 3661403 w 12192000"/>
              <a:gd name="connsiteY155" fmla="*/ 5047537 h 5238841"/>
              <a:gd name="connsiteX156" fmla="*/ 3658673 w 12192000"/>
              <a:gd name="connsiteY156" fmla="*/ 5050790 h 5238841"/>
              <a:gd name="connsiteX157" fmla="*/ 3657333 w 12192000"/>
              <a:gd name="connsiteY157" fmla="*/ 5050325 h 5238841"/>
              <a:gd name="connsiteX158" fmla="*/ 3626778 w 12192000"/>
              <a:gd name="connsiteY158" fmla="*/ 5057882 h 5238841"/>
              <a:gd name="connsiteX159" fmla="*/ 3560067 w 12192000"/>
              <a:gd name="connsiteY159" fmla="*/ 5064266 h 5238841"/>
              <a:gd name="connsiteX160" fmla="*/ 3522641 w 12192000"/>
              <a:gd name="connsiteY160" fmla="*/ 5063654 h 5238841"/>
              <a:gd name="connsiteX161" fmla="*/ 3419275 w 12192000"/>
              <a:gd name="connsiteY161" fmla="*/ 5066646 h 5238841"/>
              <a:gd name="connsiteX162" fmla="*/ 3314869 w 12192000"/>
              <a:gd name="connsiteY162" fmla="*/ 5073197 h 5238841"/>
              <a:gd name="connsiteX163" fmla="*/ 3259088 w 12192000"/>
              <a:gd name="connsiteY163" fmla="*/ 5096363 h 5238841"/>
              <a:gd name="connsiteX164" fmla="*/ 3253104 w 12192000"/>
              <a:gd name="connsiteY164" fmla="*/ 5096785 h 5238841"/>
              <a:gd name="connsiteX165" fmla="*/ 3238751 w 12192000"/>
              <a:gd name="connsiteY165" fmla="*/ 5092996 h 5238841"/>
              <a:gd name="connsiteX166" fmla="*/ 3233681 w 12192000"/>
              <a:gd name="connsiteY166" fmla="*/ 5090758 h 5238841"/>
              <a:gd name="connsiteX167" fmla="*/ 3225562 w 12192000"/>
              <a:gd name="connsiteY167" fmla="*/ 5089215 h 5238841"/>
              <a:gd name="connsiteX168" fmla="*/ 3225260 w 12192000"/>
              <a:gd name="connsiteY168" fmla="*/ 5089437 h 5238841"/>
              <a:gd name="connsiteX169" fmla="*/ 3217859 w 12192000"/>
              <a:gd name="connsiteY169" fmla="*/ 5087484 h 5238841"/>
              <a:gd name="connsiteX170" fmla="*/ 3182980 w 12192000"/>
              <a:gd name="connsiteY170" fmla="*/ 5074650 h 5238841"/>
              <a:gd name="connsiteX171" fmla="*/ 3055081 w 12192000"/>
              <a:gd name="connsiteY171" fmla="*/ 5080424 h 5238841"/>
              <a:gd name="connsiteX172" fmla="*/ 3049807 w 12192000"/>
              <a:gd name="connsiteY172" fmla="*/ 5080860 h 5238841"/>
              <a:gd name="connsiteX173" fmla="*/ 3029122 w 12192000"/>
              <a:gd name="connsiteY173" fmla="*/ 5070085 h 5238841"/>
              <a:gd name="connsiteX174" fmla="*/ 3017862 w 12192000"/>
              <a:gd name="connsiteY174" fmla="*/ 5065942 h 5238841"/>
              <a:gd name="connsiteX175" fmla="*/ 3015868 w 12192000"/>
              <a:gd name="connsiteY175" fmla="*/ 5061832 h 5238841"/>
              <a:gd name="connsiteX176" fmla="*/ 2998644 w 12192000"/>
              <a:gd name="connsiteY176" fmla="*/ 5057210 h 5238841"/>
              <a:gd name="connsiteX177" fmla="*/ 2996219 w 12192000"/>
              <a:gd name="connsiteY177" fmla="*/ 5057788 h 5238841"/>
              <a:gd name="connsiteX178" fmla="*/ 2983676 w 12192000"/>
              <a:gd name="connsiteY178" fmla="*/ 5049852 h 5238841"/>
              <a:gd name="connsiteX179" fmla="*/ 2903609 w 12192000"/>
              <a:gd name="connsiteY179" fmla="*/ 4998457 h 5238841"/>
              <a:gd name="connsiteX180" fmla="*/ 2758830 w 12192000"/>
              <a:gd name="connsiteY180" fmla="*/ 4974760 h 5238841"/>
              <a:gd name="connsiteX181" fmla="*/ 2532669 w 12192000"/>
              <a:gd name="connsiteY181" fmla="*/ 4940573 h 5238841"/>
              <a:gd name="connsiteX182" fmla="*/ 2389931 w 12192000"/>
              <a:gd name="connsiteY182" fmla="*/ 4905785 h 5238841"/>
              <a:gd name="connsiteX183" fmla="*/ 2335186 w 12192000"/>
              <a:gd name="connsiteY183" fmla="*/ 4902957 h 5238841"/>
              <a:gd name="connsiteX184" fmla="*/ 2273393 w 12192000"/>
              <a:gd name="connsiteY184" fmla="*/ 4883565 h 5238841"/>
              <a:gd name="connsiteX185" fmla="*/ 2269523 w 12192000"/>
              <a:gd name="connsiteY185" fmla="*/ 4884442 h 5238841"/>
              <a:gd name="connsiteX186" fmla="*/ 2256015 w 12192000"/>
              <a:gd name="connsiteY186" fmla="*/ 4883014 h 5238841"/>
              <a:gd name="connsiteX187" fmla="*/ 2249731 w 12192000"/>
              <a:gd name="connsiteY187" fmla="*/ 4888778 h 5238841"/>
              <a:gd name="connsiteX188" fmla="*/ 2227629 w 12192000"/>
              <a:gd name="connsiteY188" fmla="*/ 4891047 h 5238841"/>
              <a:gd name="connsiteX189" fmla="*/ 2203460 w 12192000"/>
              <a:gd name="connsiteY189" fmla="*/ 4886696 h 5238841"/>
              <a:gd name="connsiteX190" fmla="*/ 2091528 w 12192000"/>
              <a:gd name="connsiteY190" fmla="*/ 4859155 h 5238841"/>
              <a:gd name="connsiteX191" fmla="*/ 2022901 w 12192000"/>
              <a:gd name="connsiteY191" fmla="*/ 4846594 h 5238841"/>
              <a:gd name="connsiteX192" fmla="*/ 1994227 w 12192000"/>
              <a:gd name="connsiteY192" fmla="*/ 4847973 h 5238841"/>
              <a:gd name="connsiteX193" fmla="*/ 1955936 w 12192000"/>
              <a:gd name="connsiteY193" fmla="*/ 4845765 h 5238841"/>
              <a:gd name="connsiteX194" fmla="*/ 1741924 w 12192000"/>
              <a:gd name="connsiteY194" fmla="*/ 4808054 h 5238841"/>
              <a:gd name="connsiteX195" fmla="*/ 1734410 w 12192000"/>
              <a:gd name="connsiteY195" fmla="*/ 4811675 h 5238841"/>
              <a:gd name="connsiteX196" fmla="*/ 1691423 w 12192000"/>
              <a:gd name="connsiteY196" fmla="*/ 4802777 h 5238841"/>
              <a:gd name="connsiteX197" fmla="*/ 1554504 w 12192000"/>
              <a:gd name="connsiteY197" fmla="*/ 4739985 h 5238841"/>
              <a:gd name="connsiteX198" fmla="*/ 1470119 w 12192000"/>
              <a:gd name="connsiteY198" fmla="*/ 4723470 h 5238841"/>
              <a:gd name="connsiteX199" fmla="*/ 1437967 w 12192000"/>
              <a:gd name="connsiteY199" fmla="*/ 4722710 h 5238841"/>
              <a:gd name="connsiteX200" fmla="*/ 1295869 w 12192000"/>
              <a:gd name="connsiteY200" fmla="*/ 4726175 h 5238841"/>
              <a:gd name="connsiteX201" fmla="*/ 1292949 w 12192000"/>
              <a:gd name="connsiteY201" fmla="*/ 4684615 h 5238841"/>
              <a:gd name="connsiteX202" fmla="*/ 1244908 w 12192000"/>
              <a:gd name="connsiteY202" fmla="*/ 4706993 h 5238841"/>
              <a:gd name="connsiteX203" fmla="*/ 1171266 w 12192000"/>
              <a:gd name="connsiteY203" fmla="*/ 4706535 h 5238841"/>
              <a:gd name="connsiteX204" fmla="*/ 1160868 w 12192000"/>
              <a:gd name="connsiteY204" fmla="*/ 4701936 h 5238841"/>
              <a:gd name="connsiteX205" fmla="*/ 1147599 w 12192000"/>
              <a:gd name="connsiteY205" fmla="*/ 4714833 h 5238841"/>
              <a:gd name="connsiteX206" fmla="*/ 1119603 w 12192000"/>
              <a:gd name="connsiteY206" fmla="*/ 4721303 h 5238841"/>
              <a:gd name="connsiteX207" fmla="*/ 997851 w 12192000"/>
              <a:gd name="connsiteY207" fmla="*/ 4722336 h 5238841"/>
              <a:gd name="connsiteX208" fmla="*/ 976455 w 12192000"/>
              <a:gd name="connsiteY208" fmla="*/ 4726407 h 5238841"/>
              <a:gd name="connsiteX209" fmla="*/ 949939 w 12192000"/>
              <a:gd name="connsiteY209" fmla="*/ 4719699 h 5238841"/>
              <a:gd name="connsiteX210" fmla="*/ 894148 w 12192000"/>
              <a:gd name="connsiteY210" fmla="*/ 4710406 h 5238841"/>
              <a:gd name="connsiteX211" fmla="*/ 857990 w 12192000"/>
              <a:gd name="connsiteY211" fmla="*/ 4696844 h 5238841"/>
              <a:gd name="connsiteX212" fmla="*/ 848649 w 12192000"/>
              <a:gd name="connsiteY212" fmla="*/ 4704021 h 5238841"/>
              <a:gd name="connsiteX213" fmla="*/ 826436 w 12192000"/>
              <a:gd name="connsiteY213" fmla="*/ 4707421 h 5238841"/>
              <a:gd name="connsiteX214" fmla="*/ 733052 w 12192000"/>
              <a:gd name="connsiteY214" fmla="*/ 4701884 h 5238841"/>
              <a:gd name="connsiteX215" fmla="*/ 716185 w 12192000"/>
              <a:gd name="connsiteY215" fmla="*/ 4648168 h 5238841"/>
              <a:gd name="connsiteX216" fmla="*/ 582722 w 12192000"/>
              <a:gd name="connsiteY216" fmla="*/ 4658637 h 5238841"/>
              <a:gd name="connsiteX217" fmla="*/ 581118 w 12192000"/>
              <a:gd name="connsiteY217" fmla="*/ 4654120 h 5238841"/>
              <a:gd name="connsiteX218" fmla="*/ 546453 w 12192000"/>
              <a:gd name="connsiteY218" fmla="*/ 4652542 h 5238841"/>
              <a:gd name="connsiteX219" fmla="*/ 536773 w 12192000"/>
              <a:gd name="connsiteY219" fmla="*/ 4644609 h 5238841"/>
              <a:gd name="connsiteX220" fmla="*/ 388896 w 12192000"/>
              <a:gd name="connsiteY220" fmla="*/ 4619173 h 5238841"/>
              <a:gd name="connsiteX221" fmla="*/ 366479 w 12192000"/>
              <a:gd name="connsiteY221" fmla="*/ 4618896 h 5238841"/>
              <a:gd name="connsiteX222" fmla="*/ 342781 w 12192000"/>
              <a:gd name="connsiteY222" fmla="*/ 4601239 h 5238841"/>
              <a:gd name="connsiteX223" fmla="*/ 255925 w 12192000"/>
              <a:gd name="connsiteY223" fmla="*/ 4598685 h 5238841"/>
              <a:gd name="connsiteX224" fmla="*/ 226919 w 12192000"/>
              <a:gd name="connsiteY224" fmla="*/ 4598460 h 5238841"/>
              <a:gd name="connsiteX225" fmla="*/ 213925 w 12192000"/>
              <a:gd name="connsiteY225" fmla="*/ 4597783 h 5238841"/>
              <a:gd name="connsiteX226" fmla="*/ 215196 w 12192000"/>
              <a:gd name="connsiteY226" fmla="*/ 4588576 h 5238841"/>
              <a:gd name="connsiteX227" fmla="*/ 180214 w 12192000"/>
              <a:gd name="connsiteY227" fmla="*/ 4583701 h 5238841"/>
              <a:gd name="connsiteX228" fmla="*/ 83203 w 12192000"/>
              <a:gd name="connsiteY228" fmla="*/ 4531664 h 5238841"/>
              <a:gd name="connsiteX229" fmla="*/ 4106 w 12192000"/>
              <a:gd name="connsiteY229" fmla="*/ 4517202 h 5238841"/>
              <a:gd name="connsiteX230" fmla="*/ 0 w 12192000"/>
              <a:gd name="connsiteY230" fmla="*/ 4516084 h 5238841"/>
              <a:gd name="connsiteX231" fmla="*/ 0 w 12192000"/>
              <a:gd name="connsiteY231" fmla="*/ 0 h 5238841"/>
              <a:gd name="connsiteX0" fmla="*/ 0 w 12192000"/>
              <a:gd name="connsiteY0" fmla="*/ 0 h 5238841"/>
              <a:gd name="connsiteX1" fmla="*/ 12192000 w 12192000"/>
              <a:gd name="connsiteY1" fmla="*/ 0 h 5238841"/>
              <a:gd name="connsiteX2" fmla="*/ 12192000 w 12192000"/>
              <a:gd name="connsiteY2" fmla="*/ 3809005 h 5238841"/>
              <a:gd name="connsiteX3" fmla="*/ 12142543 w 12192000"/>
              <a:gd name="connsiteY3" fmla="*/ 3817043 h 5238841"/>
              <a:gd name="connsiteX4" fmla="*/ 12109241 w 12192000"/>
              <a:gd name="connsiteY4" fmla="*/ 3824228 h 5238841"/>
              <a:gd name="connsiteX5" fmla="*/ 11668991 w 12192000"/>
              <a:gd name="connsiteY5" fmla="*/ 3788038 h 5238841"/>
              <a:gd name="connsiteX6" fmla="*/ 11476952 w 12192000"/>
              <a:gd name="connsiteY6" fmla="*/ 3866786 h 5238841"/>
              <a:gd name="connsiteX7" fmla="*/ 11336487 w 12192000"/>
              <a:gd name="connsiteY7" fmla="*/ 3971513 h 5238841"/>
              <a:gd name="connsiteX8" fmla="*/ 11214181 w 12192000"/>
              <a:gd name="connsiteY8" fmla="*/ 4004215 h 5238841"/>
              <a:gd name="connsiteX9" fmla="*/ 11042540 w 12192000"/>
              <a:gd name="connsiteY9" fmla="*/ 4002613 h 5238841"/>
              <a:gd name="connsiteX10" fmla="*/ 10833086 w 12192000"/>
              <a:gd name="connsiteY10" fmla="*/ 3997707 h 5238841"/>
              <a:gd name="connsiteX11" fmla="*/ 10599680 w 12192000"/>
              <a:gd name="connsiteY11" fmla="*/ 3982661 h 5238841"/>
              <a:gd name="connsiteX12" fmla="*/ 10519971 w 12192000"/>
              <a:gd name="connsiteY12" fmla="*/ 3975018 h 5238841"/>
              <a:gd name="connsiteX13" fmla="*/ 10217282 w 12192000"/>
              <a:gd name="connsiteY13" fmla="*/ 4020809 h 5238841"/>
              <a:gd name="connsiteX14" fmla="*/ 9936427 w 12192000"/>
              <a:gd name="connsiteY14" fmla="*/ 4137843 h 5238841"/>
              <a:gd name="connsiteX15" fmla="*/ 9800299 w 12192000"/>
              <a:gd name="connsiteY15" fmla="*/ 4186098 h 5238841"/>
              <a:gd name="connsiteX16" fmla="*/ 9707822 w 12192000"/>
              <a:gd name="connsiteY16" fmla="*/ 4189102 h 5238841"/>
              <a:gd name="connsiteX17" fmla="*/ 9543973 w 12192000"/>
              <a:gd name="connsiteY17" fmla="*/ 4245802 h 5238841"/>
              <a:gd name="connsiteX18" fmla="*/ 9528747 w 12192000"/>
              <a:gd name="connsiteY18" fmla="*/ 4251724 h 5238841"/>
              <a:gd name="connsiteX19" fmla="*/ 9436976 w 12192000"/>
              <a:gd name="connsiteY19" fmla="*/ 4269351 h 5238841"/>
              <a:gd name="connsiteX20" fmla="*/ 9371827 w 12192000"/>
              <a:gd name="connsiteY20" fmla="*/ 4303912 h 5238841"/>
              <a:gd name="connsiteX21" fmla="*/ 9260304 w 12192000"/>
              <a:gd name="connsiteY21" fmla="*/ 4328021 h 5238841"/>
              <a:gd name="connsiteX22" fmla="*/ 9148799 w 12192000"/>
              <a:gd name="connsiteY22" fmla="*/ 4348506 h 5238841"/>
              <a:gd name="connsiteX23" fmla="*/ 9107898 w 12192000"/>
              <a:gd name="connsiteY23" fmla="*/ 4354282 h 5238841"/>
              <a:gd name="connsiteX24" fmla="*/ 8990743 w 12192000"/>
              <a:gd name="connsiteY24" fmla="*/ 4382161 h 5238841"/>
              <a:gd name="connsiteX25" fmla="*/ 8979819 w 12192000"/>
              <a:gd name="connsiteY25" fmla="*/ 4366419 h 5238841"/>
              <a:gd name="connsiteX26" fmla="*/ 8936044 w 12192000"/>
              <a:gd name="connsiteY26" fmla="*/ 4370992 h 5238841"/>
              <a:gd name="connsiteX27" fmla="*/ 8897707 w 12192000"/>
              <a:gd name="connsiteY27" fmla="*/ 4392673 h 5238841"/>
              <a:gd name="connsiteX28" fmla="*/ 8845635 w 12192000"/>
              <a:gd name="connsiteY28" fmla="*/ 4404300 h 5238841"/>
              <a:gd name="connsiteX29" fmla="*/ 8814562 w 12192000"/>
              <a:gd name="connsiteY29" fmla="*/ 4411434 h 5238841"/>
              <a:gd name="connsiteX30" fmla="*/ 8726349 w 12192000"/>
              <a:gd name="connsiteY30" fmla="*/ 4416668 h 5238841"/>
              <a:gd name="connsiteX31" fmla="*/ 8566678 w 12192000"/>
              <a:gd name="connsiteY31" fmla="*/ 4391711 h 5238841"/>
              <a:gd name="connsiteX32" fmla="*/ 8521516 w 12192000"/>
              <a:gd name="connsiteY32" fmla="*/ 4393927 h 5238841"/>
              <a:gd name="connsiteX33" fmla="*/ 8515998 w 12192000"/>
              <a:gd name="connsiteY33" fmla="*/ 4399124 h 5238841"/>
              <a:gd name="connsiteX34" fmla="*/ 8449547 w 12192000"/>
              <a:gd name="connsiteY34" fmla="*/ 4383170 h 5238841"/>
              <a:gd name="connsiteX35" fmla="*/ 8360285 w 12192000"/>
              <a:gd name="connsiteY35" fmla="*/ 4398502 h 5238841"/>
              <a:gd name="connsiteX36" fmla="*/ 8256584 w 12192000"/>
              <a:gd name="connsiteY36" fmla="*/ 4423564 h 5238841"/>
              <a:gd name="connsiteX37" fmla="*/ 8229821 w 12192000"/>
              <a:gd name="connsiteY37" fmla="*/ 4431840 h 5238841"/>
              <a:gd name="connsiteX38" fmla="*/ 8158476 w 12192000"/>
              <a:gd name="connsiteY38" fmla="*/ 4436904 h 5238841"/>
              <a:gd name="connsiteX39" fmla="*/ 7993707 w 12192000"/>
              <a:gd name="connsiteY39" fmla="*/ 4447962 h 5238841"/>
              <a:gd name="connsiteX40" fmla="*/ 7990346 w 12192000"/>
              <a:gd name="connsiteY40" fmla="*/ 4454853 h 5238841"/>
              <a:gd name="connsiteX41" fmla="*/ 7976786 w 12192000"/>
              <a:gd name="connsiteY41" fmla="*/ 4456820 h 5238841"/>
              <a:gd name="connsiteX42" fmla="*/ 7973491 w 12192000"/>
              <a:gd name="connsiteY42" fmla="*/ 4458577 h 5238841"/>
              <a:gd name="connsiteX43" fmla="*/ 7954281 w 12192000"/>
              <a:gd name="connsiteY43" fmla="*/ 4467421 h 5238841"/>
              <a:gd name="connsiteX44" fmla="*/ 7905540 w 12192000"/>
              <a:gd name="connsiteY44" fmla="*/ 4455628 h 5238841"/>
              <a:gd name="connsiteX45" fmla="*/ 7851932 w 12192000"/>
              <a:gd name="connsiteY45" fmla="*/ 4466353 h 5238841"/>
              <a:gd name="connsiteX46" fmla="*/ 7639078 w 12192000"/>
              <a:gd name="connsiteY46" fmla="*/ 4467635 h 5238841"/>
              <a:gd name="connsiteX47" fmla="*/ 7612359 w 12192000"/>
              <a:gd name="connsiteY47" fmla="*/ 4492789 h 5238841"/>
              <a:gd name="connsiteX48" fmla="*/ 7527328 w 12192000"/>
              <a:gd name="connsiteY48" fmla="*/ 4502199 h 5238841"/>
              <a:gd name="connsiteX49" fmla="*/ 7388717 w 12192000"/>
              <a:gd name="connsiteY49" fmla="*/ 4470799 h 5238841"/>
              <a:gd name="connsiteX50" fmla="*/ 7231898 w 12192000"/>
              <a:gd name="connsiteY50" fmla="*/ 4486028 h 5238841"/>
              <a:gd name="connsiteX51" fmla="*/ 7218425 w 12192000"/>
              <a:gd name="connsiteY51" fmla="*/ 4477288 h 5238841"/>
              <a:gd name="connsiteX52" fmla="*/ 7202795 w 12192000"/>
              <a:gd name="connsiteY52" fmla="*/ 4472972 h 5238841"/>
              <a:gd name="connsiteX53" fmla="*/ 7200744 w 12192000"/>
              <a:gd name="connsiteY53" fmla="*/ 4474099 h 5238841"/>
              <a:gd name="connsiteX54" fmla="*/ 7182163 w 12192000"/>
              <a:gd name="connsiteY54" fmla="*/ 4474005 h 5238841"/>
              <a:gd name="connsiteX55" fmla="*/ 7178368 w 12192000"/>
              <a:gd name="connsiteY55" fmla="*/ 4470673 h 5238841"/>
              <a:gd name="connsiteX56" fmla="*/ 7165705 w 12192000"/>
              <a:gd name="connsiteY56" fmla="*/ 4469569 h 5238841"/>
              <a:gd name="connsiteX57" fmla="*/ 7140991 w 12192000"/>
              <a:gd name="connsiteY57" fmla="*/ 4464599 h 5238841"/>
              <a:gd name="connsiteX58" fmla="*/ 7136152 w 12192000"/>
              <a:gd name="connsiteY58" fmla="*/ 4466292 h 5238841"/>
              <a:gd name="connsiteX59" fmla="*/ 7098544 w 12192000"/>
              <a:gd name="connsiteY59" fmla="*/ 4462879 h 5238841"/>
              <a:gd name="connsiteX60" fmla="*/ 7097922 w 12192000"/>
              <a:gd name="connsiteY60" fmla="*/ 4464077 h 5238841"/>
              <a:gd name="connsiteX61" fmla="*/ 7086877 w 12192000"/>
              <a:gd name="connsiteY61" fmla="*/ 4468554 h 5238841"/>
              <a:gd name="connsiteX62" fmla="*/ 7065999 w 12192000"/>
              <a:gd name="connsiteY62" fmla="*/ 4474270 h 5238841"/>
              <a:gd name="connsiteX63" fmla="*/ 7016598 w 12192000"/>
              <a:gd name="connsiteY63" fmla="*/ 4502855 h 5238841"/>
              <a:gd name="connsiteX64" fmla="*/ 6977375 w 12192000"/>
              <a:gd name="connsiteY64" fmla="*/ 4499434 h 5238841"/>
              <a:gd name="connsiteX65" fmla="*/ 6969409 w 12192000"/>
              <a:gd name="connsiteY65" fmla="*/ 4499424 h 5238841"/>
              <a:gd name="connsiteX66" fmla="*/ 6969218 w 12192000"/>
              <a:gd name="connsiteY66" fmla="*/ 4499704 h 5238841"/>
              <a:gd name="connsiteX67" fmla="*/ 6960755 w 12192000"/>
              <a:gd name="connsiteY67" fmla="*/ 4500249 h 5238841"/>
              <a:gd name="connsiteX68" fmla="*/ 6954882 w 12192000"/>
              <a:gd name="connsiteY68" fmla="*/ 4499405 h 5238841"/>
              <a:gd name="connsiteX69" fmla="*/ 6939428 w 12192000"/>
              <a:gd name="connsiteY69" fmla="*/ 4499385 h 5238841"/>
              <a:gd name="connsiteX70" fmla="*/ 6933902 w 12192000"/>
              <a:gd name="connsiteY70" fmla="*/ 4501239 h 5238841"/>
              <a:gd name="connsiteX71" fmla="*/ 6891244 w 12192000"/>
              <a:gd name="connsiteY71" fmla="*/ 4536371 h 5238841"/>
              <a:gd name="connsiteX72" fmla="*/ 6794496 w 12192000"/>
              <a:gd name="connsiteY72" fmla="*/ 4567924 h 5238841"/>
              <a:gd name="connsiteX73" fmla="*/ 6574528 w 12192000"/>
              <a:gd name="connsiteY73" fmla="*/ 4641155 h 5238841"/>
              <a:gd name="connsiteX74" fmla="*/ 6573036 w 12192000"/>
              <a:gd name="connsiteY74" fmla="*/ 4641049 h 5238841"/>
              <a:gd name="connsiteX75" fmla="*/ 6571920 w 12192000"/>
              <a:gd name="connsiteY75" fmla="*/ 4644739 h 5238841"/>
              <a:gd name="connsiteX76" fmla="*/ 6552021 w 12192000"/>
              <a:gd name="connsiteY76" fmla="*/ 4650379 h 5238841"/>
              <a:gd name="connsiteX77" fmla="*/ 6545925 w 12192000"/>
              <a:gd name="connsiteY77" fmla="*/ 4650675 h 5238841"/>
              <a:gd name="connsiteX78" fmla="*/ 6537822 w 12192000"/>
              <a:gd name="connsiteY78" fmla="*/ 4652769 h 5238841"/>
              <a:gd name="connsiteX79" fmla="*/ 6537743 w 12192000"/>
              <a:gd name="connsiteY79" fmla="*/ 4653068 h 5238841"/>
              <a:gd name="connsiteX80" fmla="*/ 6490057 w 12192000"/>
              <a:gd name="connsiteY80" fmla="*/ 4658624 h 5238841"/>
              <a:gd name="connsiteX81" fmla="*/ 6386800 w 12192000"/>
              <a:gd name="connsiteY81" fmla="*/ 4715431 h 5238841"/>
              <a:gd name="connsiteX82" fmla="*/ 6382703 w 12192000"/>
              <a:gd name="connsiteY82" fmla="*/ 4717930 h 5238841"/>
              <a:gd name="connsiteX83" fmla="*/ 6356495 w 12192000"/>
              <a:gd name="connsiteY83" fmla="*/ 4717843 h 5238841"/>
              <a:gd name="connsiteX84" fmla="*/ 6343628 w 12192000"/>
              <a:gd name="connsiteY84" fmla="*/ 4719161 h 5238841"/>
              <a:gd name="connsiteX85" fmla="*/ 6338605 w 12192000"/>
              <a:gd name="connsiteY85" fmla="*/ 4716723 h 5238841"/>
              <a:gd name="connsiteX86" fmla="*/ 6320318 w 12192000"/>
              <a:gd name="connsiteY86" fmla="*/ 4720095 h 5238841"/>
              <a:gd name="connsiteX87" fmla="*/ 6318742 w 12192000"/>
              <a:gd name="connsiteY87" fmla="*/ 4721541 h 5238841"/>
              <a:gd name="connsiteX88" fmla="*/ 6301708 w 12192000"/>
              <a:gd name="connsiteY88" fmla="*/ 4720380 h 5238841"/>
              <a:gd name="connsiteX89" fmla="*/ 6285082 w 12192000"/>
              <a:gd name="connsiteY89" fmla="*/ 4714639 h 5238841"/>
              <a:gd name="connsiteX90" fmla="*/ 6136936 w 12192000"/>
              <a:gd name="connsiteY90" fmla="*/ 4758246 h 5238841"/>
              <a:gd name="connsiteX91" fmla="*/ 5988578 w 12192000"/>
              <a:gd name="connsiteY91" fmla="*/ 4754427 h 5238841"/>
              <a:gd name="connsiteX92" fmla="*/ 5908701 w 12192000"/>
              <a:gd name="connsiteY92" fmla="*/ 4779160 h 5238841"/>
              <a:gd name="connsiteX93" fmla="*/ 5892219 w 12192000"/>
              <a:gd name="connsiteY93" fmla="*/ 4807892 h 5238841"/>
              <a:gd name="connsiteX94" fmla="*/ 5683612 w 12192000"/>
              <a:gd name="connsiteY94" fmla="*/ 4848770 h 5238841"/>
              <a:gd name="connsiteX95" fmla="*/ 5635111 w 12192000"/>
              <a:gd name="connsiteY95" fmla="*/ 4868888 h 5238841"/>
              <a:gd name="connsiteX96" fmla="*/ 5582652 w 12192000"/>
              <a:gd name="connsiteY96" fmla="*/ 4866836 h 5238841"/>
              <a:gd name="connsiteX97" fmla="*/ 5567213 w 12192000"/>
              <a:gd name="connsiteY97" fmla="*/ 4878769 h 5238841"/>
              <a:gd name="connsiteX98" fmla="*/ 5564659 w 12192000"/>
              <a:gd name="connsiteY98" fmla="*/ 4881042 h 5238841"/>
              <a:gd name="connsiteX99" fmla="*/ 5552102 w 12192000"/>
              <a:gd name="connsiteY99" fmla="*/ 4885426 h 5238841"/>
              <a:gd name="connsiteX100" fmla="*/ 5551475 w 12192000"/>
              <a:gd name="connsiteY100" fmla="*/ 4892560 h 5238841"/>
              <a:gd name="connsiteX101" fmla="*/ 5534664 w 12192000"/>
              <a:gd name="connsiteY101" fmla="*/ 4903385 h 5238841"/>
              <a:gd name="connsiteX102" fmla="*/ 5510737 w 12192000"/>
              <a:gd name="connsiteY102" fmla="*/ 4909807 h 5238841"/>
              <a:gd name="connsiteX103" fmla="*/ 5393901 w 12192000"/>
              <a:gd name="connsiteY103" fmla="*/ 4933709 h 5238841"/>
              <a:gd name="connsiteX104" fmla="*/ 5325782 w 12192000"/>
              <a:gd name="connsiteY104" fmla="*/ 4951789 h 5238841"/>
              <a:gd name="connsiteX105" fmla="*/ 5302703 w 12192000"/>
              <a:gd name="connsiteY105" fmla="*/ 4964590 h 5238841"/>
              <a:gd name="connsiteX106" fmla="*/ 5268591 w 12192000"/>
              <a:gd name="connsiteY106" fmla="*/ 4978479 h 5238841"/>
              <a:gd name="connsiteX107" fmla="*/ 5210559 w 12192000"/>
              <a:gd name="connsiteY107" fmla="*/ 5007585 h 5238841"/>
              <a:gd name="connsiteX108" fmla="*/ 5177597 w 12192000"/>
              <a:gd name="connsiteY108" fmla="*/ 5015926 h 5238841"/>
              <a:gd name="connsiteX109" fmla="*/ 5160569 w 12192000"/>
              <a:gd name="connsiteY109" fmla="*/ 5025681 h 5238841"/>
              <a:gd name="connsiteX110" fmla="*/ 5152748 w 12192000"/>
              <a:gd name="connsiteY110" fmla="*/ 5026569 h 5238841"/>
              <a:gd name="connsiteX111" fmla="*/ 5127678 w 12192000"/>
              <a:gd name="connsiteY111" fmla="*/ 5032947 h 5238841"/>
              <a:gd name="connsiteX112" fmla="*/ 5113147 w 12192000"/>
              <a:gd name="connsiteY112" fmla="*/ 5035818 h 5238841"/>
              <a:gd name="connsiteX113" fmla="*/ 5107301 w 12192000"/>
              <a:gd name="connsiteY113" fmla="*/ 5036672 h 5238841"/>
              <a:gd name="connsiteX114" fmla="*/ 5093215 w 12192000"/>
              <a:gd name="connsiteY114" fmla="*/ 5032880 h 5238841"/>
              <a:gd name="connsiteX115" fmla="*/ 5077058 w 12192000"/>
              <a:gd name="connsiteY115" fmla="*/ 5038681 h 5238841"/>
              <a:gd name="connsiteX116" fmla="*/ 5057349 w 12192000"/>
              <a:gd name="connsiteY116" fmla="*/ 5036015 h 5238841"/>
              <a:gd name="connsiteX117" fmla="*/ 5053945 w 12192000"/>
              <a:gd name="connsiteY117" fmla="*/ 5041952 h 5238841"/>
              <a:gd name="connsiteX118" fmla="*/ 5040021 w 12192000"/>
              <a:gd name="connsiteY118" fmla="*/ 5050052 h 5238841"/>
              <a:gd name="connsiteX119" fmla="*/ 5025913 w 12192000"/>
              <a:gd name="connsiteY119" fmla="*/ 5046535 h 5238841"/>
              <a:gd name="connsiteX120" fmla="*/ 4998218 w 12192000"/>
              <a:gd name="connsiteY120" fmla="*/ 5048065 h 5238841"/>
              <a:gd name="connsiteX121" fmla="*/ 4991008 w 12192000"/>
              <a:gd name="connsiteY121" fmla="*/ 5050439 h 5238841"/>
              <a:gd name="connsiteX122" fmla="*/ 4963503 w 12192000"/>
              <a:gd name="connsiteY122" fmla="*/ 5047575 h 5238841"/>
              <a:gd name="connsiteX123" fmla="*/ 4921053 w 12192000"/>
              <a:gd name="connsiteY123" fmla="*/ 5048925 h 5238841"/>
              <a:gd name="connsiteX124" fmla="*/ 4873420 w 12192000"/>
              <a:gd name="connsiteY124" fmla="*/ 5054929 h 5238841"/>
              <a:gd name="connsiteX125" fmla="*/ 4858825 w 12192000"/>
              <a:gd name="connsiteY125" fmla="*/ 5051329 h 5238841"/>
              <a:gd name="connsiteX126" fmla="*/ 4769340 w 12192000"/>
              <a:gd name="connsiteY126" fmla="*/ 5053090 h 5238841"/>
              <a:gd name="connsiteX127" fmla="*/ 4744152 w 12192000"/>
              <a:gd name="connsiteY127" fmla="*/ 5053391 h 5238841"/>
              <a:gd name="connsiteX128" fmla="*/ 4723556 w 12192000"/>
              <a:gd name="connsiteY128" fmla="*/ 5059633 h 5238841"/>
              <a:gd name="connsiteX129" fmla="*/ 4719699 w 12192000"/>
              <a:gd name="connsiteY129" fmla="*/ 5066298 h 5238841"/>
              <a:gd name="connsiteX130" fmla="*/ 4706016 w 12192000"/>
              <a:gd name="connsiteY130" fmla="*/ 5067422 h 5238841"/>
              <a:gd name="connsiteX131" fmla="*/ 4702593 w 12192000"/>
              <a:gd name="connsiteY131" fmla="*/ 5068973 h 5238841"/>
              <a:gd name="connsiteX132" fmla="*/ 4682766 w 12192000"/>
              <a:gd name="connsiteY132" fmla="*/ 5076609 h 5238841"/>
              <a:gd name="connsiteX133" fmla="*/ 4634960 w 12192000"/>
              <a:gd name="connsiteY133" fmla="*/ 5061852 h 5238841"/>
              <a:gd name="connsiteX134" fmla="*/ 4580645 w 12192000"/>
              <a:gd name="connsiteY134" fmla="*/ 5069246 h 5238841"/>
              <a:gd name="connsiteX135" fmla="*/ 4368005 w 12192000"/>
              <a:gd name="connsiteY135" fmla="*/ 5057426 h 5238841"/>
              <a:gd name="connsiteX136" fmla="*/ 4339489 w 12192000"/>
              <a:gd name="connsiteY136" fmla="*/ 5080858 h 5238841"/>
              <a:gd name="connsiteX137" fmla="*/ 4253895 w 12192000"/>
              <a:gd name="connsiteY137" fmla="*/ 5085008 h 5238841"/>
              <a:gd name="connsiteX138" fmla="*/ 4082432 w 12192000"/>
              <a:gd name="connsiteY138" fmla="*/ 5176339 h 5238841"/>
              <a:gd name="connsiteX139" fmla="*/ 3911296 w 12192000"/>
              <a:gd name="connsiteY139" fmla="*/ 5035663 h 5238841"/>
              <a:gd name="connsiteX140" fmla="*/ 3955454 w 12192000"/>
              <a:gd name="connsiteY140" fmla="*/ 5238841 h 5238841"/>
              <a:gd name="connsiteX141" fmla="*/ 3895182 w 12192000"/>
              <a:gd name="connsiteY141" fmla="*/ 5030229 h 5238841"/>
              <a:gd name="connsiteX142" fmla="*/ 3870866 w 12192000"/>
              <a:gd name="connsiteY142" fmla="*/ 5023753 h 5238841"/>
              <a:gd name="connsiteX143" fmla="*/ 3865913 w 12192000"/>
              <a:gd name="connsiteY143" fmla="*/ 5025143 h 5238841"/>
              <a:gd name="connsiteX144" fmla="*/ 3828606 w 12192000"/>
              <a:gd name="connsiteY144" fmla="*/ 5019426 h 5238841"/>
              <a:gd name="connsiteX145" fmla="*/ 3827901 w 12192000"/>
              <a:gd name="connsiteY145" fmla="*/ 5020583 h 5238841"/>
              <a:gd name="connsiteX146" fmla="*/ 3816543 w 12192000"/>
              <a:gd name="connsiteY146" fmla="*/ 5024366 h 5238841"/>
              <a:gd name="connsiteX147" fmla="*/ 3795278 w 12192000"/>
              <a:gd name="connsiteY147" fmla="*/ 5028779 h 5238841"/>
              <a:gd name="connsiteX148" fmla="*/ 3743858 w 12192000"/>
              <a:gd name="connsiteY148" fmla="*/ 5054237 h 5238841"/>
              <a:gd name="connsiteX149" fmla="*/ 3704945 w 12192000"/>
              <a:gd name="connsiteY149" fmla="*/ 5048413 h 5238841"/>
              <a:gd name="connsiteX150" fmla="*/ 3696992 w 12192000"/>
              <a:gd name="connsiteY150" fmla="*/ 5047914 h 5238841"/>
              <a:gd name="connsiteX151" fmla="*/ 3696780 w 12192000"/>
              <a:gd name="connsiteY151" fmla="*/ 5048181 h 5238841"/>
              <a:gd name="connsiteX152" fmla="*/ 3688290 w 12192000"/>
              <a:gd name="connsiteY152" fmla="*/ 5048204 h 5238841"/>
              <a:gd name="connsiteX153" fmla="*/ 3682486 w 12192000"/>
              <a:gd name="connsiteY153" fmla="*/ 5047000 h 5238841"/>
              <a:gd name="connsiteX154" fmla="*/ 3667056 w 12192000"/>
              <a:gd name="connsiteY154" fmla="*/ 5046030 h 5238841"/>
              <a:gd name="connsiteX155" fmla="*/ 3661403 w 12192000"/>
              <a:gd name="connsiteY155" fmla="*/ 5047537 h 5238841"/>
              <a:gd name="connsiteX156" fmla="*/ 3658673 w 12192000"/>
              <a:gd name="connsiteY156" fmla="*/ 5050790 h 5238841"/>
              <a:gd name="connsiteX157" fmla="*/ 3657333 w 12192000"/>
              <a:gd name="connsiteY157" fmla="*/ 5050325 h 5238841"/>
              <a:gd name="connsiteX158" fmla="*/ 3626778 w 12192000"/>
              <a:gd name="connsiteY158" fmla="*/ 5057882 h 5238841"/>
              <a:gd name="connsiteX159" fmla="*/ 3560067 w 12192000"/>
              <a:gd name="connsiteY159" fmla="*/ 5064266 h 5238841"/>
              <a:gd name="connsiteX160" fmla="*/ 3522641 w 12192000"/>
              <a:gd name="connsiteY160" fmla="*/ 5063654 h 5238841"/>
              <a:gd name="connsiteX161" fmla="*/ 3419275 w 12192000"/>
              <a:gd name="connsiteY161" fmla="*/ 5066646 h 5238841"/>
              <a:gd name="connsiteX162" fmla="*/ 3314869 w 12192000"/>
              <a:gd name="connsiteY162" fmla="*/ 5073197 h 5238841"/>
              <a:gd name="connsiteX163" fmla="*/ 3259088 w 12192000"/>
              <a:gd name="connsiteY163" fmla="*/ 5096363 h 5238841"/>
              <a:gd name="connsiteX164" fmla="*/ 3253104 w 12192000"/>
              <a:gd name="connsiteY164" fmla="*/ 5096785 h 5238841"/>
              <a:gd name="connsiteX165" fmla="*/ 3238751 w 12192000"/>
              <a:gd name="connsiteY165" fmla="*/ 5092996 h 5238841"/>
              <a:gd name="connsiteX166" fmla="*/ 3233681 w 12192000"/>
              <a:gd name="connsiteY166" fmla="*/ 5090758 h 5238841"/>
              <a:gd name="connsiteX167" fmla="*/ 3225562 w 12192000"/>
              <a:gd name="connsiteY167" fmla="*/ 5089215 h 5238841"/>
              <a:gd name="connsiteX168" fmla="*/ 3225260 w 12192000"/>
              <a:gd name="connsiteY168" fmla="*/ 5089437 h 5238841"/>
              <a:gd name="connsiteX169" fmla="*/ 3217859 w 12192000"/>
              <a:gd name="connsiteY169" fmla="*/ 5087484 h 5238841"/>
              <a:gd name="connsiteX170" fmla="*/ 3182980 w 12192000"/>
              <a:gd name="connsiteY170" fmla="*/ 5074650 h 5238841"/>
              <a:gd name="connsiteX171" fmla="*/ 3055081 w 12192000"/>
              <a:gd name="connsiteY171" fmla="*/ 5080424 h 5238841"/>
              <a:gd name="connsiteX172" fmla="*/ 3049807 w 12192000"/>
              <a:gd name="connsiteY172" fmla="*/ 5080860 h 5238841"/>
              <a:gd name="connsiteX173" fmla="*/ 3029122 w 12192000"/>
              <a:gd name="connsiteY173" fmla="*/ 5070085 h 5238841"/>
              <a:gd name="connsiteX174" fmla="*/ 3017862 w 12192000"/>
              <a:gd name="connsiteY174" fmla="*/ 5065942 h 5238841"/>
              <a:gd name="connsiteX175" fmla="*/ 3015868 w 12192000"/>
              <a:gd name="connsiteY175" fmla="*/ 5061832 h 5238841"/>
              <a:gd name="connsiteX176" fmla="*/ 2998644 w 12192000"/>
              <a:gd name="connsiteY176" fmla="*/ 5057210 h 5238841"/>
              <a:gd name="connsiteX177" fmla="*/ 2996219 w 12192000"/>
              <a:gd name="connsiteY177" fmla="*/ 5057788 h 5238841"/>
              <a:gd name="connsiteX178" fmla="*/ 2983676 w 12192000"/>
              <a:gd name="connsiteY178" fmla="*/ 5049852 h 5238841"/>
              <a:gd name="connsiteX179" fmla="*/ 2903609 w 12192000"/>
              <a:gd name="connsiteY179" fmla="*/ 4998457 h 5238841"/>
              <a:gd name="connsiteX180" fmla="*/ 2758830 w 12192000"/>
              <a:gd name="connsiteY180" fmla="*/ 4974760 h 5238841"/>
              <a:gd name="connsiteX181" fmla="*/ 2532669 w 12192000"/>
              <a:gd name="connsiteY181" fmla="*/ 4940573 h 5238841"/>
              <a:gd name="connsiteX182" fmla="*/ 2389931 w 12192000"/>
              <a:gd name="connsiteY182" fmla="*/ 4905785 h 5238841"/>
              <a:gd name="connsiteX183" fmla="*/ 2335186 w 12192000"/>
              <a:gd name="connsiteY183" fmla="*/ 4902957 h 5238841"/>
              <a:gd name="connsiteX184" fmla="*/ 2273393 w 12192000"/>
              <a:gd name="connsiteY184" fmla="*/ 4883565 h 5238841"/>
              <a:gd name="connsiteX185" fmla="*/ 2269523 w 12192000"/>
              <a:gd name="connsiteY185" fmla="*/ 4884442 h 5238841"/>
              <a:gd name="connsiteX186" fmla="*/ 2256015 w 12192000"/>
              <a:gd name="connsiteY186" fmla="*/ 4883014 h 5238841"/>
              <a:gd name="connsiteX187" fmla="*/ 2249731 w 12192000"/>
              <a:gd name="connsiteY187" fmla="*/ 4888778 h 5238841"/>
              <a:gd name="connsiteX188" fmla="*/ 2227629 w 12192000"/>
              <a:gd name="connsiteY188" fmla="*/ 4891047 h 5238841"/>
              <a:gd name="connsiteX189" fmla="*/ 2203460 w 12192000"/>
              <a:gd name="connsiteY189" fmla="*/ 4886696 h 5238841"/>
              <a:gd name="connsiteX190" fmla="*/ 2091528 w 12192000"/>
              <a:gd name="connsiteY190" fmla="*/ 4859155 h 5238841"/>
              <a:gd name="connsiteX191" fmla="*/ 2022901 w 12192000"/>
              <a:gd name="connsiteY191" fmla="*/ 4846594 h 5238841"/>
              <a:gd name="connsiteX192" fmla="*/ 1994227 w 12192000"/>
              <a:gd name="connsiteY192" fmla="*/ 4847973 h 5238841"/>
              <a:gd name="connsiteX193" fmla="*/ 1955936 w 12192000"/>
              <a:gd name="connsiteY193" fmla="*/ 4845765 h 5238841"/>
              <a:gd name="connsiteX194" fmla="*/ 1741924 w 12192000"/>
              <a:gd name="connsiteY194" fmla="*/ 4808054 h 5238841"/>
              <a:gd name="connsiteX195" fmla="*/ 1734410 w 12192000"/>
              <a:gd name="connsiteY195" fmla="*/ 4811675 h 5238841"/>
              <a:gd name="connsiteX196" fmla="*/ 1691423 w 12192000"/>
              <a:gd name="connsiteY196" fmla="*/ 4802777 h 5238841"/>
              <a:gd name="connsiteX197" fmla="*/ 1554504 w 12192000"/>
              <a:gd name="connsiteY197" fmla="*/ 4739985 h 5238841"/>
              <a:gd name="connsiteX198" fmla="*/ 1470119 w 12192000"/>
              <a:gd name="connsiteY198" fmla="*/ 4723470 h 5238841"/>
              <a:gd name="connsiteX199" fmla="*/ 1437967 w 12192000"/>
              <a:gd name="connsiteY199" fmla="*/ 4722710 h 5238841"/>
              <a:gd name="connsiteX200" fmla="*/ 1295869 w 12192000"/>
              <a:gd name="connsiteY200" fmla="*/ 4726175 h 5238841"/>
              <a:gd name="connsiteX201" fmla="*/ 1292949 w 12192000"/>
              <a:gd name="connsiteY201" fmla="*/ 4684615 h 5238841"/>
              <a:gd name="connsiteX202" fmla="*/ 1244908 w 12192000"/>
              <a:gd name="connsiteY202" fmla="*/ 4706993 h 5238841"/>
              <a:gd name="connsiteX203" fmla="*/ 1171266 w 12192000"/>
              <a:gd name="connsiteY203" fmla="*/ 4706535 h 5238841"/>
              <a:gd name="connsiteX204" fmla="*/ 1160868 w 12192000"/>
              <a:gd name="connsiteY204" fmla="*/ 4701936 h 5238841"/>
              <a:gd name="connsiteX205" fmla="*/ 1147599 w 12192000"/>
              <a:gd name="connsiteY205" fmla="*/ 4714833 h 5238841"/>
              <a:gd name="connsiteX206" fmla="*/ 1119603 w 12192000"/>
              <a:gd name="connsiteY206" fmla="*/ 4721303 h 5238841"/>
              <a:gd name="connsiteX207" fmla="*/ 997851 w 12192000"/>
              <a:gd name="connsiteY207" fmla="*/ 4722336 h 5238841"/>
              <a:gd name="connsiteX208" fmla="*/ 976455 w 12192000"/>
              <a:gd name="connsiteY208" fmla="*/ 4726407 h 5238841"/>
              <a:gd name="connsiteX209" fmla="*/ 949939 w 12192000"/>
              <a:gd name="connsiteY209" fmla="*/ 4719699 h 5238841"/>
              <a:gd name="connsiteX210" fmla="*/ 894148 w 12192000"/>
              <a:gd name="connsiteY210" fmla="*/ 4710406 h 5238841"/>
              <a:gd name="connsiteX211" fmla="*/ 857990 w 12192000"/>
              <a:gd name="connsiteY211" fmla="*/ 4696844 h 5238841"/>
              <a:gd name="connsiteX212" fmla="*/ 848649 w 12192000"/>
              <a:gd name="connsiteY212" fmla="*/ 4704021 h 5238841"/>
              <a:gd name="connsiteX213" fmla="*/ 826436 w 12192000"/>
              <a:gd name="connsiteY213" fmla="*/ 4707421 h 5238841"/>
              <a:gd name="connsiteX214" fmla="*/ 733052 w 12192000"/>
              <a:gd name="connsiteY214" fmla="*/ 4701884 h 5238841"/>
              <a:gd name="connsiteX215" fmla="*/ 716185 w 12192000"/>
              <a:gd name="connsiteY215" fmla="*/ 4648168 h 5238841"/>
              <a:gd name="connsiteX216" fmla="*/ 582722 w 12192000"/>
              <a:gd name="connsiteY216" fmla="*/ 4658637 h 5238841"/>
              <a:gd name="connsiteX217" fmla="*/ 581118 w 12192000"/>
              <a:gd name="connsiteY217" fmla="*/ 4654120 h 5238841"/>
              <a:gd name="connsiteX218" fmla="*/ 546453 w 12192000"/>
              <a:gd name="connsiteY218" fmla="*/ 4652542 h 5238841"/>
              <a:gd name="connsiteX219" fmla="*/ 536773 w 12192000"/>
              <a:gd name="connsiteY219" fmla="*/ 4644609 h 5238841"/>
              <a:gd name="connsiteX220" fmla="*/ 388896 w 12192000"/>
              <a:gd name="connsiteY220" fmla="*/ 4619173 h 5238841"/>
              <a:gd name="connsiteX221" fmla="*/ 366479 w 12192000"/>
              <a:gd name="connsiteY221" fmla="*/ 4618896 h 5238841"/>
              <a:gd name="connsiteX222" fmla="*/ 342781 w 12192000"/>
              <a:gd name="connsiteY222" fmla="*/ 4601239 h 5238841"/>
              <a:gd name="connsiteX223" fmla="*/ 255925 w 12192000"/>
              <a:gd name="connsiteY223" fmla="*/ 4598685 h 5238841"/>
              <a:gd name="connsiteX224" fmla="*/ 226919 w 12192000"/>
              <a:gd name="connsiteY224" fmla="*/ 4598460 h 5238841"/>
              <a:gd name="connsiteX225" fmla="*/ 213925 w 12192000"/>
              <a:gd name="connsiteY225" fmla="*/ 4597783 h 5238841"/>
              <a:gd name="connsiteX226" fmla="*/ 215196 w 12192000"/>
              <a:gd name="connsiteY226" fmla="*/ 4588576 h 5238841"/>
              <a:gd name="connsiteX227" fmla="*/ 180214 w 12192000"/>
              <a:gd name="connsiteY227" fmla="*/ 4583701 h 5238841"/>
              <a:gd name="connsiteX228" fmla="*/ 83203 w 12192000"/>
              <a:gd name="connsiteY228" fmla="*/ 4531664 h 5238841"/>
              <a:gd name="connsiteX229" fmla="*/ 4106 w 12192000"/>
              <a:gd name="connsiteY229" fmla="*/ 4517202 h 5238841"/>
              <a:gd name="connsiteX230" fmla="*/ 0 w 12192000"/>
              <a:gd name="connsiteY230" fmla="*/ 4516084 h 5238841"/>
              <a:gd name="connsiteX231" fmla="*/ 0 w 12192000"/>
              <a:gd name="connsiteY231" fmla="*/ 0 h 5238841"/>
              <a:gd name="connsiteX0" fmla="*/ 0 w 12192000"/>
              <a:gd name="connsiteY0" fmla="*/ 0 h 5176789"/>
              <a:gd name="connsiteX1" fmla="*/ 12192000 w 12192000"/>
              <a:gd name="connsiteY1" fmla="*/ 0 h 5176789"/>
              <a:gd name="connsiteX2" fmla="*/ 12192000 w 12192000"/>
              <a:gd name="connsiteY2" fmla="*/ 3809005 h 5176789"/>
              <a:gd name="connsiteX3" fmla="*/ 12142543 w 12192000"/>
              <a:gd name="connsiteY3" fmla="*/ 3817043 h 5176789"/>
              <a:gd name="connsiteX4" fmla="*/ 12109241 w 12192000"/>
              <a:gd name="connsiteY4" fmla="*/ 3824228 h 5176789"/>
              <a:gd name="connsiteX5" fmla="*/ 11668991 w 12192000"/>
              <a:gd name="connsiteY5" fmla="*/ 3788038 h 5176789"/>
              <a:gd name="connsiteX6" fmla="*/ 11476952 w 12192000"/>
              <a:gd name="connsiteY6" fmla="*/ 3866786 h 5176789"/>
              <a:gd name="connsiteX7" fmla="*/ 11336487 w 12192000"/>
              <a:gd name="connsiteY7" fmla="*/ 3971513 h 5176789"/>
              <a:gd name="connsiteX8" fmla="*/ 11214181 w 12192000"/>
              <a:gd name="connsiteY8" fmla="*/ 4004215 h 5176789"/>
              <a:gd name="connsiteX9" fmla="*/ 11042540 w 12192000"/>
              <a:gd name="connsiteY9" fmla="*/ 4002613 h 5176789"/>
              <a:gd name="connsiteX10" fmla="*/ 10833086 w 12192000"/>
              <a:gd name="connsiteY10" fmla="*/ 3997707 h 5176789"/>
              <a:gd name="connsiteX11" fmla="*/ 10599680 w 12192000"/>
              <a:gd name="connsiteY11" fmla="*/ 3982661 h 5176789"/>
              <a:gd name="connsiteX12" fmla="*/ 10519971 w 12192000"/>
              <a:gd name="connsiteY12" fmla="*/ 3975018 h 5176789"/>
              <a:gd name="connsiteX13" fmla="*/ 10217282 w 12192000"/>
              <a:gd name="connsiteY13" fmla="*/ 4020809 h 5176789"/>
              <a:gd name="connsiteX14" fmla="*/ 9936427 w 12192000"/>
              <a:gd name="connsiteY14" fmla="*/ 4137843 h 5176789"/>
              <a:gd name="connsiteX15" fmla="*/ 9800299 w 12192000"/>
              <a:gd name="connsiteY15" fmla="*/ 4186098 h 5176789"/>
              <a:gd name="connsiteX16" fmla="*/ 9707822 w 12192000"/>
              <a:gd name="connsiteY16" fmla="*/ 4189102 h 5176789"/>
              <a:gd name="connsiteX17" fmla="*/ 9543973 w 12192000"/>
              <a:gd name="connsiteY17" fmla="*/ 4245802 h 5176789"/>
              <a:gd name="connsiteX18" fmla="*/ 9528747 w 12192000"/>
              <a:gd name="connsiteY18" fmla="*/ 4251724 h 5176789"/>
              <a:gd name="connsiteX19" fmla="*/ 9436976 w 12192000"/>
              <a:gd name="connsiteY19" fmla="*/ 4269351 h 5176789"/>
              <a:gd name="connsiteX20" fmla="*/ 9371827 w 12192000"/>
              <a:gd name="connsiteY20" fmla="*/ 4303912 h 5176789"/>
              <a:gd name="connsiteX21" fmla="*/ 9260304 w 12192000"/>
              <a:gd name="connsiteY21" fmla="*/ 4328021 h 5176789"/>
              <a:gd name="connsiteX22" fmla="*/ 9148799 w 12192000"/>
              <a:gd name="connsiteY22" fmla="*/ 4348506 h 5176789"/>
              <a:gd name="connsiteX23" fmla="*/ 9107898 w 12192000"/>
              <a:gd name="connsiteY23" fmla="*/ 4354282 h 5176789"/>
              <a:gd name="connsiteX24" fmla="*/ 8990743 w 12192000"/>
              <a:gd name="connsiteY24" fmla="*/ 4382161 h 5176789"/>
              <a:gd name="connsiteX25" fmla="*/ 8979819 w 12192000"/>
              <a:gd name="connsiteY25" fmla="*/ 4366419 h 5176789"/>
              <a:gd name="connsiteX26" fmla="*/ 8936044 w 12192000"/>
              <a:gd name="connsiteY26" fmla="*/ 4370992 h 5176789"/>
              <a:gd name="connsiteX27" fmla="*/ 8897707 w 12192000"/>
              <a:gd name="connsiteY27" fmla="*/ 4392673 h 5176789"/>
              <a:gd name="connsiteX28" fmla="*/ 8845635 w 12192000"/>
              <a:gd name="connsiteY28" fmla="*/ 4404300 h 5176789"/>
              <a:gd name="connsiteX29" fmla="*/ 8814562 w 12192000"/>
              <a:gd name="connsiteY29" fmla="*/ 4411434 h 5176789"/>
              <a:gd name="connsiteX30" fmla="*/ 8726349 w 12192000"/>
              <a:gd name="connsiteY30" fmla="*/ 4416668 h 5176789"/>
              <a:gd name="connsiteX31" fmla="*/ 8566678 w 12192000"/>
              <a:gd name="connsiteY31" fmla="*/ 4391711 h 5176789"/>
              <a:gd name="connsiteX32" fmla="*/ 8521516 w 12192000"/>
              <a:gd name="connsiteY32" fmla="*/ 4393927 h 5176789"/>
              <a:gd name="connsiteX33" fmla="*/ 8515998 w 12192000"/>
              <a:gd name="connsiteY33" fmla="*/ 4399124 h 5176789"/>
              <a:gd name="connsiteX34" fmla="*/ 8449547 w 12192000"/>
              <a:gd name="connsiteY34" fmla="*/ 4383170 h 5176789"/>
              <a:gd name="connsiteX35" fmla="*/ 8360285 w 12192000"/>
              <a:gd name="connsiteY35" fmla="*/ 4398502 h 5176789"/>
              <a:gd name="connsiteX36" fmla="*/ 8256584 w 12192000"/>
              <a:gd name="connsiteY36" fmla="*/ 4423564 h 5176789"/>
              <a:gd name="connsiteX37" fmla="*/ 8229821 w 12192000"/>
              <a:gd name="connsiteY37" fmla="*/ 4431840 h 5176789"/>
              <a:gd name="connsiteX38" fmla="*/ 8158476 w 12192000"/>
              <a:gd name="connsiteY38" fmla="*/ 4436904 h 5176789"/>
              <a:gd name="connsiteX39" fmla="*/ 7993707 w 12192000"/>
              <a:gd name="connsiteY39" fmla="*/ 4447962 h 5176789"/>
              <a:gd name="connsiteX40" fmla="*/ 7990346 w 12192000"/>
              <a:gd name="connsiteY40" fmla="*/ 4454853 h 5176789"/>
              <a:gd name="connsiteX41" fmla="*/ 7976786 w 12192000"/>
              <a:gd name="connsiteY41" fmla="*/ 4456820 h 5176789"/>
              <a:gd name="connsiteX42" fmla="*/ 7973491 w 12192000"/>
              <a:gd name="connsiteY42" fmla="*/ 4458577 h 5176789"/>
              <a:gd name="connsiteX43" fmla="*/ 7954281 w 12192000"/>
              <a:gd name="connsiteY43" fmla="*/ 4467421 h 5176789"/>
              <a:gd name="connsiteX44" fmla="*/ 7905540 w 12192000"/>
              <a:gd name="connsiteY44" fmla="*/ 4455628 h 5176789"/>
              <a:gd name="connsiteX45" fmla="*/ 7851932 w 12192000"/>
              <a:gd name="connsiteY45" fmla="*/ 4466353 h 5176789"/>
              <a:gd name="connsiteX46" fmla="*/ 7639078 w 12192000"/>
              <a:gd name="connsiteY46" fmla="*/ 4467635 h 5176789"/>
              <a:gd name="connsiteX47" fmla="*/ 7612359 w 12192000"/>
              <a:gd name="connsiteY47" fmla="*/ 4492789 h 5176789"/>
              <a:gd name="connsiteX48" fmla="*/ 7527328 w 12192000"/>
              <a:gd name="connsiteY48" fmla="*/ 4502199 h 5176789"/>
              <a:gd name="connsiteX49" fmla="*/ 7388717 w 12192000"/>
              <a:gd name="connsiteY49" fmla="*/ 4470799 h 5176789"/>
              <a:gd name="connsiteX50" fmla="*/ 7231898 w 12192000"/>
              <a:gd name="connsiteY50" fmla="*/ 4486028 h 5176789"/>
              <a:gd name="connsiteX51" fmla="*/ 7218425 w 12192000"/>
              <a:gd name="connsiteY51" fmla="*/ 4477288 h 5176789"/>
              <a:gd name="connsiteX52" fmla="*/ 7202795 w 12192000"/>
              <a:gd name="connsiteY52" fmla="*/ 4472972 h 5176789"/>
              <a:gd name="connsiteX53" fmla="*/ 7200744 w 12192000"/>
              <a:gd name="connsiteY53" fmla="*/ 4474099 h 5176789"/>
              <a:gd name="connsiteX54" fmla="*/ 7182163 w 12192000"/>
              <a:gd name="connsiteY54" fmla="*/ 4474005 h 5176789"/>
              <a:gd name="connsiteX55" fmla="*/ 7178368 w 12192000"/>
              <a:gd name="connsiteY55" fmla="*/ 4470673 h 5176789"/>
              <a:gd name="connsiteX56" fmla="*/ 7165705 w 12192000"/>
              <a:gd name="connsiteY56" fmla="*/ 4469569 h 5176789"/>
              <a:gd name="connsiteX57" fmla="*/ 7140991 w 12192000"/>
              <a:gd name="connsiteY57" fmla="*/ 4464599 h 5176789"/>
              <a:gd name="connsiteX58" fmla="*/ 7136152 w 12192000"/>
              <a:gd name="connsiteY58" fmla="*/ 4466292 h 5176789"/>
              <a:gd name="connsiteX59" fmla="*/ 7098544 w 12192000"/>
              <a:gd name="connsiteY59" fmla="*/ 4462879 h 5176789"/>
              <a:gd name="connsiteX60" fmla="*/ 7097922 w 12192000"/>
              <a:gd name="connsiteY60" fmla="*/ 4464077 h 5176789"/>
              <a:gd name="connsiteX61" fmla="*/ 7086877 w 12192000"/>
              <a:gd name="connsiteY61" fmla="*/ 4468554 h 5176789"/>
              <a:gd name="connsiteX62" fmla="*/ 7065999 w 12192000"/>
              <a:gd name="connsiteY62" fmla="*/ 4474270 h 5176789"/>
              <a:gd name="connsiteX63" fmla="*/ 7016598 w 12192000"/>
              <a:gd name="connsiteY63" fmla="*/ 4502855 h 5176789"/>
              <a:gd name="connsiteX64" fmla="*/ 6977375 w 12192000"/>
              <a:gd name="connsiteY64" fmla="*/ 4499434 h 5176789"/>
              <a:gd name="connsiteX65" fmla="*/ 6969409 w 12192000"/>
              <a:gd name="connsiteY65" fmla="*/ 4499424 h 5176789"/>
              <a:gd name="connsiteX66" fmla="*/ 6969218 w 12192000"/>
              <a:gd name="connsiteY66" fmla="*/ 4499704 h 5176789"/>
              <a:gd name="connsiteX67" fmla="*/ 6960755 w 12192000"/>
              <a:gd name="connsiteY67" fmla="*/ 4500249 h 5176789"/>
              <a:gd name="connsiteX68" fmla="*/ 6954882 w 12192000"/>
              <a:gd name="connsiteY68" fmla="*/ 4499405 h 5176789"/>
              <a:gd name="connsiteX69" fmla="*/ 6939428 w 12192000"/>
              <a:gd name="connsiteY69" fmla="*/ 4499385 h 5176789"/>
              <a:gd name="connsiteX70" fmla="*/ 6933902 w 12192000"/>
              <a:gd name="connsiteY70" fmla="*/ 4501239 h 5176789"/>
              <a:gd name="connsiteX71" fmla="*/ 6891244 w 12192000"/>
              <a:gd name="connsiteY71" fmla="*/ 4536371 h 5176789"/>
              <a:gd name="connsiteX72" fmla="*/ 6794496 w 12192000"/>
              <a:gd name="connsiteY72" fmla="*/ 4567924 h 5176789"/>
              <a:gd name="connsiteX73" fmla="*/ 6574528 w 12192000"/>
              <a:gd name="connsiteY73" fmla="*/ 4641155 h 5176789"/>
              <a:gd name="connsiteX74" fmla="*/ 6573036 w 12192000"/>
              <a:gd name="connsiteY74" fmla="*/ 4641049 h 5176789"/>
              <a:gd name="connsiteX75" fmla="*/ 6571920 w 12192000"/>
              <a:gd name="connsiteY75" fmla="*/ 4644739 h 5176789"/>
              <a:gd name="connsiteX76" fmla="*/ 6552021 w 12192000"/>
              <a:gd name="connsiteY76" fmla="*/ 4650379 h 5176789"/>
              <a:gd name="connsiteX77" fmla="*/ 6545925 w 12192000"/>
              <a:gd name="connsiteY77" fmla="*/ 4650675 h 5176789"/>
              <a:gd name="connsiteX78" fmla="*/ 6537822 w 12192000"/>
              <a:gd name="connsiteY78" fmla="*/ 4652769 h 5176789"/>
              <a:gd name="connsiteX79" fmla="*/ 6537743 w 12192000"/>
              <a:gd name="connsiteY79" fmla="*/ 4653068 h 5176789"/>
              <a:gd name="connsiteX80" fmla="*/ 6490057 w 12192000"/>
              <a:gd name="connsiteY80" fmla="*/ 4658624 h 5176789"/>
              <a:gd name="connsiteX81" fmla="*/ 6386800 w 12192000"/>
              <a:gd name="connsiteY81" fmla="*/ 4715431 h 5176789"/>
              <a:gd name="connsiteX82" fmla="*/ 6382703 w 12192000"/>
              <a:gd name="connsiteY82" fmla="*/ 4717930 h 5176789"/>
              <a:gd name="connsiteX83" fmla="*/ 6356495 w 12192000"/>
              <a:gd name="connsiteY83" fmla="*/ 4717843 h 5176789"/>
              <a:gd name="connsiteX84" fmla="*/ 6343628 w 12192000"/>
              <a:gd name="connsiteY84" fmla="*/ 4719161 h 5176789"/>
              <a:gd name="connsiteX85" fmla="*/ 6338605 w 12192000"/>
              <a:gd name="connsiteY85" fmla="*/ 4716723 h 5176789"/>
              <a:gd name="connsiteX86" fmla="*/ 6320318 w 12192000"/>
              <a:gd name="connsiteY86" fmla="*/ 4720095 h 5176789"/>
              <a:gd name="connsiteX87" fmla="*/ 6318742 w 12192000"/>
              <a:gd name="connsiteY87" fmla="*/ 4721541 h 5176789"/>
              <a:gd name="connsiteX88" fmla="*/ 6301708 w 12192000"/>
              <a:gd name="connsiteY88" fmla="*/ 4720380 h 5176789"/>
              <a:gd name="connsiteX89" fmla="*/ 6285082 w 12192000"/>
              <a:gd name="connsiteY89" fmla="*/ 4714639 h 5176789"/>
              <a:gd name="connsiteX90" fmla="*/ 6136936 w 12192000"/>
              <a:gd name="connsiteY90" fmla="*/ 4758246 h 5176789"/>
              <a:gd name="connsiteX91" fmla="*/ 5988578 w 12192000"/>
              <a:gd name="connsiteY91" fmla="*/ 4754427 h 5176789"/>
              <a:gd name="connsiteX92" fmla="*/ 5908701 w 12192000"/>
              <a:gd name="connsiteY92" fmla="*/ 4779160 h 5176789"/>
              <a:gd name="connsiteX93" fmla="*/ 5892219 w 12192000"/>
              <a:gd name="connsiteY93" fmla="*/ 4807892 h 5176789"/>
              <a:gd name="connsiteX94" fmla="*/ 5683612 w 12192000"/>
              <a:gd name="connsiteY94" fmla="*/ 4848770 h 5176789"/>
              <a:gd name="connsiteX95" fmla="*/ 5635111 w 12192000"/>
              <a:gd name="connsiteY95" fmla="*/ 4868888 h 5176789"/>
              <a:gd name="connsiteX96" fmla="*/ 5582652 w 12192000"/>
              <a:gd name="connsiteY96" fmla="*/ 4866836 h 5176789"/>
              <a:gd name="connsiteX97" fmla="*/ 5567213 w 12192000"/>
              <a:gd name="connsiteY97" fmla="*/ 4878769 h 5176789"/>
              <a:gd name="connsiteX98" fmla="*/ 5564659 w 12192000"/>
              <a:gd name="connsiteY98" fmla="*/ 4881042 h 5176789"/>
              <a:gd name="connsiteX99" fmla="*/ 5552102 w 12192000"/>
              <a:gd name="connsiteY99" fmla="*/ 4885426 h 5176789"/>
              <a:gd name="connsiteX100" fmla="*/ 5551475 w 12192000"/>
              <a:gd name="connsiteY100" fmla="*/ 4892560 h 5176789"/>
              <a:gd name="connsiteX101" fmla="*/ 5534664 w 12192000"/>
              <a:gd name="connsiteY101" fmla="*/ 4903385 h 5176789"/>
              <a:gd name="connsiteX102" fmla="*/ 5510737 w 12192000"/>
              <a:gd name="connsiteY102" fmla="*/ 4909807 h 5176789"/>
              <a:gd name="connsiteX103" fmla="*/ 5393901 w 12192000"/>
              <a:gd name="connsiteY103" fmla="*/ 4933709 h 5176789"/>
              <a:gd name="connsiteX104" fmla="*/ 5325782 w 12192000"/>
              <a:gd name="connsiteY104" fmla="*/ 4951789 h 5176789"/>
              <a:gd name="connsiteX105" fmla="*/ 5302703 w 12192000"/>
              <a:gd name="connsiteY105" fmla="*/ 4964590 h 5176789"/>
              <a:gd name="connsiteX106" fmla="*/ 5268591 w 12192000"/>
              <a:gd name="connsiteY106" fmla="*/ 4978479 h 5176789"/>
              <a:gd name="connsiteX107" fmla="*/ 5210559 w 12192000"/>
              <a:gd name="connsiteY107" fmla="*/ 5007585 h 5176789"/>
              <a:gd name="connsiteX108" fmla="*/ 5177597 w 12192000"/>
              <a:gd name="connsiteY108" fmla="*/ 5015926 h 5176789"/>
              <a:gd name="connsiteX109" fmla="*/ 5160569 w 12192000"/>
              <a:gd name="connsiteY109" fmla="*/ 5025681 h 5176789"/>
              <a:gd name="connsiteX110" fmla="*/ 5152748 w 12192000"/>
              <a:gd name="connsiteY110" fmla="*/ 5026569 h 5176789"/>
              <a:gd name="connsiteX111" fmla="*/ 5127678 w 12192000"/>
              <a:gd name="connsiteY111" fmla="*/ 5032947 h 5176789"/>
              <a:gd name="connsiteX112" fmla="*/ 5113147 w 12192000"/>
              <a:gd name="connsiteY112" fmla="*/ 5035818 h 5176789"/>
              <a:gd name="connsiteX113" fmla="*/ 5107301 w 12192000"/>
              <a:gd name="connsiteY113" fmla="*/ 5036672 h 5176789"/>
              <a:gd name="connsiteX114" fmla="*/ 5093215 w 12192000"/>
              <a:gd name="connsiteY114" fmla="*/ 5032880 h 5176789"/>
              <a:gd name="connsiteX115" fmla="*/ 5077058 w 12192000"/>
              <a:gd name="connsiteY115" fmla="*/ 5038681 h 5176789"/>
              <a:gd name="connsiteX116" fmla="*/ 5057349 w 12192000"/>
              <a:gd name="connsiteY116" fmla="*/ 5036015 h 5176789"/>
              <a:gd name="connsiteX117" fmla="*/ 5053945 w 12192000"/>
              <a:gd name="connsiteY117" fmla="*/ 5041952 h 5176789"/>
              <a:gd name="connsiteX118" fmla="*/ 5040021 w 12192000"/>
              <a:gd name="connsiteY118" fmla="*/ 5050052 h 5176789"/>
              <a:gd name="connsiteX119" fmla="*/ 5025913 w 12192000"/>
              <a:gd name="connsiteY119" fmla="*/ 5046535 h 5176789"/>
              <a:gd name="connsiteX120" fmla="*/ 4998218 w 12192000"/>
              <a:gd name="connsiteY120" fmla="*/ 5048065 h 5176789"/>
              <a:gd name="connsiteX121" fmla="*/ 4991008 w 12192000"/>
              <a:gd name="connsiteY121" fmla="*/ 5050439 h 5176789"/>
              <a:gd name="connsiteX122" fmla="*/ 4963503 w 12192000"/>
              <a:gd name="connsiteY122" fmla="*/ 5047575 h 5176789"/>
              <a:gd name="connsiteX123" fmla="*/ 4921053 w 12192000"/>
              <a:gd name="connsiteY123" fmla="*/ 5048925 h 5176789"/>
              <a:gd name="connsiteX124" fmla="*/ 4873420 w 12192000"/>
              <a:gd name="connsiteY124" fmla="*/ 5054929 h 5176789"/>
              <a:gd name="connsiteX125" fmla="*/ 4858825 w 12192000"/>
              <a:gd name="connsiteY125" fmla="*/ 5051329 h 5176789"/>
              <a:gd name="connsiteX126" fmla="*/ 4769340 w 12192000"/>
              <a:gd name="connsiteY126" fmla="*/ 5053090 h 5176789"/>
              <a:gd name="connsiteX127" fmla="*/ 4744152 w 12192000"/>
              <a:gd name="connsiteY127" fmla="*/ 5053391 h 5176789"/>
              <a:gd name="connsiteX128" fmla="*/ 4723556 w 12192000"/>
              <a:gd name="connsiteY128" fmla="*/ 5059633 h 5176789"/>
              <a:gd name="connsiteX129" fmla="*/ 4719699 w 12192000"/>
              <a:gd name="connsiteY129" fmla="*/ 5066298 h 5176789"/>
              <a:gd name="connsiteX130" fmla="*/ 4706016 w 12192000"/>
              <a:gd name="connsiteY130" fmla="*/ 5067422 h 5176789"/>
              <a:gd name="connsiteX131" fmla="*/ 4702593 w 12192000"/>
              <a:gd name="connsiteY131" fmla="*/ 5068973 h 5176789"/>
              <a:gd name="connsiteX132" fmla="*/ 4682766 w 12192000"/>
              <a:gd name="connsiteY132" fmla="*/ 5076609 h 5176789"/>
              <a:gd name="connsiteX133" fmla="*/ 4634960 w 12192000"/>
              <a:gd name="connsiteY133" fmla="*/ 5061852 h 5176789"/>
              <a:gd name="connsiteX134" fmla="*/ 4580645 w 12192000"/>
              <a:gd name="connsiteY134" fmla="*/ 5069246 h 5176789"/>
              <a:gd name="connsiteX135" fmla="*/ 4368005 w 12192000"/>
              <a:gd name="connsiteY135" fmla="*/ 5057426 h 5176789"/>
              <a:gd name="connsiteX136" fmla="*/ 4339489 w 12192000"/>
              <a:gd name="connsiteY136" fmla="*/ 5080858 h 5176789"/>
              <a:gd name="connsiteX137" fmla="*/ 4253895 w 12192000"/>
              <a:gd name="connsiteY137" fmla="*/ 5085008 h 5176789"/>
              <a:gd name="connsiteX138" fmla="*/ 4082432 w 12192000"/>
              <a:gd name="connsiteY138" fmla="*/ 5176339 h 5176789"/>
              <a:gd name="connsiteX139" fmla="*/ 3911296 w 12192000"/>
              <a:gd name="connsiteY139" fmla="*/ 5035663 h 5176789"/>
              <a:gd name="connsiteX140" fmla="*/ 3895182 w 12192000"/>
              <a:gd name="connsiteY140" fmla="*/ 5030229 h 5176789"/>
              <a:gd name="connsiteX141" fmla="*/ 3870866 w 12192000"/>
              <a:gd name="connsiteY141" fmla="*/ 5023753 h 5176789"/>
              <a:gd name="connsiteX142" fmla="*/ 3865913 w 12192000"/>
              <a:gd name="connsiteY142" fmla="*/ 5025143 h 5176789"/>
              <a:gd name="connsiteX143" fmla="*/ 3828606 w 12192000"/>
              <a:gd name="connsiteY143" fmla="*/ 5019426 h 5176789"/>
              <a:gd name="connsiteX144" fmla="*/ 3827901 w 12192000"/>
              <a:gd name="connsiteY144" fmla="*/ 5020583 h 5176789"/>
              <a:gd name="connsiteX145" fmla="*/ 3816543 w 12192000"/>
              <a:gd name="connsiteY145" fmla="*/ 5024366 h 5176789"/>
              <a:gd name="connsiteX146" fmla="*/ 3795278 w 12192000"/>
              <a:gd name="connsiteY146" fmla="*/ 5028779 h 5176789"/>
              <a:gd name="connsiteX147" fmla="*/ 3743858 w 12192000"/>
              <a:gd name="connsiteY147" fmla="*/ 5054237 h 5176789"/>
              <a:gd name="connsiteX148" fmla="*/ 3704945 w 12192000"/>
              <a:gd name="connsiteY148" fmla="*/ 5048413 h 5176789"/>
              <a:gd name="connsiteX149" fmla="*/ 3696992 w 12192000"/>
              <a:gd name="connsiteY149" fmla="*/ 5047914 h 5176789"/>
              <a:gd name="connsiteX150" fmla="*/ 3696780 w 12192000"/>
              <a:gd name="connsiteY150" fmla="*/ 5048181 h 5176789"/>
              <a:gd name="connsiteX151" fmla="*/ 3688290 w 12192000"/>
              <a:gd name="connsiteY151" fmla="*/ 5048204 h 5176789"/>
              <a:gd name="connsiteX152" fmla="*/ 3682486 w 12192000"/>
              <a:gd name="connsiteY152" fmla="*/ 5047000 h 5176789"/>
              <a:gd name="connsiteX153" fmla="*/ 3667056 w 12192000"/>
              <a:gd name="connsiteY153" fmla="*/ 5046030 h 5176789"/>
              <a:gd name="connsiteX154" fmla="*/ 3661403 w 12192000"/>
              <a:gd name="connsiteY154" fmla="*/ 5047537 h 5176789"/>
              <a:gd name="connsiteX155" fmla="*/ 3658673 w 12192000"/>
              <a:gd name="connsiteY155" fmla="*/ 5050790 h 5176789"/>
              <a:gd name="connsiteX156" fmla="*/ 3657333 w 12192000"/>
              <a:gd name="connsiteY156" fmla="*/ 5050325 h 5176789"/>
              <a:gd name="connsiteX157" fmla="*/ 3626778 w 12192000"/>
              <a:gd name="connsiteY157" fmla="*/ 5057882 h 5176789"/>
              <a:gd name="connsiteX158" fmla="*/ 3560067 w 12192000"/>
              <a:gd name="connsiteY158" fmla="*/ 5064266 h 5176789"/>
              <a:gd name="connsiteX159" fmla="*/ 3522641 w 12192000"/>
              <a:gd name="connsiteY159" fmla="*/ 5063654 h 5176789"/>
              <a:gd name="connsiteX160" fmla="*/ 3419275 w 12192000"/>
              <a:gd name="connsiteY160" fmla="*/ 5066646 h 5176789"/>
              <a:gd name="connsiteX161" fmla="*/ 3314869 w 12192000"/>
              <a:gd name="connsiteY161" fmla="*/ 5073197 h 5176789"/>
              <a:gd name="connsiteX162" fmla="*/ 3259088 w 12192000"/>
              <a:gd name="connsiteY162" fmla="*/ 5096363 h 5176789"/>
              <a:gd name="connsiteX163" fmla="*/ 3253104 w 12192000"/>
              <a:gd name="connsiteY163" fmla="*/ 5096785 h 5176789"/>
              <a:gd name="connsiteX164" fmla="*/ 3238751 w 12192000"/>
              <a:gd name="connsiteY164" fmla="*/ 5092996 h 5176789"/>
              <a:gd name="connsiteX165" fmla="*/ 3233681 w 12192000"/>
              <a:gd name="connsiteY165" fmla="*/ 5090758 h 5176789"/>
              <a:gd name="connsiteX166" fmla="*/ 3225562 w 12192000"/>
              <a:gd name="connsiteY166" fmla="*/ 5089215 h 5176789"/>
              <a:gd name="connsiteX167" fmla="*/ 3225260 w 12192000"/>
              <a:gd name="connsiteY167" fmla="*/ 5089437 h 5176789"/>
              <a:gd name="connsiteX168" fmla="*/ 3217859 w 12192000"/>
              <a:gd name="connsiteY168" fmla="*/ 5087484 h 5176789"/>
              <a:gd name="connsiteX169" fmla="*/ 3182980 w 12192000"/>
              <a:gd name="connsiteY169" fmla="*/ 5074650 h 5176789"/>
              <a:gd name="connsiteX170" fmla="*/ 3055081 w 12192000"/>
              <a:gd name="connsiteY170" fmla="*/ 5080424 h 5176789"/>
              <a:gd name="connsiteX171" fmla="*/ 3049807 w 12192000"/>
              <a:gd name="connsiteY171" fmla="*/ 5080860 h 5176789"/>
              <a:gd name="connsiteX172" fmla="*/ 3029122 w 12192000"/>
              <a:gd name="connsiteY172" fmla="*/ 5070085 h 5176789"/>
              <a:gd name="connsiteX173" fmla="*/ 3017862 w 12192000"/>
              <a:gd name="connsiteY173" fmla="*/ 5065942 h 5176789"/>
              <a:gd name="connsiteX174" fmla="*/ 3015868 w 12192000"/>
              <a:gd name="connsiteY174" fmla="*/ 5061832 h 5176789"/>
              <a:gd name="connsiteX175" fmla="*/ 2998644 w 12192000"/>
              <a:gd name="connsiteY175" fmla="*/ 5057210 h 5176789"/>
              <a:gd name="connsiteX176" fmla="*/ 2996219 w 12192000"/>
              <a:gd name="connsiteY176" fmla="*/ 5057788 h 5176789"/>
              <a:gd name="connsiteX177" fmla="*/ 2983676 w 12192000"/>
              <a:gd name="connsiteY177" fmla="*/ 5049852 h 5176789"/>
              <a:gd name="connsiteX178" fmla="*/ 2903609 w 12192000"/>
              <a:gd name="connsiteY178" fmla="*/ 4998457 h 5176789"/>
              <a:gd name="connsiteX179" fmla="*/ 2758830 w 12192000"/>
              <a:gd name="connsiteY179" fmla="*/ 4974760 h 5176789"/>
              <a:gd name="connsiteX180" fmla="*/ 2532669 w 12192000"/>
              <a:gd name="connsiteY180" fmla="*/ 4940573 h 5176789"/>
              <a:gd name="connsiteX181" fmla="*/ 2389931 w 12192000"/>
              <a:gd name="connsiteY181" fmla="*/ 4905785 h 5176789"/>
              <a:gd name="connsiteX182" fmla="*/ 2335186 w 12192000"/>
              <a:gd name="connsiteY182" fmla="*/ 4902957 h 5176789"/>
              <a:gd name="connsiteX183" fmla="*/ 2273393 w 12192000"/>
              <a:gd name="connsiteY183" fmla="*/ 4883565 h 5176789"/>
              <a:gd name="connsiteX184" fmla="*/ 2269523 w 12192000"/>
              <a:gd name="connsiteY184" fmla="*/ 4884442 h 5176789"/>
              <a:gd name="connsiteX185" fmla="*/ 2256015 w 12192000"/>
              <a:gd name="connsiteY185" fmla="*/ 4883014 h 5176789"/>
              <a:gd name="connsiteX186" fmla="*/ 2249731 w 12192000"/>
              <a:gd name="connsiteY186" fmla="*/ 4888778 h 5176789"/>
              <a:gd name="connsiteX187" fmla="*/ 2227629 w 12192000"/>
              <a:gd name="connsiteY187" fmla="*/ 4891047 h 5176789"/>
              <a:gd name="connsiteX188" fmla="*/ 2203460 w 12192000"/>
              <a:gd name="connsiteY188" fmla="*/ 4886696 h 5176789"/>
              <a:gd name="connsiteX189" fmla="*/ 2091528 w 12192000"/>
              <a:gd name="connsiteY189" fmla="*/ 4859155 h 5176789"/>
              <a:gd name="connsiteX190" fmla="*/ 2022901 w 12192000"/>
              <a:gd name="connsiteY190" fmla="*/ 4846594 h 5176789"/>
              <a:gd name="connsiteX191" fmla="*/ 1994227 w 12192000"/>
              <a:gd name="connsiteY191" fmla="*/ 4847973 h 5176789"/>
              <a:gd name="connsiteX192" fmla="*/ 1955936 w 12192000"/>
              <a:gd name="connsiteY192" fmla="*/ 4845765 h 5176789"/>
              <a:gd name="connsiteX193" fmla="*/ 1741924 w 12192000"/>
              <a:gd name="connsiteY193" fmla="*/ 4808054 h 5176789"/>
              <a:gd name="connsiteX194" fmla="*/ 1734410 w 12192000"/>
              <a:gd name="connsiteY194" fmla="*/ 4811675 h 5176789"/>
              <a:gd name="connsiteX195" fmla="*/ 1691423 w 12192000"/>
              <a:gd name="connsiteY195" fmla="*/ 4802777 h 5176789"/>
              <a:gd name="connsiteX196" fmla="*/ 1554504 w 12192000"/>
              <a:gd name="connsiteY196" fmla="*/ 4739985 h 5176789"/>
              <a:gd name="connsiteX197" fmla="*/ 1470119 w 12192000"/>
              <a:gd name="connsiteY197" fmla="*/ 4723470 h 5176789"/>
              <a:gd name="connsiteX198" fmla="*/ 1437967 w 12192000"/>
              <a:gd name="connsiteY198" fmla="*/ 4722710 h 5176789"/>
              <a:gd name="connsiteX199" fmla="*/ 1295869 w 12192000"/>
              <a:gd name="connsiteY199" fmla="*/ 4726175 h 5176789"/>
              <a:gd name="connsiteX200" fmla="*/ 1292949 w 12192000"/>
              <a:gd name="connsiteY200" fmla="*/ 4684615 h 5176789"/>
              <a:gd name="connsiteX201" fmla="*/ 1244908 w 12192000"/>
              <a:gd name="connsiteY201" fmla="*/ 4706993 h 5176789"/>
              <a:gd name="connsiteX202" fmla="*/ 1171266 w 12192000"/>
              <a:gd name="connsiteY202" fmla="*/ 4706535 h 5176789"/>
              <a:gd name="connsiteX203" fmla="*/ 1160868 w 12192000"/>
              <a:gd name="connsiteY203" fmla="*/ 4701936 h 5176789"/>
              <a:gd name="connsiteX204" fmla="*/ 1147599 w 12192000"/>
              <a:gd name="connsiteY204" fmla="*/ 4714833 h 5176789"/>
              <a:gd name="connsiteX205" fmla="*/ 1119603 w 12192000"/>
              <a:gd name="connsiteY205" fmla="*/ 4721303 h 5176789"/>
              <a:gd name="connsiteX206" fmla="*/ 997851 w 12192000"/>
              <a:gd name="connsiteY206" fmla="*/ 4722336 h 5176789"/>
              <a:gd name="connsiteX207" fmla="*/ 976455 w 12192000"/>
              <a:gd name="connsiteY207" fmla="*/ 4726407 h 5176789"/>
              <a:gd name="connsiteX208" fmla="*/ 949939 w 12192000"/>
              <a:gd name="connsiteY208" fmla="*/ 4719699 h 5176789"/>
              <a:gd name="connsiteX209" fmla="*/ 894148 w 12192000"/>
              <a:gd name="connsiteY209" fmla="*/ 4710406 h 5176789"/>
              <a:gd name="connsiteX210" fmla="*/ 857990 w 12192000"/>
              <a:gd name="connsiteY210" fmla="*/ 4696844 h 5176789"/>
              <a:gd name="connsiteX211" fmla="*/ 848649 w 12192000"/>
              <a:gd name="connsiteY211" fmla="*/ 4704021 h 5176789"/>
              <a:gd name="connsiteX212" fmla="*/ 826436 w 12192000"/>
              <a:gd name="connsiteY212" fmla="*/ 4707421 h 5176789"/>
              <a:gd name="connsiteX213" fmla="*/ 733052 w 12192000"/>
              <a:gd name="connsiteY213" fmla="*/ 4701884 h 5176789"/>
              <a:gd name="connsiteX214" fmla="*/ 716185 w 12192000"/>
              <a:gd name="connsiteY214" fmla="*/ 4648168 h 5176789"/>
              <a:gd name="connsiteX215" fmla="*/ 582722 w 12192000"/>
              <a:gd name="connsiteY215" fmla="*/ 4658637 h 5176789"/>
              <a:gd name="connsiteX216" fmla="*/ 581118 w 12192000"/>
              <a:gd name="connsiteY216" fmla="*/ 4654120 h 5176789"/>
              <a:gd name="connsiteX217" fmla="*/ 546453 w 12192000"/>
              <a:gd name="connsiteY217" fmla="*/ 4652542 h 5176789"/>
              <a:gd name="connsiteX218" fmla="*/ 536773 w 12192000"/>
              <a:gd name="connsiteY218" fmla="*/ 4644609 h 5176789"/>
              <a:gd name="connsiteX219" fmla="*/ 388896 w 12192000"/>
              <a:gd name="connsiteY219" fmla="*/ 4619173 h 5176789"/>
              <a:gd name="connsiteX220" fmla="*/ 366479 w 12192000"/>
              <a:gd name="connsiteY220" fmla="*/ 4618896 h 5176789"/>
              <a:gd name="connsiteX221" fmla="*/ 342781 w 12192000"/>
              <a:gd name="connsiteY221" fmla="*/ 4601239 h 5176789"/>
              <a:gd name="connsiteX222" fmla="*/ 255925 w 12192000"/>
              <a:gd name="connsiteY222" fmla="*/ 4598685 h 5176789"/>
              <a:gd name="connsiteX223" fmla="*/ 226919 w 12192000"/>
              <a:gd name="connsiteY223" fmla="*/ 4598460 h 5176789"/>
              <a:gd name="connsiteX224" fmla="*/ 213925 w 12192000"/>
              <a:gd name="connsiteY224" fmla="*/ 4597783 h 5176789"/>
              <a:gd name="connsiteX225" fmla="*/ 215196 w 12192000"/>
              <a:gd name="connsiteY225" fmla="*/ 4588576 h 5176789"/>
              <a:gd name="connsiteX226" fmla="*/ 180214 w 12192000"/>
              <a:gd name="connsiteY226" fmla="*/ 4583701 h 5176789"/>
              <a:gd name="connsiteX227" fmla="*/ 83203 w 12192000"/>
              <a:gd name="connsiteY227" fmla="*/ 4531664 h 5176789"/>
              <a:gd name="connsiteX228" fmla="*/ 4106 w 12192000"/>
              <a:gd name="connsiteY228" fmla="*/ 4517202 h 5176789"/>
              <a:gd name="connsiteX229" fmla="*/ 0 w 12192000"/>
              <a:gd name="connsiteY229" fmla="*/ 4516084 h 5176789"/>
              <a:gd name="connsiteX230" fmla="*/ 0 w 12192000"/>
              <a:gd name="connsiteY230" fmla="*/ 0 h 5176789"/>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30140 w 12192000"/>
              <a:gd name="connsiteY138" fmla="*/ 5057070 h 5096785"/>
              <a:gd name="connsiteX139" fmla="*/ 3911296 w 12192000"/>
              <a:gd name="connsiteY139" fmla="*/ 5035663 h 5096785"/>
              <a:gd name="connsiteX140" fmla="*/ 3895182 w 12192000"/>
              <a:gd name="connsiteY140" fmla="*/ 5030229 h 5096785"/>
              <a:gd name="connsiteX141" fmla="*/ 3870866 w 12192000"/>
              <a:gd name="connsiteY141" fmla="*/ 5023753 h 5096785"/>
              <a:gd name="connsiteX142" fmla="*/ 3865913 w 12192000"/>
              <a:gd name="connsiteY142" fmla="*/ 5025143 h 5096785"/>
              <a:gd name="connsiteX143" fmla="*/ 3828606 w 12192000"/>
              <a:gd name="connsiteY143" fmla="*/ 5019426 h 5096785"/>
              <a:gd name="connsiteX144" fmla="*/ 3827901 w 12192000"/>
              <a:gd name="connsiteY144" fmla="*/ 5020583 h 5096785"/>
              <a:gd name="connsiteX145" fmla="*/ 3816543 w 12192000"/>
              <a:gd name="connsiteY145" fmla="*/ 5024366 h 5096785"/>
              <a:gd name="connsiteX146" fmla="*/ 3795278 w 12192000"/>
              <a:gd name="connsiteY146" fmla="*/ 5028779 h 5096785"/>
              <a:gd name="connsiteX147" fmla="*/ 3743858 w 12192000"/>
              <a:gd name="connsiteY147" fmla="*/ 5054237 h 5096785"/>
              <a:gd name="connsiteX148" fmla="*/ 3704945 w 12192000"/>
              <a:gd name="connsiteY148" fmla="*/ 5048413 h 5096785"/>
              <a:gd name="connsiteX149" fmla="*/ 3696992 w 12192000"/>
              <a:gd name="connsiteY149" fmla="*/ 5047914 h 5096785"/>
              <a:gd name="connsiteX150" fmla="*/ 3696780 w 12192000"/>
              <a:gd name="connsiteY150" fmla="*/ 5048181 h 5096785"/>
              <a:gd name="connsiteX151" fmla="*/ 3688290 w 12192000"/>
              <a:gd name="connsiteY151" fmla="*/ 5048204 h 5096785"/>
              <a:gd name="connsiteX152" fmla="*/ 3682486 w 12192000"/>
              <a:gd name="connsiteY152" fmla="*/ 5047000 h 5096785"/>
              <a:gd name="connsiteX153" fmla="*/ 3667056 w 12192000"/>
              <a:gd name="connsiteY153" fmla="*/ 5046030 h 5096785"/>
              <a:gd name="connsiteX154" fmla="*/ 3661403 w 12192000"/>
              <a:gd name="connsiteY154" fmla="*/ 5047537 h 5096785"/>
              <a:gd name="connsiteX155" fmla="*/ 3658673 w 12192000"/>
              <a:gd name="connsiteY155" fmla="*/ 5050790 h 5096785"/>
              <a:gd name="connsiteX156" fmla="*/ 3657333 w 12192000"/>
              <a:gd name="connsiteY156" fmla="*/ 5050325 h 5096785"/>
              <a:gd name="connsiteX157" fmla="*/ 3626778 w 12192000"/>
              <a:gd name="connsiteY157" fmla="*/ 5057882 h 5096785"/>
              <a:gd name="connsiteX158" fmla="*/ 3560067 w 12192000"/>
              <a:gd name="connsiteY158" fmla="*/ 5064266 h 5096785"/>
              <a:gd name="connsiteX159" fmla="*/ 3522641 w 12192000"/>
              <a:gd name="connsiteY159" fmla="*/ 5063654 h 5096785"/>
              <a:gd name="connsiteX160" fmla="*/ 3419275 w 12192000"/>
              <a:gd name="connsiteY160" fmla="*/ 5066646 h 5096785"/>
              <a:gd name="connsiteX161" fmla="*/ 3314869 w 12192000"/>
              <a:gd name="connsiteY161" fmla="*/ 5073197 h 5096785"/>
              <a:gd name="connsiteX162" fmla="*/ 3259088 w 12192000"/>
              <a:gd name="connsiteY162" fmla="*/ 5096363 h 5096785"/>
              <a:gd name="connsiteX163" fmla="*/ 3253104 w 12192000"/>
              <a:gd name="connsiteY163" fmla="*/ 5096785 h 5096785"/>
              <a:gd name="connsiteX164" fmla="*/ 3238751 w 12192000"/>
              <a:gd name="connsiteY164" fmla="*/ 5092996 h 5096785"/>
              <a:gd name="connsiteX165" fmla="*/ 3233681 w 12192000"/>
              <a:gd name="connsiteY165" fmla="*/ 5090758 h 5096785"/>
              <a:gd name="connsiteX166" fmla="*/ 3225562 w 12192000"/>
              <a:gd name="connsiteY166" fmla="*/ 5089215 h 5096785"/>
              <a:gd name="connsiteX167" fmla="*/ 3225260 w 12192000"/>
              <a:gd name="connsiteY167" fmla="*/ 5089437 h 5096785"/>
              <a:gd name="connsiteX168" fmla="*/ 3217859 w 12192000"/>
              <a:gd name="connsiteY168" fmla="*/ 5087484 h 5096785"/>
              <a:gd name="connsiteX169" fmla="*/ 3182980 w 12192000"/>
              <a:gd name="connsiteY169" fmla="*/ 5074650 h 5096785"/>
              <a:gd name="connsiteX170" fmla="*/ 3055081 w 12192000"/>
              <a:gd name="connsiteY170" fmla="*/ 5080424 h 5096785"/>
              <a:gd name="connsiteX171" fmla="*/ 3049807 w 12192000"/>
              <a:gd name="connsiteY171" fmla="*/ 5080860 h 5096785"/>
              <a:gd name="connsiteX172" fmla="*/ 3029122 w 12192000"/>
              <a:gd name="connsiteY172" fmla="*/ 5070085 h 5096785"/>
              <a:gd name="connsiteX173" fmla="*/ 3017862 w 12192000"/>
              <a:gd name="connsiteY173" fmla="*/ 5065942 h 5096785"/>
              <a:gd name="connsiteX174" fmla="*/ 3015868 w 12192000"/>
              <a:gd name="connsiteY174" fmla="*/ 5061832 h 5096785"/>
              <a:gd name="connsiteX175" fmla="*/ 2998644 w 12192000"/>
              <a:gd name="connsiteY175" fmla="*/ 5057210 h 5096785"/>
              <a:gd name="connsiteX176" fmla="*/ 2996219 w 12192000"/>
              <a:gd name="connsiteY176" fmla="*/ 5057788 h 5096785"/>
              <a:gd name="connsiteX177" fmla="*/ 2983676 w 12192000"/>
              <a:gd name="connsiteY177" fmla="*/ 5049852 h 5096785"/>
              <a:gd name="connsiteX178" fmla="*/ 2903609 w 12192000"/>
              <a:gd name="connsiteY178" fmla="*/ 4998457 h 5096785"/>
              <a:gd name="connsiteX179" fmla="*/ 2758830 w 12192000"/>
              <a:gd name="connsiteY179" fmla="*/ 4974760 h 5096785"/>
              <a:gd name="connsiteX180" fmla="*/ 2532669 w 12192000"/>
              <a:gd name="connsiteY180" fmla="*/ 4940573 h 5096785"/>
              <a:gd name="connsiteX181" fmla="*/ 2389931 w 12192000"/>
              <a:gd name="connsiteY181" fmla="*/ 4905785 h 5096785"/>
              <a:gd name="connsiteX182" fmla="*/ 2335186 w 12192000"/>
              <a:gd name="connsiteY182" fmla="*/ 4902957 h 5096785"/>
              <a:gd name="connsiteX183" fmla="*/ 2273393 w 12192000"/>
              <a:gd name="connsiteY183" fmla="*/ 4883565 h 5096785"/>
              <a:gd name="connsiteX184" fmla="*/ 2269523 w 12192000"/>
              <a:gd name="connsiteY184" fmla="*/ 4884442 h 5096785"/>
              <a:gd name="connsiteX185" fmla="*/ 2256015 w 12192000"/>
              <a:gd name="connsiteY185" fmla="*/ 4883014 h 5096785"/>
              <a:gd name="connsiteX186" fmla="*/ 2249731 w 12192000"/>
              <a:gd name="connsiteY186" fmla="*/ 4888778 h 5096785"/>
              <a:gd name="connsiteX187" fmla="*/ 2227629 w 12192000"/>
              <a:gd name="connsiteY187" fmla="*/ 4891047 h 5096785"/>
              <a:gd name="connsiteX188" fmla="*/ 2203460 w 12192000"/>
              <a:gd name="connsiteY188" fmla="*/ 4886696 h 5096785"/>
              <a:gd name="connsiteX189" fmla="*/ 2091528 w 12192000"/>
              <a:gd name="connsiteY189" fmla="*/ 4859155 h 5096785"/>
              <a:gd name="connsiteX190" fmla="*/ 2022901 w 12192000"/>
              <a:gd name="connsiteY190" fmla="*/ 4846594 h 5096785"/>
              <a:gd name="connsiteX191" fmla="*/ 1994227 w 12192000"/>
              <a:gd name="connsiteY191" fmla="*/ 4847973 h 5096785"/>
              <a:gd name="connsiteX192" fmla="*/ 1955936 w 12192000"/>
              <a:gd name="connsiteY192" fmla="*/ 4845765 h 5096785"/>
              <a:gd name="connsiteX193" fmla="*/ 1741924 w 12192000"/>
              <a:gd name="connsiteY193" fmla="*/ 4808054 h 5096785"/>
              <a:gd name="connsiteX194" fmla="*/ 1734410 w 12192000"/>
              <a:gd name="connsiteY194" fmla="*/ 4811675 h 5096785"/>
              <a:gd name="connsiteX195" fmla="*/ 1691423 w 12192000"/>
              <a:gd name="connsiteY195" fmla="*/ 4802777 h 5096785"/>
              <a:gd name="connsiteX196" fmla="*/ 1554504 w 12192000"/>
              <a:gd name="connsiteY196" fmla="*/ 4739985 h 5096785"/>
              <a:gd name="connsiteX197" fmla="*/ 1470119 w 12192000"/>
              <a:gd name="connsiteY197" fmla="*/ 4723470 h 5096785"/>
              <a:gd name="connsiteX198" fmla="*/ 1437967 w 12192000"/>
              <a:gd name="connsiteY198" fmla="*/ 4722710 h 5096785"/>
              <a:gd name="connsiteX199" fmla="*/ 1295869 w 12192000"/>
              <a:gd name="connsiteY199" fmla="*/ 4726175 h 5096785"/>
              <a:gd name="connsiteX200" fmla="*/ 1292949 w 12192000"/>
              <a:gd name="connsiteY200" fmla="*/ 4684615 h 5096785"/>
              <a:gd name="connsiteX201" fmla="*/ 1244908 w 12192000"/>
              <a:gd name="connsiteY201" fmla="*/ 4706993 h 5096785"/>
              <a:gd name="connsiteX202" fmla="*/ 1171266 w 12192000"/>
              <a:gd name="connsiteY202" fmla="*/ 4706535 h 5096785"/>
              <a:gd name="connsiteX203" fmla="*/ 1160868 w 12192000"/>
              <a:gd name="connsiteY203" fmla="*/ 4701936 h 5096785"/>
              <a:gd name="connsiteX204" fmla="*/ 1147599 w 12192000"/>
              <a:gd name="connsiteY204" fmla="*/ 4714833 h 5096785"/>
              <a:gd name="connsiteX205" fmla="*/ 1119603 w 12192000"/>
              <a:gd name="connsiteY205" fmla="*/ 4721303 h 5096785"/>
              <a:gd name="connsiteX206" fmla="*/ 997851 w 12192000"/>
              <a:gd name="connsiteY206" fmla="*/ 4722336 h 5096785"/>
              <a:gd name="connsiteX207" fmla="*/ 976455 w 12192000"/>
              <a:gd name="connsiteY207" fmla="*/ 4726407 h 5096785"/>
              <a:gd name="connsiteX208" fmla="*/ 949939 w 12192000"/>
              <a:gd name="connsiteY208" fmla="*/ 4719699 h 5096785"/>
              <a:gd name="connsiteX209" fmla="*/ 894148 w 12192000"/>
              <a:gd name="connsiteY209" fmla="*/ 4710406 h 5096785"/>
              <a:gd name="connsiteX210" fmla="*/ 857990 w 12192000"/>
              <a:gd name="connsiteY210" fmla="*/ 4696844 h 5096785"/>
              <a:gd name="connsiteX211" fmla="*/ 848649 w 12192000"/>
              <a:gd name="connsiteY211" fmla="*/ 4704021 h 5096785"/>
              <a:gd name="connsiteX212" fmla="*/ 826436 w 12192000"/>
              <a:gd name="connsiteY212" fmla="*/ 4707421 h 5096785"/>
              <a:gd name="connsiteX213" fmla="*/ 733052 w 12192000"/>
              <a:gd name="connsiteY213" fmla="*/ 4701884 h 5096785"/>
              <a:gd name="connsiteX214" fmla="*/ 716185 w 12192000"/>
              <a:gd name="connsiteY214" fmla="*/ 4648168 h 5096785"/>
              <a:gd name="connsiteX215" fmla="*/ 582722 w 12192000"/>
              <a:gd name="connsiteY215" fmla="*/ 4658637 h 5096785"/>
              <a:gd name="connsiteX216" fmla="*/ 581118 w 12192000"/>
              <a:gd name="connsiteY216" fmla="*/ 4654120 h 5096785"/>
              <a:gd name="connsiteX217" fmla="*/ 546453 w 12192000"/>
              <a:gd name="connsiteY217" fmla="*/ 4652542 h 5096785"/>
              <a:gd name="connsiteX218" fmla="*/ 536773 w 12192000"/>
              <a:gd name="connsiteY218" fmla="*/ 4644609 h 5096785"/>
              <a:gd name="connsiteX219" fmla="*/ 388896 w 12192000"/>
              <a:gd name="connsiteY219" fmla="*/ 4619173 h 5096785"/>
              <a:gd name="connsiteX220" fmla="*/ 366479 w 12192000"/>
              <a:gd name="connsiteY220" fmla="*/ 4618896 h 5096785"/>
              <a:gd name="connsiteX221" fmla="*/ 342781 w 12192000"/>
              <a:gd name="connsiteY221" fmla="*/ 4601239 h 5096785"/>
              <a:gd name="connsiteX222" fmla="*/ 255925 w 12192000"/>
              <a:gd name="connsiteY222" fmla="*/ 4598685 h 5096785"/>
              <a:gd name="connsiteX223" fmla="*/ 226919 w 12192000"/>
              <a:gd name="connsiteY223" fmla="*/ 4598460 h 5096785"/>
              <a:gd name="connsiteX224" fmla="*/ 213925 w 12192000"/>
              <a:gd name="connsiteY224" fmla="*/ 4597783 h 5096785"/>
              <a:gd name="connsiteX225" fmla="*/ 215196 w 12192000"/>
              <a:gd name="connsiteY225" fmla="*/ 4588576 h 5096785"/>
              <a:gd name="connsiteX226" fmla="*/ 180214 w 12192000"/>
              <a:gd name="connsiteY226" fmla="*/ 4583701 h 5096785"/>
              <a:gd name="connsiteX227" fmla="*/ 83203 w 12192000"/>
              <a:gd name="connsiteY227" fmla="*/ 4531664 h 5096785"/>
              <a:gd name="connsiteX228" fmla="*/ 4106 w 12192000"/>
              <a:gd name="connsiteY228" fmla="*/ 4517202 h 5096785"/>
              <a:gd name="connsiteX229" fmla="*/ 0 w 12192000"/>
              <a:gd name="connsiteY229" fmla="*/ 4516084 h 5096785"/>
              <a:gd name="connsiteX230" fmla="*/ 0 w 12192000"/>
              <a:gd name="connsiteY230"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5988578 w 12192000"/>
              <a:gd name="connsiteY90" fmla="*/ 4754427 h 5096785"/>
              <a:gd name="connsiteX91" fmla="*/ 5908701 w 12192000"/>
              <a:gd name="connsiteY91" fmla="*/ 4779160 h 5096785"/>
              <a:gd name="connsiteX92" fmla="*/ 5892219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52189 w 12192000"/>
              <a:gd name="connsiteY90" fmla="*/ 4762378 h 5096785"/>
              <a:gd name="connsiteX91" fmla="*/ 5908701 w 12192000"/>
              <a:gd name="connsiteY91" fmla="*/ 4779160 h 5096785"/>
              <a:gd name="connsiteX92" fmla="*/ 5892219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52189 w 12192000"/>
              <a:gd name="connsiteY90" fmla="*/ 4762378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480215 w 12192000"/>
              <a:gd name="connsiteY12" fmla="*/ 4006823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480215 w 12192000"/>
              <a:gd name="connsiteY12" fmla="*/ 4006823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639436 w 12192000"/>
              <a:gd name="connsiteY11" fmla="*/ 4022417 h 5096785"/>
              <a:gd name="connsiteX12" fmla="*/ 10480215 w 12192000"/>
              <a:gd name="connsiteY12" fmla="*/ 4006823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639436 w 12192000"/>
              <a:gd name="connsiteY11" fmla="*/ 4022417 h 5096785"/>
              <a:gd name="connsiteX12" fmla="*/ 10480215 w 12192000"/>
              <a:gd name="connsiteY12" fmla="*/ 4006823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82297 w 12192000"/>
              <a:gd name="connsiteY9" fmla="*/ 4010564 h 5096785"/>
              <a:gd name="connsiteX10" fmla="*/ 10833086 w 12192000"/>
              <a:gd name="connsiteY10" fmla="*/ 3997707 h 5096785"/>
              <a:gd name="connsiteX11" fmla="*/ 10639436 w 12192000"/>
              <a:gd name="connsiteY11" fmla="*/ 4022417 h 5096785"/>
              <a:gd name="connsiteX12" fmla="*/ 10480215 w 12192000"/>
              <a:gd name="connsiteY12" fmla="*/ 4006823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82297 w 12192000"/>
              <a:gd name="connsiteY9" fmla="*/ 4010564 h 5096785"/>
              <a:gd name="connsiteX10" fmla="*/ 10833086 w 12192000"/>
              <a:gd name="connsiteY10" fmla="*/ 3997707 h 5096785"/>
              <a:gd name="connsiteX11" fmla="*/ 10639436 w 12192000"/>
              <a:gd name="connsiteY11" fmla="*/ 4022417 h 5096785"/>
              <a:gd name="connsiteX12" fmla="*/ 10480215 w 12192000"/>
              <a:gd name="connsiteY12" fmla="*/ 4006823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82297 w 12192000"/>
              <a:gd name="connsiteY9" fmla="*/ 4010564 h 5096785"/>
              <a:gd name="connsiteX10" fmla="*/ 10833086 w 12192000"/>
              <a:gd name="connsiteY10" fmla="*/ 3997707 h 5096785"/>
              <a:gd name="connsiteX11" fmla="*/ 10639436 w 12192000"/>
              <a:gd name="connsiteY11" fmla="*/ 4022417 h 5096785"/>
              <a:gd name="connsiteX12" fmla="*/ 10480215 w 12192000"/>
              <a:gd name="connsiteY12" fmla="*/ 4006823 h 5096785"/>
              <a:gd name="connsiteX13" fmla="*/ 10217282 w 12192000"/>
              <a:gd name="connsiteY13" fmla="*/ 4020809 h 5096785"/>
              <a:gd name="connsiteX14" fmla="*/ 9936427 w 12192000"/>
              <a:gd name="connsiteY14" fmla="*/ 4137843 h 5096785"/>
              <a:gd name="connsiteX15" fmla="*/ 9800299 w 12192000"/>
              <a:gd name="connsiteY15" fmla="*/ 4146342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82297 w 12192000"/>
              <a:gd name="connsiteY9" fmla="*/ 4010564 h 5096785"/>
              <a:gd name="connsiteX10" fmla="*/ 10833086 w 12192000"/>
              <a:gd name="connsiteY10" fmla="*/ 3997707 h 5096785"/>
              <a:gd name="connsiteX11" fmla="*/ 10639436 w 12192000"/>
              <a:gd name="connsiteY11" fmla="*/ 4022417 h 5096785"/>
              <a:gd name="connsiteX12" fmla="*/ 10480215 w 12192000"/>
              <a:gd name="connsiteY12" fmla="*/ 4006823 h 5096785"/>
              <a:gd name="connsiteX13" fmla="*/ 10217282 w 12192000"/>
              <a:gd name="connsiteY13" fmla="*/ 4020809 h 5096785"/>
              <a:gd name="connsiteX14" fmla="*/ 10015940 w 12192000"/>
              <a:gd name="connsiteY14" fmla="*/ 4082184 h 5096785"/>
              <a:gd name="connsiteX15" fmla="*/ 9800299 w 12192000"/>
              <a:gd name="connsiteY15" fmla="*/ 4146342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Lst>
            <a:rect l="l" t="t" r="r" b="b"/>
            <a:pathLst>
              <a:path w="12192000" h="5096785">
                <a:moveTo>
                  <a:pt x="0" y="0"/>
                </a:moveTo>
                <a:lnTo>
                  <a:pt x="12192000" y="0"/>
                </a:lnTo>
                <a:lnTo>
                  <a:pt x="12192000" y="3809005"/>
                </a:lnTo>
                <a:lnTo>
                  <a:pt x="12142543" y="3817043"/>
                </a:lnTo>
                <a:cubicBezTo>
                  <a:pt x="12125745" y="3820143"/>
                  <a:pt x="12025667" y="3846712"/>
                  <a:pt x="12021777" y="3848082"/>
                </a:cubicBezTo>
                <a:cubicBezTo>
                  <a:pt x="11906317" y="3844901"/>
                  <a:pt x="11854997" y="3842577"/>
                  <a:pt x="11700796" y="3819843"/>
                </a:cubicBezTo>
                <a:cubicBezTo>
                  <a:pt x="11673605" y="3818975"/>
                  <a:pt x="11660205" y="3873591"/>
                  <a:pt x="11596222" y="3858834"/>
                </a:cubicBezTo>
                <a:cubicBezTo>
                  <a:pt x="11546261" y="3912796"/>
                  <a:pt x="11448213" y="3883822"/>
                  <a:pt x="11416000" y="3915854"/>
                </a:cubicBezTo>
                <a:cubicBezTo>
                  <a:pt x="11363791" y="3944368"/>
                  <a:pt x="11261302" y="3994357"/>
                  <a:pt x="11214181" y="4004215"/>
                </a:cubicBezTo>
                <a:cubicBezTo>
                  <a:pt x="11180556" y="4016505"/>
                  <a:pt x="11133434" y="4019939"/>
                  <a:pt x="11082297" y="4010564"/>
                </a:cubicBezTo>
                <a:cubicBezTo>
                  <a:pt x="11002153" y="4004415"/>
                  <a:pt x="10906391" y="3998574"/>
                  <a:pt x="10833086" y="3997707"/>
                </a:cubicBezTo>
                <a:cubicBezTo>
                  <a:pt x="10741018" y="4017483"/>
                  <a:pt x="10710367" y="4028063"/>
                  <a:pt x="10639436" y="4022417"/>
                </a:cubicBezTo>
                <a:cubicBezTo>
                  <a:pt x="10607553" y="4011982"/>
                  <a:pt x="10546386" y="4040450"/>
                  <a:pt x="10480215" y="4006823"/>
                </a:cubicBezTo>
                <a:cubicBezTo>
                  <a:pt x="10416483" y="4013182"/>
                  <a:pt x="10257826" y="4053751"/>
                  <a:pt x="10217282" y="4020809"/>
                </a:cubicBezTo>
                <a:lnTo>
                  <a:pt x="10015940" y="4082184"/>
                </a:lnTo>
                <a:cubicBezTo>
                  <a:pt x="9933191" y="4122984"/>
                  <a:pt x="9847676" y="4127197"/>
                  <a:pt x="9800299" y="4146342"/>
                </a:cubicBezTo>
                <a:cubicBezTo>
                  <a:pt x="9758990" y="4153221"/>
                  <a:pt x="9764546" y="4171775"/>
                  <a:pt x="9707822" y="4189102"/>
                </a:cubicBezTo>
                <a:cubicBezTo>
                  <a:pt x="9678353" y="4185801"/>
                  <a:pt x="9564542" y="4245966"/>
                  <a:pt x="9543973" y="4245802"/>
                </a:cubicBezTo>
                <a:cubicBezTo>
                  <a:pt x="9545360" y="4250342"/>
                  <a:pt x="9534159" y="4254694"/>
                  <a:pt x="9528747" y="4251724"/>
                </a:cubicBezTo>
                <a:cubicBezTo>
                  <a:pt x="9434894" y="4251802"/>
                  <a:pt x="9498284" y="4284960"/>
                  <a:pt x="9436976" y="4269351"/>
                </a:cubicBezTo>
                <a:cubicBezTo>
                  <a:pt x="9399663" y="4270596"/>
                  <a:pt x="9416325" y="4322777"/>
                  <a:pt x="9371827" y="4303912"/>
                </a:cubicBezTo>
                <a:cubicBezTo>
                  <a:pt x="9327687" y="4311262"/>
                  <a:pt x="9305420" y="4335156"/>
                  <a:pt x="9260304" y="4328021"/>
                </a:cubicBezTo>
                <a:cubicBezTo>
                  <a:pt x="9219002" y="4334987"/>
                  <a:pt x="9185743" y="4348803"/>
                  <a:pt x="9148799" y="4348506"/>
                </a:cubicBezTo>
                <a:cubicBezTo>
                  <a:pt x="9136597" y="4357118"/>
                  <a:pt x="9123990" y="4361794"/>
                  <a:pt x="9107898" y="4354282"/>
                </a:cubicBezTo>
                <a:lnTo>
                  <a:pt x="8990743" y="4382161"/>
                </a:lnTo>
                <a:cubicBezTo>
                  <a:pt x="8968860" y="4381971"/>
                  <a:pt x="8999497" y="4363038"/>
                  <a:pt x="8979819" y="4366419"/>
                </a:cubicBezTo>
                <a:cubicBezTo>
                  <a:pt x="8962591" y="4378296"/>
                  <a:pt x="8953360" y="4357425"/>
                  <a:pt x="8936044" y="4370992"/>
                </a:cubicBezTo>
                <a:cubicBezTo>
                  <a:pt x="8948906" y="4385206"/>
                  <a:pt x="8892470" y="4378724"/>
                  <a:pt x="8897707" y="4392673"/>
                </a:cubicBezTo>
                <a:cubicBezTo>
                  <a:pt x="8869997" y="4377889"/>
                  <a:pt x="8872713" y="4404124"/>
                  <a:pt x="8845635" y="4404300"/>
                </a:cubicBezTo>
                <a:cubicBezTo>
                  <a:pt x="8830642" y="4399853"/>
                  <a:pt x="8821827" y="4400686"/>
                  <a:pt x="8814562" y="4411434"/>
                </a:cubicBezTo>
                <a:cubicBezTo>
                  <a:pt x="8744563" y="4389043"/>
                  <a:pt x="8782115" y="4417916"/>
                  <a:pt x="8726349" y="4416668"/>
                </a:cubicBezTo>
                <a:cubicBezTo>
                  <a:pt x="8677009" y="4412982"/>
                  <a:pt x="8624546" y="4415808"/>
                  <a:pt x="8566678" y="4391711"/>
                </a:cubicBezTo>
                <a:cubicBezTo>
                  <a:pt x="8554349" y="4383843"/>
                  <a:pt x="8534130" y="4384835"/>
                  <a:pt x="8521516" y="4393927"/>
                </a:cubicBezTo>
                <a:cubicBezTo>
                  <a:pt x="8519345" y="4395492"/>
                  <a:pt x="8517487" y="4397242"/>
                  <a:pt x="8515998" y="4399124"/>
                </a:cubicBezTo>
                <a:cubicBezTo>
                  <a:pt x="8479683" y="4380905"/>
                  <a:pt x="8468515" y="4396924"/>
                  <a:pt x="8449547" y="4383170"/>
                </a:cubicBezTo>
                <a:cubicBezTo>
                  <a:pt x="8404832" y="4386248"/>
                  <a:pt x="8377617" y="4410394"/>
                  <a:pt x="8360285" y="4398502"/>
                </a:cubicBezTo>
                <a:cubicBezTo>
                  <a:pt x="8328125" y="4405233"/>
                  <a:pt x="8278328" y="4418008"/>
                  <a:pt x="8256584" y="4423564"/>
                </a:cubicBezTo>
                <a:cubicBezTo>
                  <a:pt x="8250756" y="4433012"/>
                  <a:pt x="8239831" y="4429911"/>
                  <a:pt x="8229821" y="4431840"/>
                </a:cubicBezTo>
                <a:cubicBezTo>
                  <a:pt x="8219737" y="4440670"/>
                  <a:pt x="8172939" y="4441316"/>
                  <a:pt x="8158476" y="4436904"/>
                </a:cubicBezTo>
                <a:lnTo>
                  <a:pt x="7993707" y="4447962"/>
                </a:lnTo>
                <a:lnTo>
                  <a:pt x="7990346" y="4454853"/>
                </a:lnTo>
                <a:lnTo>
                  <a:pt x="7976786" y="4456820"/>
                </a:lnTo>
                <a:lnTo>
                  <a:pt x="7973491" y="4458577"/>
                </a:lnTo>
                <a:cubicBezTo>
                  <a:pt x="7967206" y="4461962"/>
                  <a:pt x="7960915" y="4465118"/>
                  <a:pt x="7954281" y="4467421"/>
                </a:cubicBezTo>
                <a:cubicBezTo>
                  <a:pt x="7950081" y="4438248"/>
                  <a:pt x="7897165" y="4482226"/>
                  <a:pt x="7905540" y="4455628"/>
                </a:cubicBezTo>
                <a:cubicBezTo>
                  <a:pt x="7868363" y="4463225"/>
                  <a:pt x="7886086" y="4435916"/>
                  <a:pt x="7851932" y="4466353"/>
                </a:cubicBezTo>
                <a:cubicBezTo>
                  <a:pt x="7784648" y="4458796"/>
                  <a:pt x="7699743" y="4489674"/>
                  <a:pt x="7639078" y="4467635"/>
                </a:cubicBezTo>
                <a:cubicBezTo>
                  <a:pt x="7650854" y="4478956"/>
                  <a:pt x="7631952" y="4494897"/>
                  <a:pt x="7612359" y="4492789"/>
                </a:cubicBezTo>
                <a:cubicBezTo>
                  <a:pt x="7656290" y="4537791"/>
                  <a:pt x="7524989" y="4464434"/>
                  <a:pt x="7527328" y="4502199"/>
                </a:cubicBezTo>
                <a:cubicBezTo>
                  <a:pt x="7510981" y="4470759"/>
                  <a:pt x="7410641" y="4435979"/>
                  <a:pt x="7388717" y="4470799"/>
                </a:cubicBezTo>
                <a:cubicBezTo>
                  <a:pt x="7332647" y="4477979"/>
                  <a:pt x="7282236" y="4461411"/>
                  <a:pt x="7231898" y="4486028"/>
                </a:cubicBezTo>
                <a:cubicBezTo>
                  <a:pt x="7228085" y="4482236"/>
                  <a:pt x="7223511" y="4479415"/>
                  <a:pt x="7218425" y="4477288"/>
                </a:cubicBezTo>
                <a:lnTo>
                  <a:pt x="7202795" y="4472972"/>
                </a:lnTo>
                <a:lnTo>
                  <a:pt x="7200744" y="4474099"/>
                </a:lnTo>
                <a:cubicBezTo>
                  <a:pt x="7191691" y="4476518"/>
                  <a:pt x="7186143" y="4475925"/>
                  <a:pt x="7182163" y="4474005"/>
                </a:cubicBezTo>
                <a:lnTo>
                  <a:pt x="7178368" y="4470673"/>
                </a:lnTo>
                <a:lnTo>
                  <a:pt x="7165705" y="4469569"/>
                </a:lnTo>
                <a:lnTo>
                  <a:pt x="7140991" y="4464599"/>
                </a:lnTo>
                <a:lnTo>
                  <a:pt x="7136152" y="4466292"/>
                </a:lnTo>
                <a:lnTo>
                  <a:pt x="7098544" y="4462879"/>
                </a:lnTo>
                <a:lnTo>
                  <a:pt x="7097922" y="4464077"/>
                </a:lnTo>
                <a:cubicBezTo>
                  <a:pt x="7095675" y="4466685"/>
                  <a:pt x="7092399" y="4468463"/>
                  <a:pt x="7086877" y="4468554"/>
                </a:cubicBezTo>
                <a:cubicBezTo>
                  <a:pt x="7093857" y="4486654"/>
                  <a:pt x="7082892" y="4475600"/>
                  <a:pt x="7065999" y="4474270"/>
                </a:cubicBezTo>
                <a:cubicBezTo>
                  <a:pt x="7073068" y="4502084"/>
                  <a:pt x="7025982" y="4487289"/>
                  <a:pt x="7016598" y="4502855"/>
                </a:cubicBezTo>
                <a:cubicBezTo>
                  <a:pt x="7004027" y="4501251"/>
                  <a:pt x="6990862" y="4500062"/>
                  <a:pt x="6977375" y="4499434"/>
                </a:cubicBezTo>
                <a:lnTo>
                  <a:pt x="6969409" y="4499424"/>
                </a:lnTo>
                <a:cubicBezTo>
                  <a:pt x="6969345" y="4499517"/>
                  <a:pt x="6969282" y="4499611"/>
                  <a:pt x="6969218" y="4499704"/>
                </a:cubicBezTo>
                <a:cubicBezTo>
                  <a:pt x="6967423" y="4500299"/>
                  <a:pt x="6964778" y="4500520"/>
                  <a:pt x="6960755" y="4500249"/>
                </a:cubicBezTo>
                <a:lnTo>
                  <a:pt x="6954882" y="4499405"/>
                </a:lnTo>
                <a:lnTo>
                  <a:pt x="6939428" y="4499385"/>
                </a:lnTo>
                <a:lnTo>
                  <a:pt x="6933902" y="4501239"/>
                </a:lnTo>
                <a:cubicBezTo>
                  <a:pt x="6915500" y="4513191"/>
                  <a:pt x="6929567" y="4549821"/>
                  <a:pt x="6891244" y="4536371"/>
                </a:cubicBezTo>
                <a:cubicBezTo>
                  <a:pt x="6852551" y="4546708"/>
                  <a:pt x="6836714" y="4571735"/>
                  <a:pt x="6794496" y="4567924"/>
                </a:cubicBezTo>
                <a:lnTo>
                  <a:pt x="6574528" y="4641155"/>
                </a:lnTo>
                <a:lnTo>
                  <a:pt x="6573036" y="4641049"/>
                </a:lnTo>
                <a:lnTo>
                  <a:pt x="6571920" y="4644739"/>
                </a:lnTo>
                <a:lnTo>
                  <a:pt x="6552021" y="4650379"/>
                </a:lnTo>
                <a:lnTo>
                  <a:pt x="6545925" y="4650675"/>
                </a:lnTo>
                <a:cubicBezTo>
                  <a:pt x="6541867" y="4651170"/>
                  <a:pt x="6539355" y="4651872"/>
                  <a:pt x="6537822" y="4652769"/>
                </a:cubicBezTo>
                <a:cubicBezTo>
                  <a:pt x="6537796" y="4652868"/>
                  <a:pt x="6537769" y="4652968"/>
                  <a:pt x="6537743" y="4653068"/>
                </a:cubicBezTo>
                <a:lnTo>
                  <a:pt x="6490057" y="4658624"/>
                </a:lnTo>
                <a:cubicBezTo>
                  <a:pt x="6466205" y="4668772"/>
                  <a:pt x="6404692" y="4705547"/>
                  <a:pt x="6386800" y="4715431"/>
                </a:cubicBezTo>
                <a:lnTo>
                  <a:pt x="6382703" y="4717930"/>
                </a:lnTo>
                <a:lnTo>
                  <a:pt x="6356495" y="4717843"/>
                </a:lnTo>
                <a:lnTo>
                  <a:pt x="6343628" y="4719161"/>
                </a:lnTo>
                <a:lnTo>
                  <a:pt x="6338605" y="4716723"/>
                </a:lnTo>
                <a:cubicBezTo>
                  <a:pt x="6333948" y="4715651"/>
                  <a:pt x="6328272" y="4716126"/>
                  <a:pt x="6320318" y="4720095"/>
                </a:cubicBezTo>
                <a:lnTo>
                  <a:pt x="6318742" y="4721541"/>
                </a:lnTo>
                <a:lnTo>
                  <a:pt x="6301708" y="4720380"/>
                </a:lnTo>
                <a:cubicBezTo>
                  <a:pt x="6295887" y="4719320"/>
                  <a:pt x="6290299" y="4717508"/>
                  <a:pt x="6285082" y="4714639"/>
                </a:cubicBezTo>
                <a:cubicBezTo>
                  <a:pt x="6232894" y="4720313"/>
                  <a:pt x="6091065" y="4711868"/>
                  <a:pt x="6028335" y="4722621"/>
                </a:cubicBezTo>
                <a:cubicBezTo>
                  <a:pt x="6045295" y="4757847"/>
                  <a:pt x="5848075" y="4744853"/>
                  <a:pt x="5908701" y="4779160"/>
                </a:cubicBezTo>
                <a:cubicBezTo>
                  <a:pt x="5888634" y="4780820"/>
                  <a:pt x="5844448" y="4799397"/>
                  <a:pt x="5860414" y="4807892"/>
                </a:cubicBezTo>
                <a:cubicBezTo>
                  <a:pt x="5792262" y="4798387"/>
                  <a:pt x="5752646" y="4843367"/>
                  <a:pt x="5683612" y="4848770"/>
                </a:cubicBezTo>
                <a:cubicBezTo>
                  <a:pt x="5661875" y="4883880"/>
                  <a:pt x="5668687" y="4854788"/>
                  <a:pt x="5635111" y="4868888"/>
                </a:cubicBezTo>
                <a:cubicBezTo>
                  <a:pt x="5633012" y="4842212"/>
                  <a:pt x="5598104" y="4893602"/>
                  <a:pt x="5582652" y="4866836"/>
                </a:cubicBezTo>
                <a:cubicBezTo>
                  <a:pt x="5577032" y="4870250"/>
                  <a:pt x="5572074" y="4874402"/>
                  <a:pt x="5567213" y="4878769"/>
                </a:cubicBezTo>
                <a:lnTo>
                  <a:pt x="5564659" y="4881042"/>
                </a:lnTo>
                <a:lnTo>
                  <a:pt x="5552102" y="4885426"/>
                </a:lnTo>
                <a:cubicBezTo>
                  <a:pt x="5551892" y="4887804"/>
                  <a:pt x="5551684" y="4890182"/>
                  <a:pt x="5551475" y="4892560"/>
                </a:cubicBezTo>
                <a:lnTo>
                  <a:pt x="5534664" y="4903385"/>
                </a:lnTo>
                <a:cubicBezTo>
                  <a:pt x="5527918" y="4906528"/>
                  <a:pt x="5520130" y="4908842"/>
                  <a:pt x="5510737" y="4909807"/>
                </a:cubicBezTo>
                <a:cubicBezTo>
                  <a:pt x="5474863" y="4902736"/>
                  <a:pt x="5438770" y="4943879"/>
                  <a:pt x="5393901" y="4933709"/>
                </a:cubicBezTo>
                <a:cubicBezTo>
                  <a:pt x="5377982" y="4932239"/>
                  <a:pt x="5332258" y="4941569"/>
                  <a:pt x="5325782" y="4951789"/>
                </a:cubicBezTo>
                <a:cubicBezTo>
                  <a:pt x="5316695" y="4955476"/>
                  <a:pt x="5304762" y="4954583"/>
                  <a:pt x="5302703" y="4964590"/>
                </a:cubicBezTo>
                <a:cubicBezTo>
                  <a:pt x="5298243" y="4977015"/>
                  <a:pt x="5260488" y="4966382"/>
                  <a:pt x="5268591" y="4978479"/>
                </a:cubicBezTo>
                <a:cubicBezTo>
                  <a:pt x="5241891" y="4971355"/>
                  <a:pt x="5229004" y="4998058"/>
                  <a:pt x="5210559" y="5007585"/>
                </a:cubicBezTo>
                <a:cubicBezTo>
                  <a:pt x="5199737" y="5003583"/>
                  <a:pt x="5189986" y="5008553"/>
                  <a:pt x="5177597" y="5015926"/>
                </a:cubicBezTo>
                <a:lnTo>
                  <a:pt x="5160569" y="5025681"/>
                </a:lnTo>
                <a:lnTo>
                  <a:pt x="5152748" y="5026569"/>
                </a:lnTo>
                <a:cubicBezTo>
                  <a:pt x="5143464" y="5028511"/>
                  <a:pt x="5135128" y="5030936"/>
                  <a:pt x="5127678" y="5032947"/>
                </a:cubicBezTo>
                <a:lnTo>
                  <a:pt x="5113147" y="5035818"/>
                </a:lnTo>
                <a:lnTo>
                  <a:pt x="5107301" y="5036672"/>
                </a:lnTo>
                <a:lnTo>
                  <a:pt x="5093215" y="5032880"/>
                </a:lnTo>
                <a:lnTo>
                  <a:pt x="5077058" y="5038681"/>
                </a:lnTo>
                <a:lnTo>
                  <a:pt x="5057349" y="5036015"/>
                </a:lnTo>
                <a:cubicBezTo>
                  <a:pt x="5056617" y="5038069"/>
                  <a:pt x="5055470" y="5040071"/>
                  <a:pt x="5053945" y="5041952"/>
                </a:cubicBezTo>
                <a:lnTo>
                  <a:pt x="5040021" y="5050052"/>
                </a:lnTo>
                <a:lnTo>
                  <a:pt x="5025913" y="5046535"/>
                </a:lnTo>
                <a:cubicBezTo>
                  <a:pt x="5027395" y="5056685"/>
                  <a:pt x="5010775" y="5048329"/>
                  <a:pt x="4998218" y="5048065"/>
                </a:cubicBezTo>
                <a:lnTo>
                  <a:pt x="4991008" y="5050439"/>
                </a:lnTo>
                <a:lnTo>
                  <a:pt x="4963503" y="5047575"/>
                </a:lnTo>
                <a:cubicBezTo>
                  <a:pt x="4948687" y="5047149"/>
                  <a:pt x="4934614" y="5047760"/>
                  <a:pt x="4921053" y="5048925"/>
                </a:cubicBezTo>
                <a:lnTo>
                  <a:pt x="4873420" y="5054929"/>
                </a:lnTo>
                <a:lnTo>
                  <a:pt x="4858825" y="5051329"/>
                </a:lnTo>
                <a:cubicBezTo>
                  <a:pt x="4827045" y="5050467"/>
                  <a:pt x="4791907" y="5064719"/>
                  <a:pt x="4769340" y="5053090"/>
                </a:cubicBezTo>
                <a:cubicBezTo>
                  <a:pt x="4760167" y="5051720"/>
                  <a:pt x="4751866" y="5052034"/>
                  <a:pt x="4744152" y="5053391"/>
                </a:cubicBezTo>
                <a:lnTo>
                  <a:pt x="4723556" y="5059633"/>
                </a:lnTo>
                <a:lnTo>
                  <a:pt x="4719699" y="5066298"/>
                </a:lnTo>
                <a:lnTo>
                  <a:pt x="4706016" y="5067422"/>
                </a:lnTo>
                <a:lnTo>
                  <a:pt x="4702593" y="5068973"/>
                </a:lnTo>
                <a:cubicBezTo>
                  <a:pt x="4696073" y="5071961"/>
                  <a:pt x="4689557" y="5074718"/>
                  <a:pt x="4682766" y="5076609"/>
                </a:cubicBezTo>
                <a:cubicBezTo>
                  <a:pt x="4680705" y="5047264"/>
                  <a:pt x="4624654" y="5087854"/>
                  <a:pt x="4634960" y="5061852"/>
                </a:cubicBezTo>
                <a:cubicBezTo>
                  <a:pt x="4597279" y="5067136"/>
                  <a:pt x="4616973" y="5041002"/>
                  <a:pt x="4580645" y="5069246"/>
                </a:cubicBezTo>
                <a:cubicBezTo>
                  <a:pt x="4514010" y="5057571"/>
                  <a:pt x="4426975" y="5083132"/>
                  <a:pt x="4368005" y="5057426"/>
                </a:cubicBezTo>
                <a:cubicBezTo>
                  <a:pt x="4378938" y="5069437"/>
                  <a:pt x="4358901" y="5084168"/>
                  <a:pt x="4339489" y="5080858"/>
                </a:cubicBezTo>
                <a:cubicBezTo>
                  <a:pt x="4380071" y="5128427"/>
                  <a:pt x="4254318" y="5047215"/>
                  <a:pt x="4253895" y="5085008"/>
                </a:cubicBezTo>
                <a:cubicBezTo>
                  <a:pt x="4188524" y="5078393"/>
                  <a:pt x="4183794" y="5065254"/>
                  <a:pt x="4130140" y="5057070"/>
                </a:cubicBezTo>
                <a:lnTo>
                  <a:pt x="3911296" y="5035663"/>
                </a:lnTo>
                <a:lnTo>
                  <a:pt x="3895182" y="5030229"/>
                </a:lnTo>
                <a:lnTo>
                  <a:pt x="3870866" y="5023753"/>
                </a:lnTo>
                <a:lnTo>
                  <a:pt x="3865913" y="5025143"/>
                </a:lnTo>
                <a:lnTo>
                  <a:pt x="3828606" y="5019426"/>
                </a:lnTo>
                <a:lnTo>
                  <a:pt x="3827901" y="5020583"/>
                </a:lnTo>
                <a:cubicBezTo>
                  <a:pt x="3825465" y="5023044"/>
                  <a:pt x="3822064" y="5024614"/>
                  <a:pt x="3816543" y="5024366"/>
                </a:cubicBezTo>
                <a:cubicBezTo>
                  <a:pt x="3822191" y="5042839"/>
                  <a:pt x="3812047" y="5031144"/>
                  <a:pt x="3795278" y="5028779"/>
                </a:cubicBezTo>
                <a:cubicBezTo>
                  <a:pt x="3800305" y="5056944"/>
                  <a:pt x="3754370" y="5039296"/>
                  <a:pt x="3743858" y="5054237"/>
                </a:cubicBezTo>
                <a:cubicBezTo>
                  <a:pt x="3731426" y="5051864"/>
                  <a:pt x="3718365" y="5049870"/>
                  <a:pt x="3704945" y="5048413"/>
                </a:cubicBezTo>
                <a:lnTo>
                  <a:pt x="3696992" y="5047914"/>
                </a:lnTo>
                <a:lnTo>
                  <a:pt x="3696780" y="5048181"/>
                </a:lnTo>
                <a:cubicBezTo>
                  <a:pt x="3694942" y="5048663"/>
                  <a:pt x="3692286" y="5048721"/>
                  <a:pt x="3688290" y="5048204"/>
                </a:cubicBezTo>
                <a:lnTo>
                  <a:pt x="3682486" y="5047000"/>
                </a:lnTo>
                <a:lnTo>
                  <a:pt x="3667056" y="5046030"/>
                </a:lnTo>
                <a:lnTo>
                  <a:pt x="3661403" y="5047537"/>
                </a:lnTo>
                <a:lnTo>
                  <a:pt x="3658673" y="5050790"/>
                </a:lnTo>
                <a:lnTo>
                  <a:pt x="3657333" y="5050325"/>
                </a:lnTo>
                <a:cubicBezTo>
                  <a:pt x="3647943" y="5043807"/>
                  <a:pt x="3646760" y="5035120"/>
                  <a:pt x="3626778" y="5057882"/>
                </a:cubicBezTo>
                <a:cubicBezTo>
                  <a:pt x="3604242" y="5046906"/>
                  <a:pt x="3595632" y="5060978"/>
                  <a:pt x="3560067" y="5064266"/>
                </a:cubicBezTo>
                <a:cubicBezTo>
                  <a:pt x="3548093" y="5054413"/>
                  <a:pt x="3535744" y="5057071"/>
                  <a:pt x="3522641" y="5063654"/>
                </a:cubicBezTo>
                <a:cubicBezTo>
                  <a:pt x="3490386" y="5057687"/>
                  <a:pt x="3457385" y="5066150"/>
                  <a:pt x="3419275" y="5066646"/>
                </a:cubicBezTo>
                <a:cubicBezTo>
                  <a:pt x="3381791" y="5052708"/>
                  <a:pt x="3355578" y="5072759"/>
                  <a:pt x="3314869" y="5073197"/>
                </a:cubicBezTo>
                <a:cubicBezTo>
                  <a:pt x="3285434" y="5051000"/>
                  <a:pt x="3281681" y="5089430"/>
                  <a:pt x="3259088" y="5096363"/>
                </a:cubicBezTo>
                <a:lnTo>
                  <a:pt x="3253104" y="5096785"/>
                </a:lnTo>
                <a:lnTo>
                  <a:pt x="3238751" y="5092996"/>
                </a:lnTo>
                <a:lnTo>
                  <a:pt x="3233681" y="5090758"/>
                </a:lnTo>
                <a:cubicBezTo>
                  <a:pt x="3230065" y="5089519"/>
                  <a:pt x="3227507" y="5089085"/>
                  <a:pt x="3225562" y="5089215"/>
                </a:cubicBezTo>
                <a:lnTo>
                  <a:pt x="3225260" y="5089437"/>
                </a:lnTo>
                <a:lnTo>
                  <a:pt x="3217859" y="5087484"/>
                </a:lnTo>
                <a:cubicBezTo>
                  <a:pt x="3205614" y="5083594"/>
                  <a:pt x="3193926" y="5079248"/>
                  <a:pt x="3182980" y="5074650"/>
                </a:cubicBezTo>
                <a:lnTo>
                  <a:pt x="3055081" y="5080424"/>
                </a:lnTo>
                <a:lnTo>
                  <a:pt x="3049807" y="5080860"/>
                </a:lnTo>
                <a:lnTo>
                  <a:pt x="3029122" y="5070085"/>
                </a:lnTo>
                <a:lnTo>
                  <a:pt x="3017862" y="5065942"/>
                </a:lnTo>
                <a:lnTo>
                  <a:pt x="3015868" y="5061832"/>
                </a:lnTo>
                <a:cubicBezTo>
                  <a:pt x="3013048" y="5059027"/>
                  <a:pt x="3008170" y="5057108"/>
                  <a:pt x="2998644" y="5057210"/>
                </a:cubicBezTo>
                <a:lnTo>
                  <a:pt x="2996219" y="5057788"/>
                </a:lnTo>
                <a:lnTo>
                  <a:pt x="2983676" y="5049852"/>
                </a:lnTo>
                <a:cubicBezTo>
                  <a:pt x="2979927" y="5046579"/>
                  <a:pt x="2905411" y="5003010"/>
                  <a:pt x="2903609" y="4998457"/>
                </a:cubicBezTo>
                <a:cubicBezTo>
                  <a:pt x="2845520" y="5009702"/>
                  <a:pt x="2814236" y="4981574"/>
                  <a:pt x="2758830" y="4974760"/>
                </a:cubicBezTo>
                <a:cubicBezTo>
                  <a:pt x="2685080" y="4958487"/>
                  <a:pt x="2604754" y="4958695"/>
                  <a:pt x="2532669" y="4940573"/>
                </a:cubicBezTo>
                <a:cubicBezTo>
                  <a:pt x="2486415" y="4904719"/>
                  <a:pt x="2448985" y="4929416"/>
                  <a:pt x="2389931" y="4905785"/>
                </a:cubicBezTo>
                <a:cubicBezTo>
                  <a:pt x="2344209" y="4926536"/>
                  <a:pt x="2373223" y="4904767"/>
                  <a:pt x="2335186" y="4902957"/>
                </a:cubicBezTo>
                <a:cubicBezTo>
                  <a:pt x="2315763" y="4899254"/>
                  <a:pt x="2284337" y="4886651"/>
                  <a:pt x="2273393" y="4883565"/>
                </a:cubicBezTo>
                <a:lnTo>
                  <a:pt x="2269523" y="4884442"/>
                </a:lnTo>
                <a:lnTo>
                  <a:pt x="2256015" y="4883014"/>
                </a:lnTo>
                <a:lnTo>
                  <a:pt x="2249731" y="4888778"/>
                </a:lnTo>
                <a:lnTo>
                  <a:pt x="2227629" y="4891047"/>
                </a:lnTo>
                <a:cubicBezTo>
                  <a:pt x="2219732" y="4890944"/>
                  <a:pt x="2211684" y="4889720"/>
                  <a:pt x="2203460" y="4886696"/>
                </a:cubicBezTo>
                <a:cubicBezTo>
                  <a:pt x="2180795" y="4866080"/>
                  <a:pt x="2118808" y="4886062"/>
                  <a:pt x="2091528" y="4859155"/>
                </a:cubicBezTo>
                <a:cubicBezTo>
                  <a:pt x="2080112" y="4851412"/>
                  <a:pt x="2036326" y="4840616"/>
                  <a:pt x="2022901" y="4846594"/>
                </a:cubicBezTo>
                <a:cubicBezTo>
                  <a:pt x="2012710" y="4845995"/>
                  <a:pt x="2003983" y="4840369"/>
                  <a:pt x="1994227" y="4847973"/>
                </a:cubicBezTo>
                <a:cubicBezTo>
                  <a:pt x="1980605" y="4856639"/>
                  <a:pt x="1959341" y="4832246"/>
                  <a:pt x="1955936" y="4845765"/>
                </a:cubicBezTo>
                <a:cubicBezTo>
                  <a:pt x="1913886" y="4839111"/>
                  <a:pt x="1778845" y="4813736"/>
                  <a:pt x="1741924" y="4808054"/>
                </a:cubicBezTo>
                <a:cubicBezTo>
                  <a:pt x="1739676" y="4809488"/>
                  <a:pt x="1737142" y="4810709"/>
                  <a:pt x="1734410" y="4811675"/>
                </a:cubicBezTo>
                <a:cubicBezTo>
                  <a:pt x="1718510" y="4817283"/>
                  <a:pt x="1699262" y="4813300"/>
                  <a:pt x="1691423" y="4802777"/>
                </a:cubicBezTo>
                <a:cubicBezTo>
                  <a:pt x="1648716" y="4765637"/>
                  <a:pt x="1598660" y="4755543"/>
                  <a:pt x="1554504" y="4739985"/>
                </a:cubicBezTo>
                <a:cubicBezTo>
                  <a:pt x="1503251" y="4725192"/>
                  <a:pt x="1524885" y="4761939"/>
                  <a:pt x="1470119" y="4723470"/>
                </a:cubicBezTo>
                <a:cubicBezTo>
                  <a:pt x="1458433" y="4731968"/>
                  <a:pt x="1449855" y="4730612"/>
                  <a:pt x="1437967" y="4722710"/>
                </a:cubicBezTo>
                <a:cubicBezTo>
                  <a:pt x="1408925" y="4723161"/>
                  <a:pt x="1320039" y="4732524"/>
                  <a:pt x="1295869" y="4726175"/>
                </a:cubicBezTo>
                <a:cubicBezTo>
                  <a:pt x="1276026" y="4724607"/>
                  <a:pt x="1313193" y="4690134"/>
                  <a:pt x="1292949" y="4684615"/>
                </a:cubicBezTo>
                <a:cubicBezTo>
                  <a:pt x="1267286" y="4680380"/>
                  <a:pt x="1278648" y="4679316"/>
                  <a:pt x="1244908" y="4706993"/>
                </a:cubicBezTo>
                <a:cubicBezTo>
                  <a:pt x="1222078" y="4693678"/>
                  <a:pt x="1210507" y="4706896"/>
                  <a:pt x="1171266" y="4706535"/>
                </a:cubicBezTo>
                <a:lnTo>
                  <a:pt x="1160868" y="4701936"/>
                </a:lnTo>
                <a:lnTo>
                  <a:pt x="1147599" y="4714833"/>
                </a:lnTo>
                <a:cubicBezTo>
                  <a:pt x="1140224" y="4719999"/>
                  <a:pt x="1131384" y="4723126"/>
                  <a:pt x="1119603" y="4721303"/>
                </a:cubicBezTo>
                <a:cubicBezTo>
                  <a:pt x="1049174" y="4686348"/>
                  <a:pt x="1115212" y="4744643"/>
                  <a:pt x="997851" y="4722336"/>
                </a:cubicBezTo>
                <a:cubicBezTo>
                  <a:pt x="992266" y="4717175"/>
                  <a:pt x="976529" y="4720167"/>
                  <a:pt x="976455" y="4726407"/>
                </a:cubicBezTo>
                <a:cubicBezTo>
                  <a:pt x="969353" y="4723719"/>
                  <a:pt x="954255" y="4710143"/>
                  <a:pt x="949939" y="4719699"/>
                </a:cubicBezTo>
                <a:cubicBezTo>
                  <a:pt x="930704" y="4718268"/>
                  <a:pt x="911959" y="4715133"/>
                  <a:pt x="894148" y="4710406"/>
                </a:cubicBezTo>
                <a:lnTo>
                  <a:pt x="857990" y="4696844"/>
                </a:lnTo>
                <a:lnTo>
                  <a:pt x="848649" y="4704021"/>
                </a:lnTo>
                <a:cubicBezTo>
                  <a:pt x="842387" y="4707513"/>
                  <a:pt x="835247" y="4709400"/>
                  <a:pt x="826436" y="4707421"/>
                </a:cubicBezTo>
                <a:cubicBezTo>
                  <a:pt x="776631" y="4677554"/>
                  <a:pt x="820307" y="4724698"/>
                  <a:pt x="733052" y="4701884"/>
                </a:cubicBezTo>
                <a:cubicBezTo>
                  <a:pt x="729390" y="4697724"/>
                  <a:pt x="716978" y="4643492"/>
                  <a:pt x="716185" y="4648168"/>
                </a:cubicBezTo>
                <a:cubicBezTo>
                  <a:pt x="691130" y="4640960"/>
                  <a:pt x="605233" y="4666922"/>
                  <a:pt x="582722" y="4658637"/>
                </a:cubicBezTo>
                <a:lnTo>
                  <a:pt x="581118" y="4654120"/>
                </a:lnTo>
                <a:cubicBezTo>
                  <a:pt x="575072" y="4653105"/>
                  <a:pt x="553843" y="4654128"/>
                  <a:pt x="546453" y="4652542"/>
                </a:cubicBezTo>
                <a:lnTo>
                  <a:pt x="536773" y="4644609"/>
                </a:lnTo>
                <a:lnTo>
                  <a:pt x="388896" y="4619173"/>
                </a:lnTo>
                <a:lnTo>
                  <a:pt x="366479" y="4618896"/>
                </a:lnTo>
                <a:cubicBezTo>
                  <a:pt x="356301" y="4616415"/>
                  <a:pt x="348096" y="4611062"/>
                  <a:pt x="342781" y="4601239"/>
                </a:cubicBezTo>
                <a:cubicBezTo>
                  <a:pt x="324354" y="4597871"/>
                  <a:pt x="274025" y="4600078"/>
                  <a:pt x="255925" y="4598685"/>
                </a:cubicBezTo>
                <a:lnTo>
                  <a:pt x="226919" y="4598460"/>
                </a:lnTo>
                <a:lnTo>
                  <a:pt x="213925" y="4597783"/>
                </a:lnTo>
                <a:lnTo>
                  <a:pt x="215196" y="4588576"/>
                </a:lnTo>
                <a:lnTo>
                  <a:pt x="180214" y="4583701"/>
                </a:lnTo>
                <a:cubicBezTo>
                  <a:pt x="158216" y="4574216"/>
                  <a:pt x="119654" y="4544682"/>
                  <a:pt x="83203" y="4531664"/>
                </a:cubicBezTo>
                <a:cubicBezTo>
                  <a:pt x="60690" y="4526056"/>
                  <a:pt x="40567" y="4525644"/>
                  <a:pt x="4106" y="4517202"/>
                </a:cubicBezTo>
                <a:lnTo>
                  <a:pt x="0" y="4516084"/>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81FB814B-80F0-EF05-20BD-F44CF329C811}"/>
              </a:ext>
            </a:extLst>
          </p:cNvPr>
          <p:cNvSpPr>
            <a:spLocks noGrp="1"/>
          </p:cNvSpPr>
          <p:nvPr>
            <p:ph type="title"/>
          </p:nvPr>
        </p:nvSpPr>
        <p:spPr>
          <a:xfrm>
            <a:off x="1137037" y="887096"/>
            <a:ext cx="7842576" cy="2719133"/>
          </a:xfrm>
        </p:spPr>
        <p:txBody>
          <a:bodyPr vert="horz" lIns="91440" tIns="45720" rIns="91440" bIns="45720" rtlCol="0" anchor="ctr">
            <a:normAutofit/>
          </a:bodyPr>
          <a:lstStyle/>
          <a:p>
            <a:r>
              <a:rPr lang="en-US" sz="4400" kern="1200">
                <a:solidFill>
                  <a:schemeClr val="tx1">
                    <a:lumMod val="85000"/>
                    <a:lumOff val="15000"/>
                  </a:schemeClr>
                </a:solidFill>
                <a:latin typeface="+mj-lt"/>
                <a:ea typeface="+mj-ea"/>
                <a:cs typeface="+mj-cs"/>
              </a:rPr>
              <a:t>Exploratory Data Analysis</a:t>
            </a:r>
          </a:p>
        </p:txBody>
      </p:sp>
      <p:sp>
        <p:nvSpPr>
          <p:cNvPr id="5" name="Text Placeholder 4">
            <a:extLst>
              <a:ext uri="{FF2B5EF4-FFF2-40B4-BE49-F238E27FC236}">
                <a16:creationId xmlns:a16="http://schemas.microsoft.com/office/drawing/2014/main" id="{ED6F2545-5BCC-D795-BD4B-348F0260A5F1}"/>
              </a:ext>
            </a:extLst>
          </p:cNvPr>
          <p:cNvSpPr>
            <a:spLocks noGrp="1"/>
          </p:cNvSpPr>
          <p:nvPr>
            <p:ph type="body" idx="1"/>
          </p:nvPr>
        </p:nvSpPr>
        <p:spPr>
          <a:xfrm>
            <a:off x="3729160" y="5163670"/>
            <a:ext cx="7320504" cy="1087718"/>
          </a:xfrm>
        </p:spPr>
        <p:txBody>
          <a:bodyPr vert="horz" lIns="91440" tIns="45720" rIns="91440" bIns="45720" rtlCol="0" anchor="ctr">
            <a:normAutofit/>
          </a:bodyPr>
          <a:lstStyle/>
          <a:p>
            <a:pPr algn="r"/>
            <a:endParaRPr lang="en-US" sz="1800" kern="1200">
              <a:solidFill>
                <a:schemeClr val="tx1">
                  <a:lumMod val="85000"/>
                  <a:lumOff val="15000"/>
                </a:schemeClr>
              </a:solidFill>
              <a:latin typeface="+mn-lt"/>
              <a:ea typeface="+mn-ea"/>
              <a:cs typeface="+mn-cs"/>
            </a:endParaRPr>
          </a:p>
        </p:txBody>
      </p:sp>
    </p:spTree>
    <p:extLst>
      <p:ext uri="{BB962C8B-B14F-4D97-AF65-F5344CB8AC3E}">
        <p14:creationId xmlns:p14="http://schemas.microsoft.com/office/powerpoint/2010/main" val="1921480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9E4001-46DD-9CB7-1280-D73CD674E02D}"/>
              </a:ext>
            </a:extLst>
          </p:cNvPr>
          <p:cNvPicPr>
            <a:picLocks noChangeAspect="1"/>
          </p:cNvPicPr>
          <p:nvPr/>
        </p:nvPicPr>
        <p:blipFill>
          <a:blip r:embed="rId2"/>
          <a:stretch>
            <a:fillRect/>
          </a:stretch>
        </p:blipFill>
        <p:spPr>
          <a:xfrm>
            <a:off x="0" y="0"/>
            <a:ext cx="6096000" cy="3471104"/>
          </a:xfrm>
          <a:prstGeom prst="rect">
            <a:avLst/>
          </a:prstGeom>
        </p:spPr>
      </p:pic>
      <p:pic>
        <p:nvPicPr>
          <p:cNvPr id="6" name="Picture 5">
            <a:extLst>
              <a:ext uri="{FF2B5EF4-FFF2-40B4-BE49-F238E27FC236}">
                <a16:creationId xmlns:a16="http://schemas.microsoft.com/office/drawing/2014/main" id="{6701C23D-9282-6B09-3410-B3F6560AF3AC}"/>
              </a:ext>
            </a:extLst>
          </p:cNvPr>
          <p:cNvPicPr>
            <a:picLocks noChangeAspect="1"/>
          </p:cNvPicPr>
          <p:nvPr/>
        </p:nvPicPr>
        <p:blipFill>
          <a:blip r:embed="rId3"/>
          <a:stretch>
            <a:fillRect/>
          </a:stretch>
        </p:blipFill>
        <p:spPr>
          <a:xfrm>
            <a:off x="6095999" y="3386896"/>
            <a:ext cx="6096001" cy="3471104"/>
          </a:xfrm>
          <a:prstGeom prst="rect">
            <a:avLst/>
          </a:prstGeom>
        </p:spPr>
      </p:pic>
      <p:pic>
        <p:nvPicPr>
          <p:cNvPr id="8" name="Picture 7">
            <a:extLst>
              <a:ext uri="{FF2B5EF4-FFF2-40B4-BE49-F238E27FC236}">
                <a16:creationId xmlns:a16="http://schemas.microsoft.com/office/drawing/2014/main" id="{F7102939-85BC-724A-533E-7ED93714DC81}"/>
              </a:ext>
            </a:extLst>
          </p:cNvPr>
          <p:cNvPicPr>
            <a:picLocks noChangeAspect="1"/>
          </p:cNvPicPr>
          <p:nvPr/>
        </p:nvPicPr>
        <p:blipFill>
          <a:blip r:embed="rId4"/>
          <a:stretch>
            <a:fillRect/>
          </a:stretch>
        </p:blipFill>
        <p:spPr>
          <a:xfrm>
            <a:off x="6095999" y="0"/>
            <a:ext cx="6096001" cy="3471104"/>
          </a:xfrm>
          <a:prstGeom prst="rect">
            <a:avLst/>
          </a:prstGeom>
        </p:spPr>
      </p:pic>
      <p:pic>
        <p:nvPicPr>
          <p:cNvPr id="12" name="Picture 11">
            <a:extLst>
              <a:ext uri="{FF2B5EF4-FFF2-40B4-BE49-F238E27FC236}">
                <a16:creationId xmlns:a16="http://schemas.microsoft.com/office/drawing/2014/main" id="{8C04AC8E-FA05-9ACE-566F-70FB3233CFBA}"/>
              </a:ext>
            </a:extLst>
          </p:cNvPr>
          <p:cNvPicPr>
            <a:picLocks noChangeAspect="1"/>
          </p:cNvPicPr>
          <p:nvPr/>
        </p:nvPicPr>
        <p:blipFill>
          <a:blip r:embed="rId5"/>
          <a:stretch>
            <a:fillRect/>
          </a:stretch>
        </p:blipFill>
        <p:spPr>
          <a:xfrm>
            <a:off x="-1" y="3386896"/>
            <a:ext cx="6096000" cy="3471104"/>
          </a:xfrm>
          <a:prstGeom prst="rect">
            <a:avLst/>
          </a:prstGeom>
        </p:spPr>
      </p:pic>
    </p:spTree>
    <p:extLst>
      <p:ext uri="{BB962C8B-B14F-4D97-AF65-F5344CB8AC3E}">
        <p14:creationId xmlns:p14="http://schemas.microsoft.com/office/powerpoint/2010/main" val="1800024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C580F6-7CA7-8152-DB75-014C89FD697D}"/>
              </a:ext>
            </a:extLst>
          </p:cNvPr>
          <p:cNvPicPr>
            <a:picLocks noChangeAspect="1"/>
          </p:cNvPicPr>
          <p:nvPr/>
        </p:nvPicPr>
        <p:blipFill>
          <a:blip r:embed="rId2"/>
          <a:stretch>
            <a:fillRect/>
          </a:stretch>
        </p:blipFill>
        <p:spPr>
          <a:xfrm>
            <a:off x="-5510" y="0"/>
            <a:ext cx="12197510" cy="5520977"/>
          </a:xfrm>
          <a:prstGeom prst="rect">
            <a:avLst/>
          </a:prstGeom>
        </p:spPr>
      </p:pic>
      <p:sp>
        <p:nvSpPr>
          <p:cNvPr id="4" name="TextBox 3">
            <a:extLst>
              <a:ext uri="{FF2B5EF4-FFF2-40B4-BE49-F238E27FC236}">
                <a16:creationId xmlns:a16="http://schemas.microsoft.com/office/drawing/2014/main" id="{D10DBD48-EF38-CFFC-11D9-E4C7F9C25D02}"/>
              </a:ext>
            </a:extLst>
          </p:cNvPr>
          <p:cNvSpPr txBox="1"/>
          <p:nvPr/>
        </p:nvSpPr>
        <p:spPr>
          <a:xfrm>
            <a:off x="0" y="5708822"/>
            <a:ext cx="12192000" cy="923330"/>
          </a:xfrm>
          <a:prstGeom prst="rect">
            <a:avLst/>
          </a:prstGeom>
          <a:noFill/>
        </p:spPr>
        <p:txBody>
          <a:bodyPr wrap="square" rtlCol="0">
            <a:spAutoFit/>
          </a:bodyPr>
          <a:lstStyle/>
          <a:p>
            <a:r>
              <a:rPr lang="en-US" dirty="0"/>
              <a:t>Airport Pickups at the Newark (EWR) airport may be biased in this dataset. TLC dataset is unclear on whether taxis originating from EWR count in data or only those originating in the NYC bounds. The low data counts are most likely from a lack of outgoing taxis from this location.</a:t>
            </a:r>
          </a:p>
        </p:txBody>
      </p:sp>
    </p:spTree>
    <p:extLst>
      <p:ext uri="{BB962C8B-B14F-4D97-AF65-F5344CB8AC3E}">
        <p14:creationId xmlns:p14="http://schemas.microsoft.com/office/powerpoint/2010/main" val="1179655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2E20519-BBF1-E073-20C8-BA9E1DA094D8}"/>
              </a:ext>
            </a:extLst>
          </p:cNvPr>
          <p:cNvSpPr>
            <a:spLocks noGrp="1"/>
          </p:cNvSpPr>
          <p:nvPr>
            <p:ph type="title"/>
          </p:nvPr>
        </p:nvSpPr>
        <p:spPr>
          <a:xfrm>
            <a:off x="838200" y="609600"/>
            <a:ext cx="3739341" cy="1330839"/>
          </a:xfrm>
        </p:spPr>
        <p:txBody>
          <a:bodyPr vert="horz" lIns="91440" tIns="45720" rIns="91440" bIns="45720" rtlCol="0" anchor="ctr">
            <a:normAutofit/>
          </a:bodyPr>
          <a:lstStyle/>
          <a:p>
            <a:r>
              <a:rPr lang="en-US" sz="4400" kern="1200">
                <a:solidFill>
                  <a:schemeClr val="tx1"/>
                </a:solidFill>
                <a:latin typeface="+mj-lt"/>
                <a:ea typeface="+mj-ea"/>
                <a:cs typeface="+mj-cs"/>
              </a:rPr>
              <a:t>Correlations</a:t>
            </a:r>
          </a:p>
        </p:txBody>
      </p:sp>
      <p:sp>
        <p:nvSpPr>
          <p:cNvPr id="4" name="Text Placeholder 3">
            <a:extLst>
              <a:ext uri="{FF2B5EF4-FFF2-40B4-BE49-F238E27FC236}">
                <a16:creationId xmlns:a16="http://schemas.microsoft.com/office/drawing/2014/main" id="{96D25D88-A5FC-DF71-1F67-32F3EC40A069}"/>
              </a:ext>
            </a:extLst>
          </p:cNvPr>
          <p:cNvSpPr>
            <a:spLocks noGrp="1"/>
          </p:cNvSpPr>
          <p:nvPr>
            <p:ph type="body" sz="half" idx="2"/>
          </p:nvPr>
        </p:nvSpPr>
        <p:spPr>
          <a:xfrm>
            <a:off x="862366" y="2194102"/>
            <a:ext cx="3427001" cy="3908586"/>
          </a:xfrm>
        </p:spPr>
        <p:txBody>
          <a:bodyPr vert="horz" lIns="91440" tIns="45720" rIns="91440" bIns="45720" rtlCol="0">
            <a:normAutofit/>
          </a:bodyPr>
          <a:lstStyle/>
          <a:p>
            <a:r>
              <a:rPr lang="en-US" dirty="0"/>
              <a:t>Reviewing the correlations of a few key categories between yellow taxis and rideshare.</a:t>
            </a:r>
          </a:p>
          <a:p>
            <a:pPr indent="-228600">
              <a:buFont typeface="Arial" panose="020B0604020202020204" pitchFamily="34" charset="0"/>
              <a:buChar char="•"/>
            </a:pPr>
            <a:endParaRPr lang="en-US" dirty="0"/>
          </a:p>
          <a:p>
            <a:r>
              <a:rPr lang="en-US" dirty="0"/>
              <a:t>Tips for Taxis have some correlation for fare and for distance. Meanwhile rideshares have almost no correlation, suggesting something else lends to tip amount.</a:t>
            </a:r>
          </a:p>
          <a:p>
            <a:pPr indent="-228600">
              <a:buFont typeface="Arial" panose="020B0604020202020204" pitchFamily="34" charset="0"/>
              <a:buChar char="•"/>
            </a:pPr>
            <a:endParaRPr lang="en-US" dirty="0"/>
          </a:p>
          <a:p>
            <a:r>
              <a:rPr lang="en-US" dirty="0"/>
              <a:t>In both cases, distance and fare are highly correlated. The slightly lower correlation in rideshare may be due to surge pricing or may have some minimum pricing built in.</a:t>
            </a:r>
          </a:p>
        </p:txBody>
      </p:sp>
      <p:pic>
        <p:nvPicPr>
          <p:cNvPr id="8" name="Picture Placeholder 7">
            <a:extLst>
              <a:ext uri="{FF2B5EF4-FFF2-40B4-BE49-F238E27FC236}">
                <a16:creationId xmlns:a16="http://schemas.microsoft.com/office/drawing/2014/main" id="{F5598486-8C03-E4CD-8563-6F2F0BC6889A}"/>
              </a:ext>
            </a:extLst>
          </p:cNvPr>
          <p:cNvPicPr>
            <a:picLocks noGrp="1" noChangeAspect="1"/>
          </p:cNvPicPr>
          <p:nvPr>
            <p:ph type="pic" idx="1"/>
          </p:nvPr>
        </p:nvPicPr>
        <p:blipFill>
          <a:blip r:embed="rId2"/>
          <a:srcRect l="332" r="404"/>
          <a:stretch>
            <a:fillRect/>
          </a:stretch>
        </p:blipFill>
        <p:spPr>
          <a:xfrm>
            <a:off x="5445457" y="1580638"/>
            <a:ext cx="6155141" cy="3720465"/>
          </a:xfrm>
          <a:prstGeom prst="rect">
            <a:avLst/>
          </a:prstGeom>
        </p:spPr>
      </p:pic>
    </p:spTree>
    <p:extLst>
      <p:ext uri="{BB962C8B-B14F-4D97-AF65-F5344CB8AC3E}">
        <p14:creationId xmlns:p14="http://schemas.microsoft.com/office/powerpoint/2010/main" val="835692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7BD93DB-812F-CDD6-B24B-C5D07874B0C4}"/>
              </a:ext>
            </a:extLst>
          </p:cNvPr>
          <p:cNvSpPr>
            <a:spLocks noGrp="1"/>
          </p:cNvSpPr>
          <p:nvPr>
            <p:ph type="title"/>
          </p:nvPr>
        </p:nvSpPr>
        <p:spPr>
          <a:xfrm>
            <a:off x="315110" y="773370"/>
            <a:ext cx="4815238" cy="1330839"/>
          </a:xfrm>
        </p:spPr>
        <p:txBody>
          <a:bodyPr vert="horz" lIns="91440" tIns="45720" rIns="91440" bIns="45720" rtlCol="0" anchor="ctr">
            <a:normAutofit/>
          </a:bodyPr>
          <a:lstStyle/>
          <a:p>
            <a:r>
              <a:rPr lang="en-US" sz="4400" kern="1200" dirty="0">
                <a:solidFill>
                  <a:schemeClr val="tx1"/>
                </a:solidFill>
                <a:latin typeface="+mj-lt"/>
                <a:ea typeface="+mj-ea"/>
                <a:cs typeface="+mj-cs"/>
              </a:rPr>
              <a:t>Base Fare per Mile</a:t>
            </a:r>
          </a:p>
        </p:txBody>
      </p:sp>
      <p:sp>
        <p:nvSpPr>
          <p:cNvPr id="4" name="Text Placeholder 3">
            <a:extLst>
              <a:ext uri="{FF2B5EF4-FFF2-40B4-BE49-F238E27FC236}">
                <a16:creationId xmlns:a16="http://schemas.microsoft.com/office/drawing/2014/main" id="{C44318A9-4EDF-AEF2-CD0A-F93E5DDB381F}"/>
              </a:ext>
            </a:extLst>
          </p:cNvPr>
          <p:cNvSpPr>
            <a:spLocks noGrp="1"/>
          </p:cNvSpPr>
          <p:nvPr>
            <p:ph type="body" sz="half" idx="2"/>
          </p:nvPr>
        </p:nvSpPr>
        <p:spPr>
          <a:xfrm>
            <a:off x="862366" y="2194102"/>
            <a:ext cx="3427001" cy="3908586"/>
          </a:xfrm>
        </p:spPr>
        <p:txBody>
          <a:bodyPr vert="horz" lIns="91440" tIns="45720" rIns="91440" bIns="45720" rtlCol="0">
            <a:normAutofit/>
          </a:bodyPr>
          <a:lstStyle/>
          <a:p>
            <a:r>
              <a:rPr lang="en-US" sz="1700" dirty="0"/>
              <a:t>Meanwhile an examination of base fare per mile shows a steady rise for the rideshare costs. Meanwhile taxis see no movement until a large spike following 2022. </a:t>
            </a:r>
          </a:p>
          <a:p>
            <a:pPr indent="-228600">
              <a:buFont typeface="Arial" panose="020B0604020202020204" pitchFamily="34" charset="0"/>
              <a:buChar char="•"/>
            </a:pPr>
            <a:endParaRPr lang="en-US" sz="1700" dirty="0"/>
          </a:p>
          <a:p>
            <a:r>
              <a:rPr lang="en-US" sz="1700" dirty="0"/>
              <a:t>A large spike could be due to a number of reasons. Giving up on fighting rideshare pricing, fallout from covid, or some other reason may be the result of this. It will require further digging to see if we can find a reason.</a:t>
            </a:r>
          </a:p>
        </p:txBody>
      </p:sp>
      <p:pic>
        <p:nvPicPr>
          <p:cNvPr id="6" name="Picture Placeholder 5">
            <a:extLst>
              <a:ext uri="{FF2B5EF4-FFF2-40B4-BE49-F238E27FC236}">
                <a16:creationId xmlns:a16="http://schemas.microsoft.com/office/drawing/2014/main" id="{BD722410-7AB4-8A4E-6E98-220E8D7D380A}"/>
              </a:ext>
            </a:extLst>
          </p:cNvPr>
          <p:cNvPicPr>
            <a:picLocks noGrp="1" noChangeAspect="1"/>
          </p:cNvPicPr>
          <p:nvPr>
            <p:ph type="pic" idx="1"/>
          </p:nvPr>
        </p:nvPicPr>
        <p:blipFill>
          <a:blip r:embed="rId2"/>
          <a:srcRect l="-138" r="325"/>
          <a:stretch>
            <a:fillRect/>
          </a:stretch>
        </p:blipFill>
        <p:spPr>
          <a:xfrm>
            <a:off x="5445457" y="1590868"/>
            <a:ext cx="6155141" cy="3700004"/>
          </a:xfrm>
          <a:prstGeom prst="rect">
            <a:avLst/>
          </a:prstGeom>
        </p:spPr>
      </p:pic>
    </p:spTree>
    <p:extLst>
      <p:ext uri="{BB962C8B-B14F-4D97-AF65-F5344CB8AC3E}">
        <p14:creationId xmlns:p14="http://schemas.microsoft.com/office/powerpoint/2010/main" val="2710907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C924244-8180-F2A1-83AF-DB134A0CD327}"/>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Lessons Learned and Next Steps</a:t>
            </a:r>
          </a:p>
        </p:txBody>
      </p:sp>
      <p:sp>
        <p:nvSpPr>
          <p:cNvPr id="3" name="Content Placeholder 2">
            <a:extLst>
              <a:ext uri="{FF2B5EF4-FFF2-40B4-BE49-F238E27FC236}">
                <a16:creationId xmlns:a16="http://schemas.microsoft.com/office/drawing/2014/main" id="{04681534-EE60-09C7-6163-F56404513DE1}"/>
              </a:ext>
            </a:extLst>
          </p:cNvPr>
          <p:cNvSpPr>
            <a:spLocks noGrp="1"/>
          </p:cNvSpPr>
          <p:nvPr>
            <p:ph idx="1"/>
          </p:nvPr>
        </p:nvSpPr>
        <p:spPr>
          <a:xfrm>
            <a:off x="1957987" y="2431765"/>
            <a:ext cx="8276026" cy="3320031"/>
          </a:xfrm>
        </p:spPr>
        <p:txBody>
          <a:bodyPr anchor="ctr">
            <a:normAutofit/>
          </a:bodyPr>
          <a:lstStyle/>
          <a:p>
            <a:r>
              <a:rPr lang="en-US" sz="2000">
                <a:solidFill>
                  <a:schemeClr val="tx1">
                    <a:lumMod val="85000"/>
                    <a:lumOff val="15000"/>
                  </a:schemeClr>
                </a:solidFill>
              </a:rPr>
              <a:t>One immediate issue that popped was the absolute size of files as mentioned. While our current process works and works well, the amount of storage that is required is too high for a personal computer. The next phase’s move to big data control on Databricks will allow us to fix this issue permanently.</a:t>
            </a:r>
          </a:p>
          <a:p>
            <a:r>
              <a:rPr lang="en-US" sz="2000">
                <a:solidFill>
                  <a:schemeClr val="tx1">
                    <a:lumMod val="85000"/>
                    <a:lumOff val="15000"/>
                  </a:schemeClr>
                </a:solidFill>
              </a:rPr>
              <a:t>Initial scraping did not work because of trailing spaces on href links. Always be careful and remember to normalize strings properly.</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6295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8969DA-E869-40AF-94FC-E40F96D7D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557DAC-CAAE-325E-23DB-8E3F1BC24555}"/>
              </a:ext>
            </a:extLst>
          </p:cNvPr>
          <p:cNvSpPr>
            <a:spLocks noGrp="1"/>
          </p:cNvSpPr>
          <p:nvPr>
            <p:ph type="title"/>
          </p:nvPr>
        </p:nvSpPr>
        <p:spPr>
          <a:xfrm>
            <a:off x="1000124" y="1472609"/>
            <a:ext cx="9898535" cy="2716332"/>
          </a:xfrm>
        </p:spPr>
        <p:txBody>
          <a:bodyPr vert="horz" lIns="91440" tIns="45720" rIns="91440" bIns="45720" rtlCol="0" anchor="b">
            <a:normAutofit/>
          </a:bodyPr>
          <a:lstStyle/>
          <a:p>
            <a:pPr algn="ctr"/>
            <a:r>
              <a:rPr lang="en-US" sz="4400" kern="1200" dirty="0">
                <a:solidFill>
                  <a:schemeClr val="tx1"/>
                </a:solidFill>
                <a:latin typeface="+mj-lt"/>
                <a:ea typeface="+mj-ea"/>
                <a:cs typeface="+mj-cs"/>
              </a:rPr>
              <a:t>Questions?</a:t>
            </a:r>
          </a:p>
        </p:txBody>
      </p:sp>
      <p:sp>
        <p:nvSpPr>
          <p:cNvPr id="3" name="Text Placeholder 2">
            <a:extLst>
              <a:ext uri="{FF2B5EF4-FFF2-40B4-BE49-F238E27FC236}">
                <a16:creationId xmlns:a16="http://schemas.microsoft.com/office/drawing/2014/main" id="{CE5E014F-5EAD-3BB3-443E-3348E4979CEB}"/>
              </a:ext>
            </a:extLst>
          </p:cNvPr>
          <p:cNvSpPr>
            <a:spLocks noGrp="1"/>
          </p:cNvSpPr>
          <p:nvPr>
            <p:ph type="body" idx="1"/>
          </p:nvPr>
        </p:nvSpPr>
        <p:spPr>
          <a:xfrm>
            <a:off x="1124888" y="3833038"/>
            <a:ext cx="4210390" cy="1063256"/>
          </a:xfrm>
        </p:spPr>
        <p:txBody>
          <a:bodyPr vert="horz" lIns="91440" tIns="45720" rIns="91440" bIns="45720" rtlCol="0">
            <a:normAutofit/>
          </a:bodyPr>
          <a:lstStyle/>
          <a:p>
            <a:pPr algn="ctr"/>
            <a:endParaRPr lang="en-US" sz="1800" kern="1200">
              <a:solidFill>
                <a:schemeClr val="tx1"/>
              </a:solidFill>
              <a:latin typeface="+mn-lt"/>
              <a:ea typeface="+mn-ea"/>
              <a:cs typeface="+mn-cs"/>
            </a:endParaRPr>
          </a:p>
        </p:txBody>
      </p:sp>
      <p:sp>
        <p:nvSpPr>
          <p:cNvPr id="12" name="Freeform: Shape 11">
            <a:extLst>
              <a:ext uri="{FF2B5EF4-FFF2-40B4-BE49-F238E27FC236}">
                <a16:creationId xmlns:a16="http://schemas.microsoft.com/office/drawing/2014/main" id="{0776B1EE-A7D1-46A3-81E9-19E58E41D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89928" y="1"/>
            <a:ext cx="7602071" cy="484093"/>
          </a:xfrm>
          <a:custGeom>
            <a:avLst/>
            <a:gdLst>
              <a:gd name="connsiteX0" fmla="*/ 9683888 w 9683888"/>
              <a:gd name="connsiteY0" fmla="*/ 0 h 743457"/>
              <a:gd name="connsiteX1" fmla="*/ 0 w 9683888"/>
              <a:gd name="connsiteY1" fmla="*/ 0 h 743457"/>
              <a:gd name="connsiteX2" fmla="*/ 0 w 9683888"/>
              <a:gd name="connsiteY2" fmla="*/ 365878 h 743457"/>
              <a:gd name="connsiteX3" fmla="*/ 11844 w 9683888"/>
              <a:gd name="connsiteY3" fmla="*/ 367909 h 743457"/>
              <a:gd name="connsiteX4" fmla="*/ 106208 w 9683888"/>
              <a:gd name="connsiteY4" fmla="*/ 385974 h 743457"/>
              <a:gd name="connsiteX5" fmla="*/ 183667 w 9683888"/>
              <a:gd name="connsiteY5" fmla="*/ 399162 h 743457"/>
              <a:gd name="connsiteX6" fmla="*/ 292430 w 9683888"/>
              <a:gd name="connsiteY6" fmla="*/ 390408 h 743457"/>
              <a:gd name="connsiteX7" fmla="*/ 386942 w 9683888"/>
              <a:gd name="connsiteY7" fmla="*/ 395582 h 743457"/>
              <a:gd name="connsiteX8" fmla="*/ 485751 w 9683888"/>
              <a:gd name="connsiteY8" fmla="*/ 408404 h 743457"/>
              <a:gd name="connsiteX9" fmla="*/ 604107 w 9683888"/>
              <a:gd name="connsiteY9" fmla="*/ 418647 h 743457"/>
              <a:gd name="connsiteX10" fmla="*/ 694081 w 9683888"/>
              <a:gd name="connsiteY10" fmla="*/ 449524 h 743457"/>
              <a:gd name="connsiteX11" fmla="*/ 762452 w 9683888"/>
              <a:gd name="connsiteY11" fmla="*/ 456090 h 743457"/>
              <a:gd name="connsiteX12" fmla="*/ 987872 w 9683888"/>
              <a:gd name="connsiteY12" fmla="*/ 481862 h 743457"/>
              <a:gd name="connsiteX13" fmla="*/ 1077163 w 9683888"/>
              <a:gd name="connsiteY13" fmla="*/ 524467 h 743457"/>
              <a:gd name="connsiteX14" fmla="*/ 1258716 w 9683888"/>
              <a:gd name="connsiteY14" fmla="*/ 587975 h 743457"/>
              <a:gd name="connsiteX15" fmla="*/ 1298056 w 9683888"/>
              <a:gd name="connsiteY15" fmla="*/ 595413 h 743457"/>
              <a:gd name="connsiteX16" fmla="*/ 1327017 w 9683888"/>
              <a:gd name="connsiteY16" fmla="*/ 617412 h 743457"/>
              <a:gd name="connsiteX17" fmla="*/ 1347909 w 9683888"/>
              <a:gd name="connsiteY17" fmla="*/ 620209 h 743457"/>
              <a:gd name="connsiteX18" fmla="*/ 1421792 w 9683888"/>
              <a:gd name="connsiteY18" fmla="*/ 626139 h 743457"/>
              <a:gd name="connsiteX19" fmla="*/ 1519789 w 9683888"/>
              <a:gd name="connsiteY19" fmla="*/ 645011 h 743457"/>
              <a:gd name="connsiteX20" fmla="*/ 1620886 w 9683888"/>
              <a:gd name="connsiteY20" fmla="*/ 687715 h 743457"/>
              <a:gd name="connsiteX21" fmla="*/ 1676745 w 9683888"/>
              <a:gd name="connsiteY21" fmla="*/ 690130 h 743457"/>
              <a:gd name="connsiteX22" fmla="*/ 1832228 w 9683888"/>
              <a:gd name="connsiteY22" fmla="*/ 690860 h 743457"/>
              <a:gd name="connsiteX23" fmla="*/ 1980464 w 9683888"/>
              <a:gd name="connsiteY23" fmla="*/ 704858 h 743457"/>
              <a:gd name="connsiteX24" fmla="*/ 2051150 w 9683888"/>
              <a:gd name="connsiteY24" fmla="*/ 711187 h 743457"/>
              <a:gd name="connsiteX25" fmla="*/ 2162824 w 9683888"/>
              <a:gd name="connsiteY25" fmla="*/ 709178 h 743457"/>
              <a:gd name="connsiteX26" fmla="*/ 2259859 w 9683888"/>
              <a:gd name="connsiteY26" fmla="*/ 718188 h 743457"/>
              <a:gd name="connsiteX27" fmla="*/ 2378290 w 9683888"/>
              <a:gd name="connsiteY27" fmla="*/ 738748 h 743457"/>
              <a:gd name="connsiteX28" fmla="*/ 2407828 w 9683888"/>
              <a:gd name="connsiteY28" fmla="*/ 743457 h 743457"/>
              <a:gd name="connsiteX29" fmla="*/ 2428936 w 9683888"/>
              <a:gd name="connsiteY29" fmla="*/ 734697 h 743457"/>
              <a:gd name="connsiteX30" fmla="*/ 2646106 w 9683888"/>
              <a:gd name="connsiteY30" fmla="*/ 660204 h 743457"/>
              <a:gd name="connsiteX31" fmla="*/ 2799920 w 9683888"/>
              <a:gd name="connsiteY31" fmla="*/ 630451 h 743457"/>
              <a:gd name="connsiteX32" fmla="*/ 2953556 w 9683888"/>
              <a:gd name="connsiteY32" fmla="*/ 607173 h 743457"/>
              <a:gd name="connsiteX33" fmla="*/ 3009839 w 9683888"/>
              <a:gd name="connsiteY33" fmla="*/ 601743 h 743457"/>
              <a:gd name="connsiteX34" fmla="*/ 3115016 w 9683888"/>
              <a:gd name="connsiteY34" fmla="*/ 584982 h 743457"/>
              <a:gd name="connsiteX35" fmla="*/ 3185844 w 9683888"/>
              <a:gd name="connsiteY35" fmla="*/ 595356 h 743457"/>
              <a:gd name="connsiteX36" fmla="*/ 3246013 w 9683888"/>
              <a:gd name="connsiteY36" fmla="*/ 592418 h 743457"/>
              <a:gd name="connsiteX37" fmla="*/ 3313565 w 9683888"/>
              <a:gd name="connsiteY37" fmla="*/ 574138 h 743457"/>
              <a:gd name="connsiteX38" fmla="*/ 3414143 w 9683888"/>
              <a:gd name="connsiteY38" fmla="*/ 553730 h 743457"/>
              <a:gd name="connsiteX39" fmla="*/ 3552895 w 9683888"/>
              <a:gd name="connsiteY39" fmla="*/ 548563 h 743457"/>
              <a:gd name="connsiteX40" fmla="*/ 3753012 w 9683888"/>
              <a:gd name="connsiteY40" fmla="*/ 599520 h 743457"/>
              <a:gd name="connsiteX41" fmla="*/ 3804392 w 9683888"/>
              <a:gd name="connsiteY41" fmla="*/ 604131 h 743457"/>
              <a:gd name="connsiteX42" fmla="*/ 3916696 w 9683888"/>
              <a:gd name="connsiteY42" fmla="*/ 606540 h 743457"/>
              <a:gd name="connsiteX43" fmla="*/ 4063849 w 9683888"/>
              <a:gd name="connsiteY43" fmla="*/ 604058 h 743457"/>
              <a:gd name="connsiteX44" fmla="*/ 4172179 w 9683888"/>
              <a:gd name="connsiteY44" fmla="*/ 592355 h 743457"/>
              <a:gd name="connsiteX45" fmla="*/ 4276294 w 9683888"/>
              <a:gd name="connsiteY45" fmla="*/ 587119 h 743457"/>
              <a:gd name="connsiteX46" fmla="*/ 4411090 w 9683888"/>
              <a:gd name="connsiteY46" fmla="*/ 575600 h 743457"/>
              <a:gd name="connsiteX47" fmla="*/ 4540465 w 9683888"/>
              <a:gd name="connsiteY47" fmla="*/ 567464 h 743457"/>
              <a:gd name="connsiteX48" fmla="*/ 4545352 w 9683888"/>
              <a:gd name="connsiteY48" fmla="*/ 555554 h 743457"/>
              <a:gd name="connsiteX49" fmla="*/ 4564014 w 9683888"/>
              <a:gd name="connsiteY49" fmla="*/ 553660 h 743457"/>
              <a:gd name="connsiteX50" fmla="*/ 4568602 w 9683888"/>
              <a:gd name="connsiteY50" fmla="*/ 550913 h 743457"/>
              <a:gd name="connsiteX51" fmla="*/ 4595289 w 9683888"/>
              <a:gd name="connsiteY51" fmla="*/ 537407 h 743457"/>
              <a:gd name="connsiteX52" fmla="*/ 4739026 w 9683888"/>
              <a:gd name="connsiteY52" fmla="*/ 532483 h 743457"/>
              <a:gd name="connsiteX53" fmla="*/ 5061335 w 9683888"/>
              <a:gd name="connsiteY53" fmla="*/ 545635 h 743457"/>
              <a:gd name="connsiteX54" fmla="*/ 5338634 w 9683888"/>
              <a:gd name="connsiteY54" fmla="*/ 595754 h 743457"/>
              <a:gd name="connsiteX55" fmla="*/ 5529430 w 9683888"/>
              <a:gd name="connsiteY55" fmla="*/ 606335 h 743457"/>
              <a:gd name="connsiteX56" fmla="*/ 5604039 w 9683888"/>
              <a:gd name="connsiteY56" fmla="*/ 607676 h 743457"/>
              <a:gd name="connsiteX57" fmla="*/ 5625281 w 9683888"/>
              <a:gd name="connsiteY57" fmla="*/ 617253 h 743457"/>
              <a:gd name="connsiteX58" fmla="*/ 5628138 w 9683888"/>
              <a:gd name="connsiteY58" fmla="*/ 615483 h 743457"/>
              <a:gd name="connsiteX59" fmla="*/ 5653593 w 9683888"/>
              <a:gd name="connsiteY59" fmla="*/ 617873 h 743457"/>
              <a:gd name="connsiteX60" fmla="*/ 5658658 w 9683888"/>
              <a:gd name="connsiteY60" fmla="*/ 624279 h 743457"/>
              <a:gd name="connsiteX61" fmla="*/ 5675963 w 9683888"/>
              <a:gd name="connsiteY61" fmla="*/ 627762 h 743457"/>
              <a:gd name="connsiteX62" fmla="*/ 5709625 w 9683888"/>
              <a:gd name="connsiteY62" fmla="*/ 639593 h 743457"/>
              <a:gd name="connsiteX63" fmla="*/ 5716324 w 9683888"/>
              <a:gd name="connsiteY63" fmla="*/ 637148 h 743457"/>
              <a:gd name="connsiteX64" fmla="*/ 5767720 w 9683888"/>
              <a:gd name="connsiteY64" fmla="*/ 647737 h 743457"/>
              <a:gd name="connsiteX65" fmla="*/ 5768619 w 9683888"/>
              <a:gd name="connsiteY65" fmla="*/ 645671 h 743457"/>
              <a:gd name="connsiteX66" fmla="*/ 5858696 w 9683888"/>
              <a:gd name="connsiteY66" fmla="*/ 628099 h 743457"/>
              <a:gd name="connsiteX67" fmla="*/ 5935260 w 9683888"/>
              <a:gd name="connsiteY67" fmla="*/ 596904 h 743457"/>
              <a:gd name="connsiteX68" fmla="*/ 5946176 w 9683888"/>
              <a:gd name="connsiteY68" fmla="*/ 597874 h 743457"/>
              <a:gd name="connsiteX69" fmla="*/ 5946447 w 9683888"/>
              <a:gd name="connsiteY69" fmla="*/ 597396 h 743457"/>
              <a:gd name="connsiteX70" fmla="*/ 5958069 w 9683888"/>
              <a:gd name="connsiteY70" fmla="*/ 597432 h 743457"/>
              <a:gd name="connsiteX71" fmla="*/ 5966081 w 9683888"/>
              <a:gd name="connsiteY71" fmla="*/ 599643 h 743457"/>
              <a:gd name="connsiteX72" fmla="*/ 5987259 w 9683888"/>
              <a:gd name="connsiteY72" fmla="*/ 601523 h 743457"/>
              <a:gd name="connsiteX73" fmla="*/ 5994905 w 9683888"/>
              <a:gd name="connsiteY73" fmla="*/ 598873 h 743457"/>
              <a:gd name="connsiteX74" fmla="*/ 6054803 w 9683888"/>
              <a:gd name="connsiteY74" fmla="*/ 541202 h 743457"/>
              <a:gd name="connsiteX75" fmla="*/ 6188672 w 9683888"/>
              <a:gd name="connsiteY75" fmla="*/ 496389 h 743457"/>
              <a:gd name="connsiteX76" fmla="*/ 6323280 w 9683888"/>
              <a:gd name="connsiteY76" fmla="*/ 458013 h 743457"/>
              <a:gd name="connsiteX77" fmla="*/ 6457257 w 9683888"/>
              <a:gd name="connsiteY77" fmla="*/ 414621 h 743457"/>
              <a:gd name="connsiteX78" fmla="*/ 6530019 w 9683888"/>
              <a:gd name="connsiteY78" fmla="*/ 423168 h 743457"/>
              <a:gd name="connsiteX79" fmla="*/ 6626800 w 9683888"/>
              <a:gd name="connsiteY79" fmla="*/ 375078 h 743457"/>
              <a:gd name="connsiteX80" fmla="*/ 6689231 w 9683888"/>
              <a:gd name="connsiteY80" fmla="*/ 353501 h 743457"/>
              <a:gd name="connsiteX81" fmla="*/ 6726440 w 9683888"/>
              <a:gd name="connsiteY81" fmla="*/ 340276 h 743457"/>
              <a:gd name="connsiteX82" fmla="*/ 6835228 w 9683888"/>
              <a:gd name="connsiteY82" fmla="*/ 329393 h 743457"/>
              <a:gd name="connsiteX83" fmla="*/ 7039363 w 9683888"/>
              <a:gd name="connsiteY83" fmla="*/ 370823 h 743457"/>
              <a:gd name="connsiteX84" fmla="*/ 7095156 w 9683888"/>
              <a:gd name="connsiteY84" fmla="*/ 366075 h 743457"/>
              <a:gd name="connsiteX85" fmla="*/ 7187061 w 9683888"/>
              <a:gd name="connsiteY85" fmla="*/ 383876 h 743457"/>
              <a:gd name="connsiteX86" fmla="*/ 7295039 w 9683888"/>
              <a:gd name="connsiteY86" fmla="*/ 355046 h 743457"/>
              <a:gd name="connsiteX87" fmla="*/ 7373651 w 9683888"/>
              <a:gd name="connsiteY87" fmla="*/ 322299 h 743457"/>
              <a:gd name="connsiteX88" fmla="*/ 7418964 w 9683888"/>
              <a:gd name="connsiteY88" fmla="*/ 308685 h 743457"/>
              <a:gd name="connsiteX89" fmla="*/ 7450568 w 9683888"/>
              <a:gd name="connsiteY89" fmla="*/ 293511 h 743457"/>
              <a:gd name="connsiteX90" fmla="*/ 7538380 w 9683888"/>
              <a:gd name="connsiteY90" fmla="*/ 283235 h 743457"/>
              <a:gd name="connsiteX91" fmla="*/ 7786348 w 9683888"/>
              <a:gd name="connsiteY91" fmla="*/ 225377 h 743457"/>
              <a:gd name="connsiteX92" fmla="*/ 7849534 w 9683888"/>
              <a:gd name="connsiteY92" fmla="*/ 245434 h 743457"/>
              <a:gd name="connsiteX93" fmla="*/ 7981165 w 9683888"/>
              <a:gd name="connsiteY93" fmla="*/ 222252 h 743457"/>
              <a:gd name="connsiteX94" fmla="*/ 8171882 w 9683888"/>
              <a:gd name="connsiteY94" fmla="*/ 222497 h 743457"/>
              <a:gd name="connsiteX95" fmla="*/ 8242270 w 9683888"/>
              <a:gd name="connsiteY95" fmla="*/ 180535 h 743457"/>
              <a:gd name="connsiteX96" fmla="*/ 8490152 w 9683888"/>
              <a:gd name="connsiteY96" fmla="*/ 209193 h 743457"/>
              <a:gd name="connsiteX97" fmla="*/ 8622272 w 9683888"/>
              <a:gd name="connsiteY97" fmla="*/ 188859 h 743457"/>
              <a:gd name="connsiteX98" fmla="*/ 8738606 w 9683888"/>
              <a:gd name="connsiteY98" fmla="*/ 208945 h 743457"/>
              <a:gd name="connsiteX99" fmla="*/ 8831307 w 9683888"/>
              <a:gd name="connsiteY99" fmla="*/ 207738 h 743457"/>
              <a:gd name="connsiteX100" fmla="*/ 8891432 w 9683888"/>
              <a:gd name="connsiteY100" fmla="*/ 184510 h 743457"/>
              <a:gd name="connsiteX101" fmla="*/ 8946980 w 9683888"/>
              <a:gd name="connsiteY101" fmla="*/ 145578 h 743457"/>
              <a:gd name="connsiteX102" fmla="*/ 9107760 w 9683888"/>
              <a:gd name="connsiteY102" fmla="*/ 128052 h 743457"/>
              <a:gd name="connsiteX103" fmla="*/ 9195623 w 9683888"/>
              <a:gd name="connsiteY103" fmla="*/ 100212 h 743457"/>
              <a:gd name="connsiteX104" fmla="*/ 9256898 w 9683888"/>
              <a:gd name="connsiteY104" fmla="*/ 73900 h 743457"/>
              <a:gd name="connsiteX105" fmla="*/ 9351740 w 9683888"/>
              <a:gd name="connsiteY105" fmla="*/ 80439 h 743457"/>
              <a:gd name="connsiteX106" fmla="*/ 9539796 w 9683888"/>
              <a:gd name="connsiteY106" fmla="*/ 87069 h 743457"/>
              <a:gd name="connsiteX107" fmla="*/ 9619109 w 9683888"/>
              <a:gd name="connsiteY107" fmla="*/ 39994 h 743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9683888" h="743457">
                <a:moveTo>
                  <a:pt x="9683888" y="0"/>
                </a:moveTo>
                <a:lnTo>
                  <a:pt x="0" y="0"/>
                </a:lnTo>
                <a:lnTo>
                  <a:pt x="0" y="365878"/>
                </a:lnTo>
                <a:lnTo>
                  <a:pt x="11844" y="367909"/>
                </a:lnTo>
                <a:cubicBezTo>
                  <a:pt x="50423" y="374387"/>
                  <a:pt x="87879" y="380746"/>
                  <a:pt x="106208" y="385974"/>
                </a:cubicBezTo>
                <a:cubicBezTo>
                  <a:pt x="119919" y="389979"/>
                  <a:pt x="149687" y="402128"/>
                  <a:pt x="183667" y="399162"/>
                </a:cubicBezTo>
                <a:cubicBezTo>
                  <a:pt x="228274" y="394575"/>
                  <a:pt x="256969" y="398315"/>
                  <a:pt x="292430" y="390408"/>
                </a:cubicBezTo>
                <a:cubicBezTo>
                  <a:pt x="325377" y="395694"/>
                  <a:pt x="374510" y="420053"/>
                  <a:pt x="386942" y="395582"/>
                </a:cubicBezTo>
                <a:cubicBezTo>
                  <a:pt x="400429" y="416427"/>
                  <a:pt x="451168" y="399411"/>
                  <a:pt x="485751" y="408404"/>
                </a:cubicBezTo>
                <a:cubicBezTo>
                  <a:pt x="520399" y="423586"/>
                  <a:pt x="570416" y="404235"/>
                  <a:pt x="604107" y="418647"/>
                </a:cubicBezTo>
                <a:cubicBezTo>
                  <a:pt x="633631" y="425521"/>
                  <a:pt x="672063" y="446364"/>
                  <a:pt x="694081" y="449524"/>
                </a:cubicBezTo>
                <a:cubicBezTo>
                  <a:pt x="700528" y="463278"/>
                  <a:pt x="713487" y="450700"/>
                  <a:pt x="762452" y="456090"/>
                </a:cubicBezTo>
                <a:cubicBezTo>
                  <a:pt x="811417" y="461479"/>
                  <a:pt x="935420" y="470466"/>
                  <a:pt x="987872" y="481862"/>
                </a:cubicBezTo>
                <a:cubicBezTo>
                  <a:pt x="1018493" y="475799"/>
                  <a:pt x="1019470" y="516810"/>
                  <a:pt x="1077163" y="524467"/>
                </a:cubicBezTo>
                <a:cubicBezTo>
                  <a:pt x="1124222" y="535807"/>
                  <a:pt x="1202940" y="574855"/>
                  <a:pt x="1258716" y="587975"/>
                </a:cubicBezTo>
                <a:cubicBezTo>
                  <a:pt x="1274181" y="586466"/>
                  <a:pt x="1286859" y="589632"/>
                  <a:pt x="1298056" y="595413"/>
                </a:cubicBezTo>
                <a:lnTo>
                  <a:pt x="1327017" y="617412"/>
                </a:lnTo>
                <a:lnTo>
                  <a:pt x="1347909" y="620209"/>
                </a:lnTo>
                <a:cubicBezTo>
                  <a:pt x="1377004" y="628445"/>
                  <a:pt x="1394712" y="616344"/>
                  <a:pt x="1421792" y="626139"/>
                </a:cubicBezTo>
                <a:cubicBezTo>
                  <a:pt x="1466260" y="647543"/>
                  <a:pt x="1506099" y="610975"/>
                  <a:pt x="1519789" y="645011"/>
                </a:cubicBezTo>
                <a:cubicBezTo>
                  <a:pt x="1556219" y="665699"/>
                  <a:pt x="1578776" y="668950"/>
                  <a:pt x="1620886" y="687715"/>
                </a:cubicBezTo>
                <a:cubicBezTo>
                  <a:pt x="1658228" y="693647"/>
                  <a:pt x="1636224" y="694371"/>
                  <a:pt x="1676745" y="690130"/>
                </a:cubicBezTo>
                <a:cubicBezTo>
                  <a:pt x="1713709" y="697532"/>
                  <a:pt x="1774627" y="701403"/>
                  <a:pt x="1832228" y="690860"/>
                </a:cubicBezTo>
                <a:cubicBezTo>
                  <a:pt x="1866586" y="689181"/>
                  <a:pt x="1949046" y="755765"/>
                  <a:pt x="1980464" y="704858"/>
                </a:cubicBezTo>
                <a:cubicBezTo>
                  <a:pt x="2001472" y="716610"/>
                  <a:pt x="2020758" y="710467"/>
                  <a:pt x="2051150" y="711187"/>
                </a:cubicBezTo>
                <a:cubicBezTo>
                  <a:pt x="2081543" y="711907"/>
                  <a:pt x="2117567" y="736153"/>
                  <a:pt x="2162824" y="709178"/>
                </a:cubicBezTo>
                <a:cubicBezTo>
                  <a:pt x="2219712" y="701824"/>
                  <a:pt x="2181421" y="742368"/>
                  <a:pt x="2259859" y="718188"/>
                </a:cubicBezTo>
                <a:cubicBezTo>
                  <a:pt x="2296623" y="733933"/>
                  <a:pt x="2337412" y="741012"/>
                  <a:pt x="2378290" y="738748"/>
                </a:cubicBezTo>
                <a:cubicBezTo>
                  <a:pt x="2380041" y="725410"/>
                  <a:pt x="2399659" y="741017"/>
                  <a:pt x="2407828" y="743457"/>
                </a:cubicBezTo>
                <a:cubicBezTo>
                  <a:pt x="2406113" y="735180"/>
                  <a:pt x="2421642" y="728742"/>
                  <a:pt x="2428936" y="734697"/>
                </a:cubicBezTo>
                <a:cubicBezTo>
                  <a:pt x="2468648" y="720822"/>
                  <a:pt x="2584275" y="677579"/>
                  <a:pt x="2646106" y="660204"/>
                </a:cubicBezTo>
                <a:cubicBezTo>
                  <a:pt x="2706894" y="652346"/>
                  <a:pt x="2738390" y="612318"/>
                  <a:pt x="2799920" y="630451"/>
                </a:cubicBezTo>
                <a:cubicBezTo>
                  <a:pt x="2856798" y="622940"/>
                  <a:pt x="2902940" y="602232"/>
                  <a:pt x="2953556" y="607173"/>
                </a:cubicBezTo>
                <a:cubicBezTo>
                  <a:pt x="2970626" y="593247"/>
                  <a:pt x="2988095" y="586399"/>
                  <a:pt x="3009839" y="601743"/>
                </a:cubicBezTo>
                <a:cubicBezTo>
                  <a:pt x="3046166" y="594868"/>
                  <a:pt x="3085682" y="586046"/>
                  <a:pt x="3115016" y="584982"/>
                </a:cubicBezTo>
                <a:cubicBezTo>
                  <a:pt x="3144992" y="587935"/>
                  <a:pt x="3158740" y="599045"/>
                  <a:pt x="3185844" y="595356"/>
                </a:cubicBezTo>
                <a:cubicBezTo>
                  <a:pt x="3209939" y="576197"/>
                  <a:pt x="3221731" y="614583"/>
                  <a:pt x="3246013" y="592418"/>
                </a:cubicBezTo>
                <a:cubicBezTo>
                  <a:pt x="3228976" y="565486"/>
                  <a:pt x="3320172" y="599686"/>
                  <a:pt x="3313565" y="574138"/>
                </a:cubicBezTo>
                <a:cubicBezTo>
                  <a:pt x="3341586" y="564515"/>
                  <a:pt x="3371901" y="555346"/>
                  <a:pt x="3414143" y="553730"/>
                </a:cubicBezTo>
                <a:cubicBezTo>
                  <a:pt x="3463229" y="557630"/>
                  <a:pt x="3476532" y="539673"/>
                  <a:pt x="3552895" y="548563"/>
                </a:cubicBezTo>
                <a:cubicBezTo>
                  <a:pt x="3620356" y="561042"/>
                  <a:pt x="3688830" y="574962"/>
                  <a:pt x="3753012" y="599520"/>
                </a:cubicBezTo>
                <a:cubicBezTo>
                  <a:pt x="3769580" y="615048"/>
                  <a:pt x="3777112" y="602961"/>
                  <a:pt x="3804392" y="604131"/>
                </a:cubicBezTo>
                <a:cubicBezTo>
                  <a:pt x="3831672" y="605301"/>
                  <a:pt x="3878076" y="605222"/>
                  <a:pt x="3916696" y="606540"/>
                </a:cubicBezTo>
                <a:cubicBezTo>
                  <a:pt x="3970533" y="603881"/>
                  <a:pt x="3981244" y="618066"/>
                  <a:pt x="4063849" y="604058"/>
                </a:cubicBezTo>
                <a:cubicBezTo>
                  <a:pt x="4074473" y="605185"/>
                  <a:pt x="4134611" y="589365"/>
                  <a:pt x="4172179" y="592355"/>
                </a:cubicBezTo>
                <a:cubicBezTo>
                  <a:pt x="4180554" y="576172"/>
                  <a:pt x="4255433" y="602075"/>
                  <a:pt x="4276294" y="587119"/>
                </a:cubicBezTo>
                <a:cubicBezTo>
                  <a:pt x="4326119" y="586973"/>
                  <a:pt x="4361692" y="573867"/>
                  <a:pt x="4411090" y="575600"/>
                </a:cubicBezTo>
                <a:cubicBezTo>
                  <a:pt x="4465125" y="575500"/>
                  <a:pt x="4518088" y="570805"/>
                  <a:pt x="4540465" y="567464"/>
                </a:cubicBezTo>
                <a:lnTo>
                  <a:pt x="4545352" y="555554"/>
                </a:lnTo>
                <a:lnTo>
                  <a:pt x="4564014" y="553660"/>
                </a:lnTo>
                <a:lnTo>
                  <a:pt x="4568602" y="550913"/>
                </a:lnTo>
                <a:cubicBezTo>
                  <a:pt x="4577353" y="545618"/>
                  <a:pt x="4586105" y="540734"/>
                  <a:pt x="4595289" y="537407"/>
                </a:cubicBezTo>
                <a:cubicBezTo>
                  <a:pt x="4623104" y="537511"/>
                  <a:pt x="4660764" y="533229"/>
                  <a:pt x="4739026" y="532483"/>
                </a:cubicBezTo>
                <a:cubicBezTo>
                  <a:pt x="4806238" y="527255"/>
                  <a:pt x="4944577" y="524439"/>
                  <a:pt x="5061335" y="545635"/>
                </a:cubicBezTo>
                <a:cubicBezTo>
                  <a:pt x="5167156" y="553533"/>
                  <a:pt x="5251789" y="586167"/>
                  <a:pt x="5338634" y="595754"/>
                </a:cubicBezTo>
                <a:cubicBezTo>
                  <a:pt x="5415763" y="589622"/>
                  <a:pt x="5434719" y="609365"/>
                  <a:pt x="5529430" y="606335"/>
                </a:cubicBezTo>
                <a:cubicBezTo>
                  <a:pt x="5534498" y="613561"/>
                  <a:pt x="5597157" y="603269"/>
                  <a:pt x="5604039" y="607676"/>
                </a:cubicBezTo>
                <a:lnTo>
                  <a:pt x="5625281" y="617253"/>
                </a:lnTo>
                <a:lnTo>
                  <a:pt x="5628138" y="615483"/>
                </a:lnTo>
                <a:cubicBezTo>
                  <a:pt x="5640641" y="612245"/>
                  <a:pt x="5648217" y="613966"/>
                  <a:pt x="5653593" y="617873"/>
                </a:cubicBezTo>
                <a:lnTo>
                  <a:pt x="5658658" y="624279"/>
                </a:lnTo>
                <a:lnTo>
                  <a:pt x="5675963" y="627762"/>
                </a:lnTo>
                <a:lnTo>
                  <a:pt x="5709625" y="639593"/>
                </a:lnTo>
                <a:lnTo>
                  <a:pt x="5716324" y="637148"/>
                </a:lnTo>
                <a:lnTo>
                  <a:pt x="5767720" y="647737"/>
                </a:lnTo>
                <a:lnTo>
                  <a:pt x="5768619" y="645671"/>
                </a:lnTo>
                <a:cubicBezTo>
                  <a:pt x="5776130" y="642927"/>
                  <a:pt x="5830922" y="636226"/>
                  <a:pt x="5858696" y="628099"/>
                </a:cubicBezTo>
                <a:lnTo>
                  <a:pt x="5935260" y="596904"/>
                </a:lnTo>
                <a:lnTo>
                  <a:pt x="5946176" y="597874"/>
                </a:lnTo>
                <a:lnTo>
                  <a:pt x="5946447" y="597396"/>
                </a:lnTo>
                <a:cubicBezTo>
                  <a:pt x="5948934" y="596546"/>
                  <a:pt x="5952567" y="596468"/>
                  <a:pt x="5958069" y="597432"/>
                </a:cubicBezTo>
                <a:lnTo>
                  <a:pt x="5966081" y="599643"/>
                </a:lnTo>
                <a:lnTo>
                  <a:pt x="5987259" y="601523"/>
                </a:lnTo>
                <a:lnTo>
                  <a:pt x="5994905" y="598873"/>
                </a:lnTo>
                <a:cubicBezTo>
                  <a:pt x="6020610" y="579716"/>
                  <a:pt x="6016968" y="560235"/>
                  <a:pt x="6054803" y="541202"/>
                </a:cubicBezTo>
                <a:cubicBezTo>
                  <a:pt x="6108247" y="527358"/>
                  <a:pt x="6130976" y="484538"/>
                  <a:pt x="6188672" y="496389"/>
                </a:cubicBezTo>
                <a:cubicBezTo>
                  <a:pt x="6238659" y="483279"/>
                  <a:pt x="6277194" y="458153"/>
                  <a:pt x="6323280" y="458013"/>
                </a:cubicBezTo>
                <a:cubicBezTo>
                  <a:pt x="6368044" y="444385"/>
                  <a:pt x="6422801" y="420428"/>
                  <a:pt x="6457257" y="414621"/>
                </a:cubicBezTo>
                <a:cubicBezTo>
                  <a:pt x="6483424" y="410645"/>
                  <a:pt x="6508964" y="423228"/>
                  <a:pt x="6530019" y="423168"/>
                </a:cubicBezTo>
                <a:cubicBezTo>
                  <a:pt x="6558276" y="416578"/>
                  <a:pt x="6600264" y="386690"/>
                  <a:pt x="6626800" y="375078"/>
                </a:cubicBezTo>
                <a:cubicBezTo>
                  <a:pt x="6664418" y="400828"/>
                  <a:pt x="6655535" y="354302"/>
                  <a:pt x="6689231" y="353501"/>
                </a:cubicBezTo>
                <a:cubicBezTo>
                  <a:pt x="6708837" y="361122"/>
                  <a:pt x="6719642" y="359485"/>
                  <a:pt x="6726440" y="340276"/>
                </a:cubicBezTo>
                <a:cubicBezTo>
                  <a:pt x="6818329" y="378763"/>
                  <a:pt x="6765502" y="328183"/>
                  <a:pt x="6835228" y="329393"/>
                </a:cubicBezTo>
                <a:cubicBezTo>
                  <a:pt x="6897464" y="335048"/>
                  <a:pt x="6962224" y="329085"/>
                  <a:pt x="7039363" y="370823"/>
                </a:cubicBezTo>
                <a:cubicBezTo>
                  <a:pt x="7056368" y="384567"/>
                  <a:pt x="7070539" y="363899"/>
                  <a:pt x="7095156" y="366075"/>
                </a:cubicBezTo>
                <a:cubicBezTo>
                  <a:pt x="7119772" y="368250"/>
                  <a:pt x="7153748" y="385714"/>
                  <a:pt x="7187061" y="383876"/>
                </a:cubicBezTo>
                <a:cubicBezTo>
                  <a:pt x="7242115" y="377604"/>
                  <a:pt x="7270954" y="334249"/>
                  <a:pt x="7295039" y="355046"/>
                </a:cubicBezTo>
                <a:cubicBezTo>
                  <a:pt x="7320104" y="344159"/>
                  <a:pt x="7343179" y="301443"/>
                  <a:pt x="7373651" y="322299"/>
                </a:cubicBezTo>
                <a:cubicBezTo>
                  <a:pt x="7367160" y="298575"/>
                  <a:pt x="7410095" y="329040"/>
                  <a:pt x="7418964" y="308685"/>
                </a:cubicBezTo>
                <a:cubicBezTo>
                  <a:pt x="7424243" y="291807"/>
                  <a:pt x="7438503" y="297117"/>
                  <a:pt x="7450568" y="293511"/>
                </a:cubicBezTo>
                <a:cubicBezTo>
                  <a:pt x="7461276" y="277652"/>
                  <a:pt x="7519437" y="275664"/>
                  <a:pt x="7538380" y="283235"/>
                </a:cubicBezTo>
                <a:cubicBezTo>
                  <a:pt x="7594343" y="271879"/>
                  <a:pt x="7734488" y="231676"/>
                  <a:pt x="7786348" y="225377"/>
                </a:cubicBezTo>
                <a:cubicBezTo>
                  <a:pt x="7797693" y="277094"/>
                  <a:pt x="7847327" y="236176"/>
                  <a:pt x="7849534" y="245434"/>
                </a:cubicBezTo>
                <a:cubicBezTo>
                  <a:pt x="7894253" y="231282"/>
                  <a:pt x="7937937" y="238796"/>
                  <a:pt x="7981165" y="222252"/>
                </a:cubicBezTo>
                <a:cubicBezTo>
                  <a:pt x="8066564" y="234459"/>
                  <a:pt x="8127007" y="235277"/>
                  <a:pt x="8171882" y="222497"/>
                </a:cubicBezTo>
                <a:cubicBezTo>
                  <a:pt x="8183092" y="205785"/>
                  <a:pt x="8217423" y="177145"/>
                  <a:pt x="8242270" y="180535"/>
                </a:cubicBezTo>
                <a:cubicBezTo>
                  <a:pt x="8294138" y="178846"/>
                  <a:pt x="8410926" y="208334"/>
                  <a:pt x="8490152" y="209193"/>
                </a:cubicBezTo>
                <a:cubicBezTo>
                  <a:pt x="8558493" y="195433"/>
                  <a:pt x="8564727" y="233466"/>
                  <a:pt x="8622272" y="188859"/>
                </a:cubicBezTo>
                <a:cubicBezTo>
                  <a:pt x="8659556" y="191317"/>
                  <a:pt x="8666988" y="178214"/>
                  <a:pt x="8738606" y="208945"/>
                </a:cubicBezTo>
                <a:cubicBezTo>
                  <a:pt x="8769507" y="208543"/>
                  <a:pt x="8800406" y="224019"/>
                  <a:pt x="8831307" y="207738"/>
                </a:cubicBezTo>
                <a:cubicBezTo>
                  <a:pt x="8836477" y="191612"/>
                  <a:pt x="8870109" y="182455"/>
                  <a:pt x="8891432" y="184510"/>
                </a:cubicBezTo>
                <a:cubicBezTo>
                  <a:pt x="8876795" y="135260"/>
                  <a:pt x="8938553" y="173381"/>
                  <a:pt x="8946980" y="145578"/>
                </a:cubicBezTo>
                <a:cubicBezTo>
                  <a:pt x="9010957" y="156064"/>
                  <a:pt x="9046552" y="157746"/>
                  <a:pt x="9107760" y="128052"/>
                </a:cubicBezTo>
                <a:cubicBezTo>
                  <a:pt x="9135191" y="151813"/>
                  <a:pt x="9184204" y="114911"/>
                  <a:pt x="9195623" y="100212"/>
                </a:cubicBezTo>
                <a:cubicBezTo>
                  <a:pt x="9222736" y="85917"/>
                  <a:pt x="9230892" y="98248"/>
                  <a:pt x="9256898" y="73900"/>
                </a:cubicBezTo>
                <a:cubicBezTo>
                  <a:pt x="9276443" y="63724"/>
                  <a:pt x="9334001" y="80454"/>
                  <a:pt x="9351740" y="80439"/>
                </a:cubicBezTo>
                <a:cubicBezTo>
                  <a:pt x="9398889" y="82633"/>
                  <a:pt x="9473718" y="102566"/>
                  <a:pt x="9539796" y="87069"/>
                </a:cubicBezTo>
                <a:cubicBezTo>
                  <a:pt x="9565852" y="70987"/>
                  <a:pt x="9591569" y="56211"/>
                  <a:pt x="9619109" y="39994"/>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A0A40C28-B748-4B4A-BF04-30E783CE7F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04329"/>
            <a:ext cx="10680562" cy="1353672"/>
          </a:xfrm>
          <a:custGeom>
            <a:avLst/>
            <a:gdLst>
              <a:gd name="connsiteX0" fmla="*/ 3617689 w 10680562"/>
              <a:gd name="connsiteY0" fmla="*/ 0 h 1605023"/>
              <a:gd name="connsiteX1" fmla="*/ 3635901 w 10680562"/>
              <a:gd name="connsiteY1" fmla="*/ 7738 h 1605023"/>
              <a:gd name="connsiteX2" fmla="*/ 3690891 w 10680562"/>
              <a:gd name="connsiteY2" fmla="*/ 7049 h 1605023"/>
              <a:gd name="connsiteX3" fmla="*/ 3832247 w 10680562"/>
              <a:gd name="connsiteY3" fmla="*/ 13937 h 1605023"/>
              <a:gd name="connsiteX4" fmla="*/ 3999111 w 10680562"/>
              <a:gd name="connsiteY4" fmla="*/ 44624 h 1605023"/>
              <a:gd name="connsiteX5" fmla="*/ 4034676 w 10680562"/>
              <a:gd name="connsiteY5" fmla="*/ 48775 h 1605023"/>
              <a:gd name="connsiteX6" fmla="*/ 4065394 w 10680562"/>
              <a:gd name="connsiteY6" fmla="*/ 42879 h 1605023"/>
              <a:gd name="connsiteX7" fmla="*/ 4072648 w 10680562"/>
              <a:gd name="connsiteY7" fmla="*/ 33262 h 1605023"/>
              <a:gd name="connsiteX8" fmla="*/ 4092232 w 10680562"/>
              <a:gd name="connsiteY8" fmla="*/ 34026 h 1605023"/>
              <a:gd name="connsiteX9" fmla="*/ 4097470 w 10680562"/>
              <a:gd name="connsiteY9" fmla="*/ 32252 h 1605023"/>
              <a:gd name="connsiteX10" fmla="*/ 4127488 w 10680562"/>
              <a:gd name="connsiteY10" fmla="*/ 24056 h 1605023"/>
              <a:gd name="connsiteX11" fmla="*/ 4190803 w 10680562"/>
              <a:gd name="connsiteY11" fmla="*/ 55685 h 1605023"/>
              <a:gd name="connsiteX12" fmla="*/ 4269333 w 10680562"/>
              <a:gd name="connsiteY12" fmla="*/ 54186 h 1605023"/>
              <a:gd name="connsiteX13" fmla="*/ 4481486 w 10680562"/>
              <a:gd name="connsiteY13" fmla="*/ 116915 h 1605023"/>
              <a:gd name="connsiteX14" fmla="*/ 4651418 w 10680562"/>
              <a:gd name="connsiteY14" fmla="*/ 150071 h 1605023"/>
              <a:gd name="connsiteX15" fmla="*/ 4863575 w 10680562"/>
              <a:gd name="connsiteY15" fmla="*/ 175458 h 1605023"/>
              <a:gd name="connsiteX16" fmla="*/ 5013635 w 10680562"/>
              <a:gd name="connsiteY16" fmla="*/ 213928 h 1605023"/>
              <a:gd name="connsiteX17" fmla="*/ 5203044 w 10680562"/>
              <a:gd name="connsiteY17" fmla="*/ 228946 h 1605023"/>
              <a:gd name="connsiteX18" fmla="*/ 5207070 w 10680562"/>
              <a:gd name="connsiteY18" fmla="*/ 235105 h 1605023"/>
              <a:gd name="connsiteX19" fmla="*/ 5224253 w 10680562"/>
              <a:gd name="connsiteY19" fmla="*/ 240320 h 1605023"/>
              <a:gd name="connsiteX20" fmla="*/ 5256736 w 10680562"/>
              <a:gd name="connsiteY20" fmla="*/ 254811 h 1605023"/>
              <a:gd name="connsiteX21" fmla="*/ 5264095 w 10680562"/>
              <a:gd name="connsiteY21" fmla="*/ 253567 h 1605023"/>
              <a:gd name="connsiteX22" fmla="*/ 5315084 w 10680562"/>
              <a:gd name="connsiteY22" fmla="*/ 269264 h 1605023"/>
              <a:gd name="connsiteX23" fmla="*/ 5316393 w 10680562"/>
              <a:gd name="connsiteY23" fmla="*/ 267603 h 1605023"/>
              <a:gd name="connsiteX24" fmla="*/ 5333427 w 10680562"/>
              <a:gd name="connsiteY24" fmla="*/ 263823 h 1605023"/>
              <a:gd name="connsiteX25" fmla="*/ 5364589 w 10680562"/>
              <a:gd name="connsiteY25" fmla="*/ 260882 h 1605023"/>
              <a:gd name="connsiteX26" fmla="*/ 5443973 w 10680562"/>
              <a:gd name="connsiteY26" fmla="*/ 230866 h 1605023"/>
              <a:gd name="connsiteX27" fmla="*/ 5497201 w 10680562"/>
              <a:gd name="connsiteY27" fmla="*/ 247023 h 1605023"/>
              <a:gd name="connsiteX28" fmla="*/ 5508269 w 10680562"/>
              <a:gd name="connsiteY28" fmla="*/ 249256 h 1605023"/>
              <a:gd name="connsiteX29" fmla="*/ 5508636 w 10680562"/>
              <a:gd name="connsiteY29" fmla="*/ 248880 h 1605023"/>
              <a:gd name="connsiteX30" fmla="*/ 5520606 w 10680562"/>
              <a:gd name="connsiteY30" fmla="*/ 250400 h 1605023"/>
              <a:gd name="connsiteX31" fmla="*/ 5528451 w 10680562"/>
              <a:gd name="connsiteY31" fmla="*/ 253330 h 1605023"/>
              <a:gd name="connsiteX32" fmla="*/ 5549923 w 10680562"/>
              <a:gd name="connsiteY32" fmla="*/ 257662 h 1605023"/>
              <a:gd name="connsiteX33" fmla="*/ 5558295 w 10680562"/>
              <a:gd name="connsiteY33" fmla="*/ 256364 h 1605023"/>
              <a:gd name="connsiteX34" fmla="*/ 5664799 w 10680562"/>
              <a:gd name="connsiteY34" fmla="*/ 278924 h 1605023"/>
              <a:gd name="connsiteX35" fmla="*/ 5796160 w 10680562"/>
              <a:gd name="connsiteY35" fmla="*/ 307979 h 1605023"/>
              <a:gd name="connsiteX36" fmla="*/ 5897647 w 10680562"/>
              <a:gd name="connsiteY36" fmla="*/ 339431 h 1605023"/>
              <a:gd name="connsiteX37" fmla="*/ 5978838 w 10680562"/>
              <a:gd name="connsiteY37" fmla="*/ 367970 h 1605023"/>
              <a:gd name="connsiteX38" fmla="*/ 6050367 w 10680562"/>
              <a:gd name="connsiteY38" fmla="*/ 386341 h 1605023"/>
              <a:gd name="connsiteX39" fmla="*/ 6140609 w 10680562"/>
              <a:gd name="connsiteY39" fmla="*/ 385135 h 1605023"/>
              <a:gd name="connsiteX40" fmla="*/ 6302950 w 10680562"/>
              <a:gd name="connsiteY40" fmla="*/ 448183 h 1605023"/>
              <a:gd name="connsiteX41" fmla="*/ 6308533 w 10680562"/>
              <a:gd name="connsiteY41" fmla="*/ 448551 h 1605023"/>
              <a:gd name="connsiteX42" fmla="*/ 6340278 w 10680562"/>
              <a:gd name="connsiteY42" fmla="*/ 468555 h 1605023"/>
              <a:gd name="connsiteX43" fmla="*/ 6341685 w 10680562"/>
              <a:gd name="connsiteY43" fmla="*/ 467587 h 1605023"/>
              <a:gd name="connsiteX44" fmla="*/ 6354862 w 10680562"/>
              <a:gd name="connsiteY44" fmla="*/ 467794 h 1605023"/>
              <a:gd name="connsiteX45" fmla="*/ 6377840 w 10680562"/>
              <a:gd name="connsiteY45" fmla="*/ 471024 h 1605023"/>
              <a:gd name="connsiteX46" fmla="*/ 6442804 w 10680562"/>
              <a:gd name="connsiteY46" fmla="*/ 463091 h 1605023"/>
              <a:gd name="connsiteX47" fmla="*/ 6476009 w 10680562"/>
              <a:gd name="connsiteY47" fmla="*/ 483807 h 1605023"/>
              <a:gd name="connsiteX48" fmla="*/ 6483237 w 10680562"/>
              <a:gd name="connsiteY48" fmla="*/ 487308 h 1605023"/>
              <a:gd name="connsiteX49" fmla="*/ 6483605 w 10680562"/>
              <a:gd name="connsiteY49" fmla="*/ 487102 h 1605023"/>
              <a:gd name="connsiteX50" fmla="*/ 6491673 w 10680562"/>
              <a:gd name="connsiteY50" fmla="*/ 490243 h 1605023"/>
              <a:gd name="connsiteX51" fmla="*/ 6496411 w 10680562"/>
              <a:gd name="connsiteY51" fmla="*/ 493689 h 1605023"/>
              <a:gd name="connsiteX52" fmla="*/ 6510429 w 10680562"/>
              <a:gd name="connsiteY52" fmla="*/ 500479 h 1605023"/>
              <a:gd name="connsiteX53" fmla="*/ 6516750 w 10680562"/>
              <a:gd name="connsiteY53" fmla="*/ 500983 h 1605023"/>
              <a:gd name="connsiteX54" fmla="*/ 6580199 w 10680562"/>
              <a:gd name="connsiteY54" fmla="*/ 483318 h 1605023"/>
              <a:gd name="connsiteX55" fmla="*/ 6690237 w 10680562"/>
              <a:gd name="connsiteY55" fmla="*/ 493051 h 1605023"/>
              <a:gd name="connsiteX56" fmla="*/ 6798356 w 10680562"/>
              <a:gd name="connsiteY56" fmla="*/ 506748 h 1605023"/>
              <a:gd name="connsiteX57" fmla="*/ 6837102 w 10680562"/>
              <a:gd name="connsiteY57" fmla="*/ 513677 h 1605023"/>
              <a:gd name="connsiteX58" fmla="*/ 6907934 w 10680562"/>
              <a:gd name="connsiteY58" fmla="*/ 517339 h 1605023"/>
              <a:gd name="connsiteX59" fmla="*/ 6941474 w 10680562"/>
              <a:gd name="connsiteY59" fmla="*/ 513632 h 1605023"/>
              <a:gd name="connsiteX60" fmla="*/ 6942754 w 10680562"/>
              <a:gd name="connsiteY60" fmla="*/ 514394 h 1605023"/>
              <a:gd name="connsiteX61" fmla="*/ 6946363 w 10680562"/>
              <a:gd name="connsiteY61" fmla="*/ 511066 h 1605023"/>
              <a:gd name="connsiteX62" fmla="*/ 6952592 w 10680562"/>
              <a:gd name="connsiteY62" fmla="*/ 510252 h 1605023"/>
              <a:gd name="connsiteX63" fmla="*/ 6968398 w 10680562"/>
              <a:gd name="connsiteY63" fmla="*/ 513946 h 1605023"/>
              <a:gd name="connsiteX64" fmla="*/ 6974142 w 10680562"/>
              <a:gd name="connsiteY64" fmla="*/ 516310 h 1605023"/>
              <a:gd name="connsiteX65" fmla="*/ 6982971 w 10680562"/>
              <a:gd name="connsiteY65" fmla="*/ 517694 h 1605023"/>
              <a:gd name="connsiteX66" fmla="*/ 6983252 w 10680562"/>
              <a:gd name="connsiteY66" fmla="*/ 517416 h 1605023"/>
              <a:gd name="connsiteX67" fmla="*/ 6991400 w 10680562"/>
              <a:gd name="connsiteY67" fmla="*/ 519321 h 1605023"/>
              <a:gd name="connsiteX68" fmla="*/ 7030460 w 10680562"/>
              <a:gd name="connsiteY68" fmla="*/ 532556 h 1605023"/>
              <a:gd name="connsiteX69" fmla="*/ 7089916 w 10680562"/>
              <a:gd name="connsiteY69" fmla="*/ 511503 h 1605023"/>
              <a:gd name="connsiteX70" fmla="*/ 7113059 w 10680562"/>
              <a:gd name="connsiteY70" fmla="*/ 509904 h 1605023"/>
              <a:gd name="connsiteX71" fmla="*/ 7125755 w 10680562"/>
              <a:gd name="connsiteY71" fmla="*/ 507393 h 1605023"/>
              <a:gd name="connsiteX72" fmla="*/ 7126765 w 10680562"/>
              <a:gd name="connsiteY72" fmla="*/ 506166 h 1605023"/>
              <a:gd name="connsiteX73" fmla="*/ 7164175 w 10680562"/>
              <a:gd name="connsiteY73" fmla="*/ 519011 h 1605023"/>
              <a:gd name="connsiteX74" fmla="*/ 7169654 w 10680562"/>
              <a:gd name="connsiteY74" fmla="*/ 518219 h 1605023"/>
              <a:gd name="connsiteX75" fmla="*/ 7193386 w 10680562"/>
              <a:gd name="connsiteY75" fmla="*/ 529788 h 1605023"/>
              <a:gd name="connsiteX76" fmla="*/ 7205997 w 10680562"/>
              <a:gd name="connsiteY76" fmla="*/ 534060 h 1605023"/>
              <a:gd name="connsiteX77" fmla="*/ 7208842 w 10680562"/>
              <a:gd name="connsiteY77" fmla="*/ 538783 h 1605023"/>
              <a:gd name="connsiteX78" fmla="*/ 7227817 w 10680562"/>
              <a:gd name="connsiteY78" fmla="*/ 543304 h 1605023"/>
              <a:gd name="connsiteX79" fmla="*/ 7230267 w 10680562"/>
              <a:gd name="connsiteY79" fmla="*/ 542497 h 1605023"/>
              <a:gd name="connsiteX80" fmla="*/ 7244913 w 10680562"/>
              <a:gd name="connsiteY80" fmla="*/ 551160 h 1605023"/>
              <a:gd name="connsiteX81" fmla="*/ 7255970 w 10680562"/>
              <a:gd name="connsiteY81" fmla="*/ 564383 h 1605023"/>
              <a:gd name="connsiteX82" fmla="*/ 7421156 w 10680562"/>
              <a:gd name="connsiteY82" fmla="*/ 584155 h 1605023"/>
              <a:gd name="connsiteX83" fmla="*/ 7553166 w 10680562"/>
              <a:gd name="connsiteY83" fmla="*/ 653085 h 1605023"/>
              <a:gd name="connsiteX84" fmla="*/ 7643092 w 10680562"/>
              <a:gd name="connsiteY84" fmla="*/ 662482 h 1605023"/>
              <a:gd name="connsiteX85" fmla="*/ 7896429 w 10680562"/>
              <a:gd name="connsiteY85" fmla="*/ 689054 h 1605023"/>
              <a:gd name="connsiteX86" fmla="*/ 7954620 w 10680562"/>
              <a:gd name="connsiteY86" fmla="*/ 689481 h 1605023"/>
              <a:gd name="connsiteX87" fmla="*/ 8000803 w 10680562"/>
              <a:gd name="connsiteY87" fmla="*/ 714583 h 1605023"/>
              <a:gd name="connsiteX88" fmla="*/ 8023216 w 10680562"/>
              <a:gd name="connsiteY88" fmla="*/ 709000 h 1605023"/>
              <a:gd name="connsiteX89" fmla="*/ 8027136 w 10680562"/>
              <a:gd name="connsiteY89" fmla="*/ 707765 h 1605023"/>
              <a:gd name="connsiteX90" fmla="*/ 8041622 w 10680562"/>
              <a:gd name="connsiteY90" fmla="*/ 708731 h 1605023"/>
              <a:gd name="connsiteX91" fmla="*/ 8047209 w 10680562"/>
              <a:gd name="connsiteY91" fmla="*/ 701624 h 1605023"/>
              <a:gd name="connsiteX92" fmla="*/ 8070088 w 10680562"/>
              <a:gd name="connsiteY92" fmla="*/ 697789 h 1605023"/>
              <a:gd name="connsiteX93" fmla="*/ 8096332 w 10680562"/>
              <a:gd name="connsiteY93" fmla="*/ 701624 h 1605023"/>
              <a:gd name="connsiteX94" fmla="*/ 8219225 w 10680562"/>
              <a:gd name="connsiteY94" fmla="*/ 728069 h 1605023"/>
              <a:gd name="connsiteX95" fmla="*/ 8293793 w 10680562"/>
              <a:gd name="connsiteY95" fmla="*/ 739200 h 1605023"/>
              <a:gd name="connsiteX96" fmla="*/ 8323753 w 10680562"/>
              <a:gd name="connsiteY96" fmla="*/ 736063 h 1605023"/>
              <a:gd name="connsiteX97" fmla="*/ 8364496 w 10680562"/>
              <a:gd name="connsiteY97" fmla="*/ 736635 h 1605023"/>
              <a:gd name="connsiteX98" fmla="*/ 8437662 w 10680562"/>
              <a:gd name="connsiteY98" fmla="*/ 731942 h 1605023"/>
              <a:gd name="connsiteX99" fmla="*/ 8533764 w 10680562"/>
              <a:gd name="connsiteY99" fmla="*/ 735554 h 1605023"/>
              <a:gd name="connsiteX100" fmla="*/ 8596769 w 10680562"/>
              <a:gd name="connsiteY100" fmla="*/ 769632 h 1605023"/>
              <a:gd name="connsiteX101" fmla="*/ 8604035 w 10680562"/>
              <a:gd name="connsiteY101" fmla="*/ 764982 h 1605023"/>
              <a:gd name="connsiteX102" fmla="*/ 8650929 w 10680562"/>
              <a:gd name="connsiteY102" fmla="*/ 773164 h 1605023"/>
              <a:gd name="connsiteX103" fmla="*/ 8806497 w 10680562"/>
              <a:gd name="connsiteY103" fmla="*/ 839707 h 1605023"/>
              <a:gd name="connsiteX104" fmla="*/ 8898377 w 10680562"/>
              <a:gd name="connsiteY104" fmla="*/ 854651 h 1605023"/>
              <a:gd name="connsiteX105" fmla="*/ 8932389 w 10680562"/>
              <a:gd name="connsiteY105" fmla="*/ 853846 h 1605023"/>
              <a:gd name="connsiteX106" fmla="*/ 8989288 w 10680562"/>
              <a:gd name="connsiteY106" fmla="*/ 852877 h 1605023"/>
              <a:gd name="connsiteX107" fmla="*/ 9035275 w 10680562"/>
              <a:gd name="connsiteY107" fmla="*/ 837110 h 1605023"/>
              <a:gd name="connsiteX108" fmla="*/ 9138626 w 10680562"/>
              <a:gd name="connsiteY108" fmla="*/ 862106 h 1605023"/>
              <a:gd name="connsiteX109" fmla="*/ 9216298 w 10680562"/>
              <a:gd name="connsiteY109" fmla="*/ 858754 h 1605023"/>
              <a:gd name="connsiteX110" fmla="*/ 9259941 w 10680562"/>
              <a:gd name="connsiteY110" fmla="*/ 861843 h 1605023"/>
              <a:gd name="connsiteX111" fmla="*/ 9380407 w 10680562"/>
              <a:gd name="connsiteY111" fmla="*/ 864825 h 1605023"/>
              <a:gd name="connsiteX112" fmla="*/ 9490772 w 10680562"/>
              <a:gd name="connsiteY112" fmla="*/ 901190 h 1605023"/>
              <a:gd name="connsiteX113" fmla="*/ 9584982 w 10680562"/>
              <a:gd name="connsiteY113" fmla="*/ 935980 h 1605023"/>
              <a:gd name="connsiteX114" fmla="*/ 9759797 w 10680562"/>
              <a:gd name="connsiteY114" fmla="*/ 1010923 h 1605023"/>
              <a:gd name="connsiteX115" fmla="*/ 9834455 w 10680562"/>
              <a:gd name="connsiteY115" fmla="*/ 1082908 h 1605023"/>
              <a:gd name="connsiteX116" fmla="*/ 9939504 w 10680562"/>
              <a:gd name="connsiteY116" fmla="*/ 1110614 h 1605023"/>
              <a:gd name="connsiteX117" fmla="*/ 10077001 w 10680562"/>
              <a:gd name="connsiteY117" fmla="*/ 1160906 h 1605023"/>
              <a:gd name="connsiteX118" fmla="*/ 10178431 w 10680562"/>
              <a:gd name="connsiteY118" fmla="*/ 1244920 h 1605023"/>
              <a:gd name="connsiteX119" fmla="*/ 10248658 w 10680562"/>
              <a:gd name="connsiteY119" fmla="*/ 1309335 h 1605023"/>
              <a:gd name="connsiteX120" fmla="*/ 10414709 w 10680562"/>
              <a:gd name="connsiteY120" fmla="*/ 1388645 h 1605023"/>
              <a:gd name="connsiteX121" fmla="*/ 10592469 w 10680562"/>
              <a:gd name="connsiteY121" fmla="*/ 1543828 h 1605023"/>
              <a:gd name="connsiteX122" fmla="*/ 10674941 w 10680562"/>
              <a:gd name="connsiteY122" fmla="*/ 1597388 h 1605023"/>
              <a:gd name="connsiteX123" fmla="*/ 10680562 w 10680562"/>
              <a:gd name="connsiteY123" fmla="*/ 1605023 h 1605023"/>
              <a:gd name="connsiteX124" fmla="*/ 0 w 10680562"/>
              <a:gd name="connsiteY124" fmla="*/ 1605023 h 1605023"/>
              <a:gd name="connsiteX125" fmla="*/ 0 w 10680562"/>
              <a:gd name="connsiteY125" fmla="*/ 415048 h 1605023"/>
              <a:gd name="connsiteX126" fmla="*/ 9656 w 10680562"/>
              <a:gd name="connsiteY126" fmla="*/ 416044 h 1605023"/>
              <a:gd name="connsiteX127" fmla="*/ 179196 w 10680562"/>
              <a:gd name="connsiteY127" fmla="*/ 423071 h 1605023"/>
              <a:gd name="connsiteX128" fmla="*/ 250912 w 10680562"/>
              <a:gd name="connsiteY128" fmla="*/ 408617 h 1605023"/>
              <a:gd name="connsiteX129" fmla="*/ 291375 w 10680562"/>
              <a:gd name="connsiteY129" fmla="*/ 403710 h 1605023"/>
              <a:gd name="connsiteX130" fmla="*/ 320542 w 10680562"/>
              <a:gd name="connsiteY130" fmla="*/ 396592 h 1605023"/>
              <a:gd name="connsiteX131" fmla="*/ 522426 w 10680562"/>
              <a:gd name="connsiteY131" fmla="*/ 407158 h 1605023"/>
              <a:gd name="connsiteX132" fmla="*/ 549068 w 10680562"/>
              <a:gd name="connsiteY132" fmla="*/ 407418 h 1605023"/>
              <a:gd name="connsiteX133" fmla="*/ 571100 w 10680562"/>
              <a:gd name="connsiteY133" fmla="*/ 400562 h 1605023"/>
              <a:gd name="connsiteX134" fmla="*/ 575457 w 10680562"/>
              <a:gd name="connsiteY134" fmla="*/ 392801 h 1605023"/>
              <a:gd name="connsiteX135" fmla="*/ 589968 w 10680562"/>
              <a:gd name="connsiteY135" fmla="*/ 391807 h 1605023"/>
              <a:gd name="connsiteX136" fmla="*/ 593649 w 10680562"/>
              <a:gd name="connsiteY136" fmla="*/ 390062 h 1605023"/>
              <a:gd name="connsiteX137" fmla="*/ 614928 w 10680562"/>
              <a:gd name="connsiteY137" fmla="*/ 381544 h 1605023"/>
              <a:gd name="connsiteX138" fmla="*/ 722580 w 10680562"/>
              <a:gd name="connsiteY138" fmla="*/ 392722 h 1605023"/>
              <a:gd name="connsiteX139" fmla="*/ 946884 w 10680562"/>
              <a:gd name="connsiteY139" fmla="*/ 411854 h 1605023"/>
              <a:gd name="connsiteX140" fmla="*/ 1210905 w 10680562"/>
              <a:gd name="connsiteY140" fmla="*/ 432414 h 1605023"/>
              <a:gd name="connsiteX141" fmla="*/ 1377854 w 10680562"/>
              <a:gd name="connsiteY141" fmla="*/ 429745 h 1605023"/>
              <a:gd name="connsiteX142" fmla="*/ 1391004 w 10680562"/>
              <a:gd name="connsiteY142" fmla="*/ 441307 h 1605023"/>
              <a:gd name="connsiteX143" fmla="*/ 1406953 w 10680562"/>
              <a:gd name="connsiteY143" fmla="*/ 447889 h 1605023"/>
              <a:gd name="connsiteX144" fmla="*/ 1409246 w 10680562"/>
              <a:gd name="connsiteY144" fmla="*/ 446765 h 1605023"/>
              <a:gd name="connsiteX145" fmla="*/ 1428800 w 10680562"/>
              <a:gd name="connsiteY145" fmla="*/ 448677 h 1605023"/>
              <a:gd name="connsiteX146" fmla="*/ 1432402 w 10680562"/>
              <a:gd name="connsiteY146" fmla="*/ 452956 h 1605023"/>
              <a:gd name="connsiteX147" fmla="*/ 1606578 w 10680562"/>
              <a:gd name="connsiteY147" fmla="*/ 430870 h 1605023"/>
              <a:gd name="connsiteX148" fmla="*/ 1647476 w 10680562"/>
              <a:gd name="connsiteY148" fmla="*/ 438687 h 1605023"/>
              <a:gd name="connsiteX149" fmla="*/ 1655866 w 10680562"/>
              <a:gd name="connsiteY149" fmla="*/ 439472 h 1605023"/>
              <a:gd name="connsiteX150" fmla="*/ 1656096 w 10680562"/>
              <a:gd name="connsiteY150" fmla="*/ 439162 h 1605023"/>
              <a:gd name="connsiteX151" fmla="*/ 1670708 w 10680562"/>
              <a:gd name="connsiteY151" fmla="*/ 412530 h 1605023"/>
              <a:gd name="connsiteX152" fmla="*/ 1737953 w 10680562"/>
              <a:gd name="connsiteY152" fmla="*/ 399496 h 1605023"/>
              <a:gd name="connsiteX153" fmla="*/ 1848192 w 10680562"/>
              <a:gd name="connsiteY153" fmla="*/ 376032 h 1605023"/>
              <a:gd name="connsiteX154" fmla="*/ 1954077 w 10680562"/>
              <a:gd name="connsiteY154" fmla="*/ 352621 h 1605023"/>
              <a:gd name="connsiteX155" fmla="*/ 1993047 w 10680562"/>
              <a:gd name="connsiteY155" fmla="*/ 346068 h 1605023"/>
              <a:gd name="connsiteX156" fmla="*/ 2059719 w 10680562"/>
              <a:gd name="connsiteY156" fmla="*/ 325903 h 1605023"/>
              <a:gd name="connsiteX157" fmla="*/ 2088528 w 10680562"/>
              <a:gd name="connsiteY157" fmla="*/ 311409 h 1605023"/>
              <a:gd name="connsiteX158" fmla="*/ 2090087 w 10680562"/>
              <a:gd name="connsiteY158" fmla="*/ 311676 h 1605023"/>
              <a:gd name="connsiteX159" fmla="*/ 2091700 w 10680562"/>
              <a:gd name="connsiteY159" fmla="*/ 307455 h 1605023"/>
              <a:gd name="connsiteX160" fmla="*/ 2096989 w 10680562"/>
              <a:gd name="connsiteY160" fmla="*/ 304649 h 1605023"/>
              <a:gd name="connsiteX161" fmla="*/ 2113325 w 10680562"/>
              <a:gd name="connsiteY161" fmla="*/ 302764 h 1605023"/>
              <a:gd name="connsiteX162" fmla="*/ 2119780 w 10680562"/>
              <a:gd name="connsiteY162" fmla="*/ 303007 h 1605023"/>
              <a:gd name="connsiteX163" fmla="*/ 2128562 w 10680562"/>
              <a:gd name="connsiteY163" fmla="*/ 301336 h 1605023"/>
              <a:gd name="connsiteX164" fmla="*/ 2128679 w 10680562"/>
              <a:gd name="connsiteY164" fmla="*/ 300991 h 1605023"/>
              <a:gd name="connsiteX165" fmla="*/ 2179558 w 10680562"/>
              <a:gd name="connsiteY165" fmla="*/ 299095 h 1605023"/>
              <a:gd name="connsiteX166" fmla="*/ 2223277 w 10680562"/>
              <a:gd name="connsiteY166" fmla="*/ 260239 h 1605023"/>
              <a:gd name="connsiteX167" fmla="*/ 2243644 w 10680562"/>
              <a:gd name="connsiteY167" fmla="*/ 251110 h 1605023"/>
              <a:gd name="connsiteX168" fmla="*/ 2253986 w 10680562"/>
              <a:gd name="connsiteY168" fmla="*/ 244616 h 1605023"/>
              <a:gd name="connsiteX169" fmla="*/ 2254285 w 10680562"/>
              <a:gd name="connsiteY169" fmla="*/ 243167 h 1605023"/>
              <a:gd name="connsiteX170" fmla="*/ 2295037 w 10680562"/>
              <a:gd name="connsiteY170" fmla="*/ 242433 h 1605023"/>
              <a:gd name="connsiteX171" fmla="*/ 2299648 w 10680562"/>
              <a:gd name="connsiteY171" fmla="*/ 239896 h 1605023"/>
              <a:gd name="connsiteX172" fmla="*/ 2327237 w 10680562"/>
              <a:gd name="connsiteY172" fmla="*/ 242539 h 1605023"/>
              <a:gd name="connsiteX173" fmla="*/ 2340943 w 10680562"/>
              <a:gd name="connsiteY173" fmla="*/ 242239 h 1605023"/>
              <a:gd name="connsiteX174" fmla="*/ 2345943 w 10680562"/>
              <a:gd name="connsiteY174" fmla="*/ 245589 h 1605023"/>
              <a:gd name="connsiteX175" fmla="*/ 2365602 w 10680562"/>
              <a:gd name="connsiteY175" fmla="*/ 243403 h 1605023"/>
              <a:gd name="connsiteX176" fmla="*/ 2367433 w 10680562"/>
              <a:gd name="connsiteY176" fmla="*/ 241858 h 1605023"/>
              <a:gd name="connsiteX177" fmla="*/ 2385231 w 10680562"/>
              <a:gd name="connsiteY177" fmla="*/ 244873 h 1605023"/>
              <a:gd name="connsiteX178" fmla="*/ 2402059 w 10680562"/>
              <a:gd name="connsiteY178" fmla="*/ 253223 h 1605023"/>
              <a:gd name="connsiteX179" fmla="*/ 2719020 w 10680562"/>
              <a:gd name="connsiteY179" fmla="*/ 235271 h 1605023"/>
              <a:gd name="connsiteX180" fmla="*/ 2877308 w 10680562"/>
              <a:gd name="connsiteY180" fmla="*/ 208630 h 1605023"/>
              <a:gd name="connsiteX181" fmla="*/ 3051375 w 10680562"/>
              <a:gd name="connsiteY181" fmla="*/ 154110 h 1605023"/>
              <a:gd name="connsiteX182" fmla="*/ 3104837 w 10680562"/>
              <a:gd name="connsiteY182" fmla="*/ 135199 h 1605023"/>
              <a:gd name="connsiteX183" fmla="*/ 3159836 w 10680562"/>
              <a:gd name="connsiteY183" fmla="*/ 142694 h 1605023"/>
              <a:gd name="connsiteX184" fmla="*/ 3177510 w 10680562"/>
              <a:gd name="connsiteY184" fmla="*/ 130186 h 1605023"/>
              <a:gd name="connsiteX185" fmla="*/ 3180470 w 10680562"/>
              <a:gd name="connsiteY185" fmla="*/ 127764 h 1605023"/>
              <a:gd name="connsiteX186" fmla="*/ 3194216 w 10680562"/>
              <a:gd name="connsiteY186" fmla="*/ 123837 h 1605023"/>
              <a:gd name="connsiteX187" fmla="*/ 3214710 w 10680562"/>
              <a:gd name="connsiteY187" fmla="*/ 104451 h 1605023"/>
              <a:gd name="connsiteX188" fmla="*/ 3240671 w 10680562"/>
              <a:gd name="connsiteY188" fmla="*/ 99232 h 1605023"/>
              <a:gd name="connsiteX189" fmla="*/ 3366544 w 10680562"/>
              <a:gd name="connsiteY189" fmla="*/ 82506 h 1605023"/>
              <a:gd name="connsiteX190" fmla="*/ 3440424 w 10680562"/>
              <a:gd name="connsiteY190" fmla="*/ 67891 h 1605023"/>
              <a:gd name="connsiteX191" fmla="*/ 3466248 w 10680562"/>
              <a:gd name="connsiteY191" fmla="*/ 55103 h 1605023"/>
              <a:gd name="connsiteX192" fmla="*/ 3503820 w 10680562"/>
              <a:gd name="connsiteY192" fmla="*/ 42110 h 1605023"/>
              <a:gd name="connsiteX193" fmla="*/ 3568389 w 10680562"/>
              <a:gd name="connsiteY193" fmla="*/ 13576 h 1605023"/>
              <a:gd name="connsiteX194" fmla="*/ 3604089 w 10680562"/>
              <a:gd name="connsiteY194" fmla="*/ 6980 h 160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680562" h="1605023">
                <a:moveTo>
                  <a:pt x="3617689" y="0"/>
                </a:moveTo>
                <a:lnTo>
                  <a:pt x="3635901" y="7738"/>
                </a:lnTo>
                <a:cubicBezTo>
                  <a:pt x="3636815" y="-13593"/>
                  <a:pt x="3674070" y="21953"/>
                  <a:pt x="3690891" y="7049"/>
                </a:cubicBezTo>
                <a:cubicBezTo>
                  <a:pt x="3723615" y="8082"/>
                  <a:pt x="3780877" y="7675"/>
                  <a:pt x="3832247" y="13937"/>
                </a:cubicBezTo>
                <a:cubicBezTo>
                  <a:pt x="3878761" y="52737"/>
                  <a:pt x="3960967" y="15082"/>
                  <a:pt x="3999111" y="44624"/>
                </a:cubicBezTo>
                <a:cubicBezTo>
                  <a:pt x="4011661" y="48427"/>
                  <a:pt x="4023440" y="49464"/>
                  <a:pt x="4034676" y="48775"/>
                </a:cubicBezTo>
                <a:lnTo>
                  <a:pt x="4065394" y="42879"/>
                </a:lnTo>
                <a:lnTo>
                  <a:pt x="4072648" y="33262"/>
                </a:lnTo>
                <a:lnTo>
                  <a:pt x="4092232" y="34026"/>
                </a:lnTo>
                <a:lnTo>
                  <a:pt x="4097470" y="32252"/>
                </a:lnTo>
                <a:cubicBezTo>
                  <a:pt x="4107476" y="28819"/>
                  <a:pt x="4117405" y="25741"/>
                  <a:pt x="4127488" y="24056"/>
                </a:cubicBezTo>
                <a:cubicBezTo>
                  <a:pt x="4122379" y="69900"/>
                  <a:pt x="4212421" y="17287"/>
                  <a:pt x="4190803" y="55685"/>
                </a:cubicBezTo>
                <a:cubicBezTo>
                  <a:pt x="4245322" y="54405"/>
                  <a:pt x="4210442" y="91290"/>
                  <a:pt x="4269333" y="54186"/>
                </a:cubicBezTo>
                <a:cubicBezTo>
                  <a:pt x="4360007" y="84494"/>
                  <a:pt x="4405441" y="66275"/>
                  <a:pt x="4481486" y="116915"/>
                </a:cubicBezTo>
                <a:cubicBezTo>
                  <a:pt x="4469366" y="96298"/>
                  <a:pt x="4624978" y="141388"/>
                  <a:pt x="4651418" y="150071"/>
                </a:cubicBezTo>
                <a:lnTo>
                  <a:pt x="4863575" y="175458"/>
                </a:lnTo>
                <a:cubicBezTo>
                  <a:pt x="4867452" y="182323"/>
                  <a:pt x="5007365" y="209256"/>
                  <a:pt x="5013635" y="213928"/>
                </a:cubicBezTo>
                <a:lnTo>
                  <a:pt x="5203044" y="228946"/>
                </a:lnTo>
                <a:lnTo>
                  <a:pt x="5207070" y="235105"/>
                </a:lnTo>
                <a:lnTo>
                  <a:pt x="5224253" y="240320"/>
                </a:lnTo>
                <a:lnTo>
                  <a:pt x="5256736" y="254811"/>
                </a:lnTo>
                <a:lnTo>
                  <a:pt x="5264095" y="253567"/>
                </a:lnTo>
                <a:lnTo>
                  <a:pt x="5315084" y="269264"/>
                </a:lnTo>
                <a:lnTo>
                  <a:pt x="5316393" y="267603"/>
                </a:lnTo>
                <a:cubicBezTo>
                  <a:pt x="5320500" y="264235"/>
                  <a:pt x="5325719" y="262424"/>
                  <a:pt x="5333427" y="263823"/>
                </a:cubicBezTo>
                <a:cubicBezTo>
                  <a:pt x="5330520" y="234164"/>
                  <a:pt x="5341605" y="254143"/>
                  <a:pt x="5364589" y="260882"/>
                </a:cubicBezTo>
                <a:cubicBezTo>
                  <a:pt x="5365199" y="216323"/>
                  <a:pt x="5425089" y="252089"/>
                  <a:pt x="5443973" y="230866"/>
                </a:cubicBezTo>
                <a:cubicBezTo>
                  <a:pt x="5460840" y="236821"/>
                  <a:pt x="5478689" y="242307"/>
                  <a:pt x="5497201" y="247023"/>
                </a:cubicBezTo>
                <a:lnTo>
                  <a:pt x="5508269" y="249256"/>
                </a:lnTo>
                <a:lnTo>
                  <a:pt x="5508636" y="248880"/>
                </a:lnTo>
                <a:cubicBezTo>
                  <a:pt x="5511356" y="248469"/>
                  <a:pt x="5515116" y="248867"/>
                  <a:pt x="5520606" y="250400"/>
                </a:cubicBezTo>
                <a:lnTo>
                  <a:pt x="5528451" y="253330"/>
                </a:lnTo>
                <a:lnTo>
                  <a:pt x="5549923" y="257662"/>
                </a:lnTo>
                <a:lnTo>
                  <a:pt x="5558295" y="256364"/>
                </a:lnTo>
                <a:lnTo>
                  <a:pt x="5664799" y="278924"/>
                </a:lnTo>
                <a:lnTo>
                  <a:pt x="5796160" y="307979"/>
                </a:lnTo>
                <a:lnTo>
                  <a:pt x="5897647" y="339431"/>
                </a:lnTo>
                <a:cubicBezTo>
                  <a:pt x="5894921" y="322560"/>
                  <a:pt x="5962532" y="357207"/>
                  <a:pt x="5978838" y="367970"/>
                </a:cubicBezTo>
                <a:cubicBezTo>
                  <a:pt x="6035145" y="375765"/>
                  <a:pt x="6006578" y="380813"/>
                  <a:pt x="6050367" y="386341"/>
                </a:cubicBezTo>
                <a:cubicBezTo>
                  <a:pt x="6051161" y="391932"/>
                  <a:pt x="6137489" y="380709"/>
                  <a:pt x="6140609" y="385135"/>
                </a:cubicBezTo>
                <a:cubicBezTo>
                  <a:pt x="6205928" y="424013"/>
                  <a:pt x="6248816" y="452185"/>
                  <a:pt x="6302950" y="448183"/>
                </a:cubicBezTo>
                <a:lnTo>
                  <a:pt x="6308533" y="448551"/>
                </a:lnTo>
                <a:lnTo>
                  <a:pt x="6340278" y="468555"/>
                </a:lnTo>
                <a:lnTo>
                  <a:pt x="6341685" y="467587"/>
                </a:lnTo>
                <a:cubicBezTo>
                  <a:pt x="6345560" y="465876"/>
                  <a:pt x="6349786" y="465470"/>
                  <a:pt x="6354862" y="467794"/>
                </a:cubicBezTo>
                <a:cubicBezTo>
                  <a:pt x="6361260" y="446013"/>
                  <a:pt x="6363438" y="462250"/>
                  <a:pt x="6377840" y="471024"/>
                </a:cubicBezTo>
                <a:cubicBezTo>
                  <a:pt x="6390990" y="439154"/>
                  <a:pt x="6423334" y="475084"/>
                  <a:pt x="6442804" y="463091"/>
                </a:cubicBezTo>
                <a:cubicBezTo>
                  <a:pt x="6453090" y="470255"/>
                  <a:pt x="6464204" y="477252"/>
                  <a:pt x="6476009" y="483807"/>
                </a:cubicBezTo>
                <a:lnTo>
                  <a:pt x="6483237" y="487308"/>
                </a:lnTo>
                <a:lnTo>
                  <a:pt x="6483605" y="487102"/>
                </a:lnTo>
                <a:cubicBezTo>
                  <a:pt x="6485654" y="487272"/>
                  <a:pt x="6488212" y="488201"/>
                  <a:pt x="6491673" y="490243"/>
                </a:cubicBezTo>
                <a:lnTo>
                  <a:pt x="6496411" y="493689"/>
                </a:lnTo>
                <a:lnTo>
                  <a:pt x="6510429" y="500479"/>
                </a:lnTo>
                <a:lnTo>
                  <a:pt x="6516750" y="500983"/>
                </a:lnTo>
                <a:cubicBezTo>
                  <a:pt x="6541864" y="496675"/>
                  <a:pt x="6554866" y="452619"/>
                  <a:pt x="6580199" y="483318"/>
                </a:cubicBezTo>
                <a:cubicBezTo>
                  <a:pt x="6622601" y="489571"/>
                  <a:pt x="6654587" y="470617"/>
                  <a:pt x="6690237" y="493051"/>
                </a:cubicBezTo>
                <a:cubicBezTo>
                  <a:pt x="6729957" y="498806"/>
                  <a:pt x="6766252" y="494451"/>
                  <a:pt x="6798356" y="506748"/>
                </a:cubicBezTo>
                <a:cubicBezTo>
                  <a:pt x="6813529" y="501270"/>
                  <a:pt x="6826992" y="500232"/>
                  <a:pt x="6837102" y="513677"/>
                </a:cubicBezTo>
                <a:cubicBezTo>
                  <a:pt x="6874837" y="515764"/>
                  <a:pt x="6887115" y="500833"/>
                  <a:pt x="6907934" y="517339"/>
                </a:cubicBezTo>
                <a:cubicBezTo>
                  <a:pt x="6934086" y="494196"/>
                  <a:pt x="6933260" y="504492"/>
                  <a:pt x="6941474" y="513632"/>
                </a:cubicBezTo>
                <a:lnTo>
                  <a:pt x="6942754" y="514394"/>
                </a:lnTo>
                <a:lnTo>
                  <a:pt x="6946363" y="511066"/>
                </a:lnTo>
                <a:lnTo>
                  <a:pt x="6952592" y="510252"/>
                </a:lnTo>
                <a:lnTo>
                  <a:pt x="6968398" y="513946"/>
                </a:lnTo>
                <a:lnTo>
                  <a:pt x="6974142" y="516310"/>
                </a:lnTo>
                <a:cubicBezTo>
                  <a:pt x="6978173" y="517574"/>
                  <a:pt x="6980948" y="517948"/>
                  <a:pt x="6982971" y="517694"/>
                </a:cubicBezTo>
                <a:lnTo>
                  <a:pt x="6983252" y="517416"/>
                </a:lnTo>
                <a:lnTo>
                  <a:pt x="6991400" y="519321"/>
                </a:lnTo>
                <a:cubicBezTo>
                  <a:pt x="7005004" y="523242"/>
                  <a:pt x="7018100" y="527732"/>
                  <a:pt x="7030460" y="532556"/>
                </a:cubicBezTo>
                <a:cubicBezTo>
                  <a:pt x="7044917" y="516932"/>
                  <a:pt x="7088472" y="545083"/>
                  <a:pt x="7089916" y="511503"/>
                </a:cubicBezTo>
                <a:cubicBezTo>
                  <a:pt x="7106785" y="517039"/>
                  <a:pt x="7114554" y="532321"/>
                  <a:pt x="7113059" y="509904"/>
                </a:cubicBezTo>
                <a:cubicBezTo>
                  <a:pt x="7118735" y="511110"/>
                  <a:pt x="7122641" y="509850"/>
                  <a:pt x="7125755" y="507393"/>
                </a:cubicBezTo>
                <a:lnTo>
                  <a:pt x="7126765" y="506166"/>
                </a:lnTo>
                <a:lnTo>
                  <a:pt x="7164175" y="519011"/>
                </a:lnTo>
                <a:lnTo>
                  <a:pt x="7169654" y="518219"/>
                </a:lnTo>
                <a:lnTo>
                  <a:pt x="7193386" y="529788"/>
                </a:lnTo>
                <a:lnTo>
                  <a:pt x="7205997" y="534060"/>
                </a:lnTo>
                <a:lnTo>
                  <a:pt x="7208842" y="538783"/>
                </a:lnTo>
                <a:cubicBezTo>
                  <a:pt x="7212314" y="541931"/>
                  <a:pt x="7217803" y="543928"/>
                  <a:pt x="7227817" y="543304"/>
                </a:cubicBezTo>
                <a:lnTo>
                  <a:pt x="7230267" y="542497"/>
                </a:lnTo>
                <a:lnTo>
                  <a:pt x="7244913" y="551160"/>
                </a:lnTo>
                <a:cubicBezTo>
                  <a:pt x="7249453" y="554807"/>
                  <a:pt x="7253253" y="559130"/>
                  <a:pt x="7255970" y="564383"/>
                </a:cubicBezTo>
                <a:cubicBezTo>
                  <a:pt x="7315146" y="548103"/>
                  <a:pt x="7361553" y="579076"/>
                  <a:pt x="7421156" y="584155"/>
                </a:cubicBezTo>
                <a:cubicBezTo>
                  <a:pt x="7465612" y="613750"/>
                  <a:pt x="7546249" y="613142"/>
                  <a:pt x="7553166" y="653085"/>
                </a:cubicBezTo>
                <a:cubicBezTo>
                  <a:pt x="7562552" y="609214"/>
                  <a:pt x="7673998" y="724531"/>
                  <a:pt x="7643092" y="662482"/>
                </a:cubicBezTo>
                <a:lnTo>
                  <a:pt x="7896429" y="689054"/>
                </a:lnTo>
                <a:cubicBezTo>
                  <a:pt x="7940867" y="662251"/>
                  <a:pt x="7914217" y="689365"/>
                  <a:pt x="7954620" y="689481"/>
                </a:cubicBezTo>
                <a:cubicBezTo>
                  <a:pt x="7937756" y="718000"/>
                  <a:pt x="8005608" y="680123"/>
                  <a:pt x="8000803" y="714583"/>
                </a:cubicBezTo>
                <a:cubicBezTo>
                  <a:pt x="8008309" y="713512"/>
                  <a:pt x="8015731" y="711389"/>
                  <a:pt x="8023216" y="709000"/>
                </a:cubicBezTo>
                <a:lnTo>
                  <a:pt x="8027136" y="707765"/>
                </a:lnTo>
                <a:lnTo>
                  <a:pt x="8041622" y="708731"/>
                </a:lnTo>
                <a:lnTo>
                  <a:pt x="8047209" y="701624"/>
                </a:lnTo>
                <a:lnTo>
                  <a:pt x="8070088" y="697789"/>
                </a:lnTo>
                <a:cubicBezTo>
                  <a:pt x="8078424" y="697492"/>
                  <a:pt x="8087123" y="698508"/>
                  <a:pt x="8096332" y="701624"/>
                </a:cubicBezTo>
                <a:cubicBezTo>
                  <a:pt x="8123926" y="724651"/>
                  <a:pt x="8185640" y="697894"/>
                  <a:pt x="8219225" y="728069"/>
                </a:cubicBezTo>
                <a:cubicBezTo>
                  <a:pt x="8232644" y="736562"/>
                  <a:pt x="8280723" y="746936"/>
                  <a:pt x="8293793" y="739200"/>
                </a:cubicBezTo>
                <a:cubicBezTo>
                  <a:pt x="8304636" y="739365"/>
                  <a:pt x="8314843" y="745516"/>
                  <a:pt x="8323753" y="736063"/>
                </a:cubicBezTo>
                <a:cubicBezTo>
                  <a:pt x="8336542" y="725164"/>
                  <a:pt x="8363344" y="752699"/>
                  <a:pt x="8364496" y="736635"/>
                </a:cubicBezTo>
                <a:cubicBezTo>
                  <a:pt x="8383724" y="755702"/>
                  <a:pt x="8414211" y="733717"/>
                  <a:pt x="8437662" y="731942"/>
                </a:cubicBezTo>
                <a:cubicBezTo>
                  <a:pt x="8451685" y="749699"/>
                  <a:pt x="8487061" y="728469"/>
                  <a:pt x="8533764" y="735554"/>
                </a:cubicBezTo>
                <a:cubicBezTo>
                  <a:pt x="8548878" y="755832"/>
                  <a:pt x="8565301" y="740114"/>
                  <a:pt x="8596769" y="769632"/>
                </a:cubicBezTo>
                <a:cubicBezTo>
                  <a:pt x="8598880" y="767829"/>
                  <a:pt x="8601326" y="766261"/>
                  <a:pt x="8604035" y="764982"/>
                </a:cubicBezTo>
                <a:cubicBezTo>
                  <a:pt x="8619777" y="757551"/>
                  <a:pt x="8640772" y="761213"/>
                  <a:pt x="8650929" y="773164"/>
                </a:cubicBezTo>
                <a:cubicBezTo>
                  <a:pt x="8702615" y="814545"/>
                  <a:pt x="8757170" y="823762"/>
                  <a:pt x="8806497" y="839707"/>
                </a:cubicBezTo>
                <a:cubicBezTo>
                  <a:pt x="8863157" y="854381"/>
                  <a:pt x="8833749" y="812347"/>
                  <a:pt x="8898377" y="854651"/>
                </a:cubicBezTo>
                <a:cubicBezTo>
                  <a:pt x="8909161" y="844048"/>
                  <a:pt x="8918437" y="845186"/>
                  <a:pt x="8932389" y="853846"/>
                </a:cubicBezTo>
                <a:cubicBezTo>
                  <a:pt x="8960146" y="860074"/>
                  <a:pt x="8965550" y="829338"/>
                  <a:pt x="8989288" y="852877"/>
                </a:cubicBezTo>
                <a:cubicBezTo>
                  <a:pt x="8988278" y="835633"/>
                  <a:pt x="9043995" y="856467"/>
                  <a:pt x="9035275" y="837110"/>
                </a:cubicBezTo>
                <a:cubicBezTo>
                  <a:pt x="9060165" y="838647"/>
                  <a:pt x="9108456" y="858499"/>
                  <a:pt x="9138626" y="862106"/>
                </a:cubicBezTo>
                <a:cubicBezTo>
                  <a:pt x="9165080" y="876547"/>
                  <a:pt x="9174888" y="860404"/>
                  <a:pt x="9216298" y="858754"/>
                </a:cubicBezTo>
                <a:cubicBezTo>
                  <a:pt x="9230418" y="871192"/>
                  <a:pt x="9244774" y="868822"/>
                  <a:pt x="9259941" y="861843"/>
                </a:cubicBezTo>
                <a:cubicBezTo>
                  <a:pt x="9297647" y="870955"/>
                  <a:pt x="9335980" y="863006"/>
                  <a:pt x="9380407" y="864825"/>
                </a:cubicBezTo>
                <a:cubicBezTo>
                  <a:pt x="9424338" y="883720"/>
                  <a:pt x="9443322" y="899138"/>
                  <a:pt x="9490772" y="901190"/>
                </a:cubicBezTo>
                <a:cubicBezTo>
                  <a:pt x="9530410" y="933396"/>
                  <a:pt x="9546422" y="928548"/>
                  <a:pt x="9584982" y="935980"/>
                </a:cubicBezTo>
                <a:cubicBezTo>
                  <a:pt x="9629819" y="954269"/>
                  <a:pt x="9718219" y="986435"/>
                  <a:pt x="9759797" y="1010923"/>
                </a:cubicBezTo>
                <a:cubicBezTo>
                  <a:pt x="9801376" y="1035410"/>
                  <a:pt x="9804503" y="1066293"/>
                  <a:pt x="9834455" y="1082908"/>
                </a:cubicBezTo>
                <a:cubicBezTo>
                  <a:pt x="9864406" y="1099522"/>
                  <a:pt x="9891608" y="1087791"/>
                  <a:pt x="9939504" y="1110614"/>
                </a:cubicBezTo>
                <a:cubicBezTo>
                  <a:pt x="9978150" y="1098522"/>
                  <a:pt x="10034187" y="1166580"/>
                  <a:pt x="10077001" y="1160906"/>
                </a:cubicBezTo>
                <a:cubicBezTo>
                  <a:pt x="10084861" y="1190721"/>
                  <a:pt x="10164307" y="1234884"/>
                  <a:pt x="10178431" y="1244920"/>
                </a:cubicBezTo>
                <a:cubicBezTo>
                  <a:pt x="10210316" y="1215779"/>
                  <a:pt x="10222273" y="1306394"/>
                  <a:pt x="10248658" y="1309335"/>
                </a:cubicBezTo>
                <a:lnTo>
                  <a:pt x="10414709" y="1388645"/>
                </a:lnTo>
                <a:cubicBezTo>
                  <a:pt x="10473963" y="1440373"/>
                  <a:pt x="10538857" y="1454568"/>
                  <a:pt x="10592469" y="1543828"/>
                </a:cubicBezTo>
                <a:cubicBezTo>
                  <a:pt x="10651538" y="1531501"/>
                  <a:pt x="10660082" y="1567462"/>
                  <a:pt x="10674941" y="1597388"/>
                </a:cubicBezTo>
                <a:lnTo>
                  <a:pt x="10680562" y="1605023"/>
                </a:lnTo>
                <a:lnTo>
                  <a:pt x="0" y="1605023"/>
                </a:lnTo>
                <a:lnTo>
                  <a:pt x="0" y="415048"/>
                </a:lnTo>
                <a:lnTo>
                  <a:pt x="9656" y="416044"/>
                </a:lnTo>
                <a:cubicBezTo>
                  <a:pt x="66794" y="420549"/>
                  <a:pt x="142962" y="423374"/>
                  <a:pt x="179196" y="423071"/>
                </a:cubicBezTo>
                <a:cubicBezTo>
                  <a:pt x="202136" y="418172"/>
                  <a:pt x="228694" y="392385"/>
                  <a:pt x="250912" y="408617"/>
                </a:cubicBezTo>
                <a:cubicBezTo>
                  <a:pt x="249389" y="392611"/>
                  <a:pt x="280512" y="416185"/>
                  <a:pt x="291375" y="403710"/>
                </a:cubicBezTo>
                <a:cubicBezTo>
                  <a:pt x="298635" y="393187"/>
                  <a:pt x="309770" y="397885"/>
                  <a:pt x="320542" y="396592"/>
                </a:cubicBezTo>
                <a:cubicBezTo>
                  <a:pt x="359051" y="397166"/>
                  <a:pt x="484339" y="405354"/>
                  <a:pt x="522426" y="407158"/>
                </a:cubicBezTo>
                <a:cubicBezTo>
                  <a:pt x="532069" y="408997"/>
                  <a:pt x="540856" y="408831"/>
                  <a:pt x="549068" y="407418"/>
                </a:cubicBezTo>
                <a:lnTo>
                  <a:pt x="571100" y="400562"/>
                </a:lnTo>
                <a:lnTo>
                  <a:pt x="575457" y="392801"/>
                </a:lnTo>
                <a:lnTo>
                  <a:pt x="589968" y="391807"/>
                </a:lnTo>
                <a:lnTo>
                  <a:pt x="593649" y="390062"/>
                </a:lnTo>
                <a:cubicBezTo>
                  <a:pt x="600667" y="386700"/>
                  <a:pt x="607669" y="383607"/>
                  <a:pt x="614928" y="381544"/>
                </a:cubicBezTo>
                <a:cubicBezTo>
                  <a:pt x="636416" y="381988"/>
                  <a:pt x="667253" y="387671"/>
                  <a:pt x="722580" y="392722"/>
                </a:cubicBezTo>
                <a:cubicBezTo>
                  <a:pt x="792539" y="408114"/>
                  <a:pt x="885615" y="380106"/>
                  <a:pt x="946884" y="411854"/>
                </a:cubicBezTo>
                <a:cubicBezTo>
                  <a:pt x="1028270" y="418469"/>
                  <a:pt x="1139077" y="429433"/>
                  <a:pt x="1210905" y="432414"/>
                </a:cubicBezTo>
                <a:cubicBezTo>
                  <a:pt x="1270803" y="429423"/>
                  <a:pt x="1321921" y="453757"/>
                  <a:pt x="1377854" y="429745"/>
                </a:cubicBezTo>
                <a:cubicBezTo>
                  <a:pt x="1381419" y="434564"/>
                  <a:pt x="1385901" y="438319"/>
                  <a:pt x="1391004" y="441307"/>
                </a:cubicBezTo>
                <a:lnTo>
                  <a:pt x="1406953" y="447889"/>
                </a:lnTo>
                <a:lnTo>
                  <a:pt x="1409246" y="446765"/>
                </a:lnTo>
                <a:cubicBezTo>
                  <a:pt x="1419066" y="444804"/>
                  <a:pt x="1424836" y="446037"/>
                  <a:pt x="1428800" y="448677"/>
                </a:cubicBezTo>
                <a:lnTo>
                  <a:pt x="1432402" y="452956"/>
                </a:lnTo>
                <a:lnTo>
                  <a:pt x="1606578" y="430870"/>
                </a:lnTo>
                <a:cubicBezTo>
                  <a:pt x="1619625" y="433971"/>
                  <a:pt x="1633347" y="436643"/>
                  <a:pt x="1647476" y="438687"/>
                </a:cubicBezTo>
                <a:lnTo>
                  <a:pt x="1655866" y="439472"/>
                </a:lnTo>
                <a:lnTo>
                  <a:pt x="1656096" y="439162"/>
                </a:lnTo>
                <a:cubicBezTo>
                  <a:pt x="1658061" y="438636"/>
                  <a:pt x="1666503" y="411823"/>
                  <a:pt x="1670708" y="412530"/>
                </a:cubicBezTo>
                <a:lnTo>
                  <a:pt x="1737953" y="399496"/>
                </a:lnTo>
                <a:lnTo>
                  <a:pt x="1848192" y="376032"/>
                </a:lnTo>
                <a:cubicBezTo>
                  <a:pt x="1887458" y="368088"/>
                  <a:pt x="1918458" y="352092"/>
                  <a:pt x="1954077" y="352621"/>
                </a:cubicBezTo>
                <a:cubicBezTo>
                  <a:pt x="1965180" y="342609"/>
                  <a:pt x="1976973" y="337201"/>
                  <a:pt x="1993047" y="346068"/>
                </a:cubicBezTo>
                <a:cubicBezTo>
                  <a:pt x="2028636" y="335449"/>
                  <a:pt x="2032293" y="317806"/>
                  <a:pt x="2059719" y="325903"/>
                </a:cubicBezTo>
                <a:cubicBezTo>
                  <a:pt x="2071905" y="296194"/>
                  <a:pt x="2076373" y="305826"/>
                  <a:pt x="2088528" y="311409"/>
                </a:cubicBezTo>
                <a:lnTo>
                  <a:pt x="2090087" y="311676"/>
                </a:lnTo>
                <a:lnTo>
                  <a:pt x="2091700" y="307455"/>
                </a:lnTo>
                <a:lnTo>
                  <a:pt x="2096989" y="304649"/>
                </a:lnTo>
                <a:lnTo>
                  <a:pt x="2113325" y="302764"/>
                </a:lnTo>
                <a:lnTo>
                  <a:pt x="2119780" y="303007"/>
                </a:lnTo>
                <a:cubicBezTo>
                  <a:pt x="2124111" y="302819"/>
                  <a:pt x="2126840" y="302239"/>
                  <a:pt x="2128562" y="301336"/>
                </a:cubicBezTo>
                <a:cubicBezTo>
                  <a:pt x="2128600" y="301221"/>
                  <a:pt x="2128640" y="301107"/>
                  <a:pt x="2128679" y="300991"/>
                </a:cubicBezTo>
                <a:lnTo>
                  <a:pt x="2179558" y="299095"/>
                </a:lnTo>
                <a:cubicBezTo>
                  <a:pt x="2184857" y="280099"/>
                  <a:pt x="2238998" y="291238"/>
                  <a:pt x="2223277" y="260239"/>
                </a:cubicBezTo>
                <a:cubicBezTo>
                  <a:pt x="2241523" y="259676"/>
                  <a:pt x="2256386" y="270988"/>
                  <a:pt x="2243644" y="251110"/>
                </a:cubicBezTo>
                <a:cubicBezTo>
                  <a:pt x="2249448" y="250324"/>
                  <a:pt x="2252382" y="247882"/>
                  <a:pt x="2253986" y="244616"/>
                </a:cubicBezTo>
                <a:lnTo>
                  <a:pt x="2254285" y="243167"/>
                </a:lnTo>
                <a:lnTo>
                  <a:pt x="2295037" y="242433"/>
                </a:lnTo>
                <a:lnTo>
                  <a:pt x="2299648" y="239896"/>
                </a:lnTo>
                <a:lnTo>
                  <a:pt x="2327237" y="242539"/>
                </a:lnTo>
                <a:lnTo>
                  <a:pt x="2340943" y="242239"/>
                </a:lnTo>
                <a:lnTo>
                  <a:pt x="2345943" y="245589"/>
                </a:lnTo>
                <a:cubicBezTo>
                  <a:pt x="2350718" y="247299"/>
                  <a:pt x="2356754" y="247292"/>
                  <a:pt x="2365602" y="243403"/>
                </a:cubicBezTo>
                <a:lnTo>
                  <a:pt x="2367433" y="241858"/>
                </a:lnTo>
                <a:lnTo>
                  <a:pt x="2385231" y="244873"/>
                </a:lnTo>
                <a:cubicBezTo>
                  <a:pt x="2391237" y="246682"/>
                  <a:pt x="2396907" y="249351"/>
                  <a:pt x="2402059" y="253223"/>
                </a:cubicBezTo>
                <a:cubicBezTo>
                  <a:pt x="2457690" y="251623"/>
                  <a:pt x="2639813" y="242704"/>
                  <a:pt x="2719020" y="235271"/>
                </a:cubicBezTo>
                <a:cubicBezTo>
                  <a:pt x="2762954" y="229515"/>
                  <a:pt x="2821915" y="222156"/>
                  <a:pt x="2877308" y="208630"/>
                </a:cubicBezTo>
                <a:cubicBezTo>
                  <a:pt x="2947949" y="226393"/>
                  <a:pt x="2978035" y="153757"/>
                  <a:pt x="3051375" y="154110"/>
                </a:cubicBezTo>
                <a:cubicBezTo>
                  <a:pt x="3078434" y="115011"/>
                  <a:pt x="3067807" y="148493"/>
                  <a:pt x="3104837" y="135199"/>
                </a:cubicBezTo>
                <a:cubicBezTo>
                  <a:pt x="3103880" y="166713"/>
                  <a:pt x="3146743" y="109780"/>
                  <a:pt x="3159836" y="142694"/>
                </a:cubicBezTo>
                <a:cubicBezTo>
                  <a:pt x="3166160" y="139232"/>
                  <a:pt x="3171875" y="134841"/>
                  <a:pt x="3177510" y="130186"/>
                </a:cubicBezTo>
                <a:lnTo>
                  <a:pt x="3180470" y="127764"/>
                </a:lnTo>
                <a:lnTo>
                  <a:pt x="3194216" y="123837"/>
                </a:lnTo>
                <a:lnTo>
                  <a:pt x="3214710" y="104451"/>
                </a:lnTo>
                <a:cubicBezTo>
                  <a:pt x="3222186" y="101416"/>
                  <a:pt x="3230663" y="99454"/>
                  <a:pt x="3240671" y="99232"/>
                </a:cubicBezTo>
                <a:cubicBezTo>
                  <a:pt x="3277606" y="111009"/>
                  <a:pt x="3320498" y="66221"/>
                  <a:pt x="3366544" y="82506"/>
                </a:cubicBezTo>
                <a:cubicBezTo>
                  <a:pt x="3383134" y="85775"/>
                  <a:pt x="3432393" y="79256"/>
                  <a:pt x="3440424" y="67891"/>
                </a:cubicBezTo>
                <a:cubicBezTo>
                  <a:pt x="3450432" y="64444"/>
                  <a:pt x="3462892" y="66649"/>
                  <a:pt x="3466248" y="55103"/>
                </a:cubicBezTo>
                <a:cubicBezTo>
                  <a:pt x="3472418" y="40954"/>
                  <a:pt x="3510917" y="57092"/>
                  <a:pt x="3503820" y="42110"/>
                </a:cubicBezTo>
                <a:lnTo>
                  <a:pt x="3568389" y="13576"/>
                </a:lnTo>
                <a:cubicBezTo>
                  <a:pt x="3579310" y="19318"/>
                  <a:pt x="3590168" y="14433"/>
                  <a:pt x="3604089" y="6980"/>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38971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TotalTime>
  <Words>683</Words>
  <Application>Microsoft Macintosh PowerPoint</Application>
  <PresentationFormat>Widescreen</PresentationFormat>
  <Paragraphs>65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Yellow Taxi vs Rideshare</vt:lpstr>
      <vt:lpstr>Research Problem and Project Recap</vt:lpstr>
      <vt:lpstr>Data Profiling, Cleaning, and Transformation</vt:lpstr>
      <vt:lpstr>Data Profiling</vt:lpstr>
      <vt:lpstr>Transformation and Cleaning</vt:lpstr>
      <vt:lpstr>Processing at Scale</vt:lpstr>
      <vt:lpstr>Processing at Scale</vt:lpstr>
      <vt:lpstr>Processing at Scale</vt:lpstr>
      <vt:lpstr>Exploratory Data Analysis</vt:lpstr>
      <vt:lpstr>PowerPoint Presentation</vt:lpstr>
      <vt:lpstr>PowerPoint Presentation</vt:lpstr>
      <vt:lpstr>Correlations</vt:lpstr>
      <vt:lpstr>Base Fare per Mile</vt:lpstr>
      <vt:lpstr>Lessons Learned and Next Steps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Colin Seiler</dc:creator>
  <cp:lastModifiedBy>Colin Seiler</cp:lastModifiedBy>
  <cp:revision>4</cp:revision>
  <dcterms:created xsi:type="dcterms:W3CDTF">2026-10-20T22:15:50Z</dcterms:created>
  <dcterms:modified xsi:type="dcterms:W3CDTF">2026-10-21T01:11:59Z</dcterms:modified>
</cp:coreProperties>
</file>